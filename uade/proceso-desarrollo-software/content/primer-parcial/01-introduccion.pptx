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5.xml" ContentType="application/vnd.openxmlformats-officedocument.drawingml.diagramData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diagrams/data1.xml" ContentType="application/vnd.openxmlformats-officedocument.drawingml.diagramData+xml"/>
  <Override PartName="/ppt/diagrams/data7.xml" ContentType="application/vnd.openxmlformats-officedocument.drawingml.diagramData+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diagrams/data6.xml" ContentType="application/vnd.openxmlformats-officedocument.drawingml.diagramData+xml"/>
  <Override PartName="/ppt/diagrams/data4.xml" ContentType="application/vnd.openxmlformats-officedocument.drawingml.diagramData+xml"/>
  <Override PartName="/ppt/slides/slide1.xml" ContentType="application/vnd.openxmlformats-officedocument.presentationml.slide+xml"/>
  <Override PartName="/ppt/diagrams/data2.xml" ContentType="application/vnd.openxmlformats-officedocument.drawingml.diagramData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drawing7.xml" ContentType="application/vnd.ms-office.drawingml.diagramDrawing+xml"/>
  <Override PartName="/ppt/diagrams/colors7.xml" ContentType="application/vnd.openxmlformats-officedocument.drawingml.diagramColors+xml"/>
  <Override PartName="/ppt/diagrams/quickStyle7.xml" ContentType="application/vnd.openxmlformats-officedocument.drawingml.diagramStyle+xml"/>
  <Override PartName="/ppt/diagrams/layout7.xml" ContentType="application/vnd.openxmlformats-officedocument.drawingml.diagramLayout+xml"/>
  <Override PartName="/ppt/diagrams/drawing6.xml" ContentType="application/vnd.ms-office.drawingml.diagramDrawing+xml"/>
  <Override PartName="/ppt/diagrams/colors6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6.xml" ContentType="application/vnd.openxmlformats-officedocument.drawingml.diagramLayout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5.xml" ContentType="application/vnd.openxmlformats-officedocument.drawingml.diagramLayout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4.xml" ContentType="application/vnd.openxmlformats-officedocument.drawingml.diagramLayout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41"/>
  </p:notesMasterIdLst>
  <p:sldIdLst>
    <p:sldId id="256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271" r:id="rId24"/>
    <p:sldId id="272" r:id="rId25"/>
    <p:sldId id="273" r:id="rId26"/>
    <p:sldId id="274" r:id="rId27"/>
    <p:sldId id="275" r:id="rId28"/>
    <p:sldId id="276" r:id="rId29"/>
    <p:sldId id="297" r:id="rId30"/>
    <p:sldId id="277" r:id="rId31"/>
    <p:sldId id="298" r:id="rId32"/>
    <p:sldId id="278" r:id="rId33"/>
    <p:sldId id="279" r:id="rId34"/>
    <p:sldId id="280" r:id="rId35"/>
    <p:sldId id="299" r:id="rId36"/>
    <p:sldId id="300" r:id="rId37"/>
    <p:sldId id="301" r:id="rId38"/>
    <p:sldId id="302" r:id="rId39"/>
    <p:sldId id="30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2452"/>
    <a:srgbClr val="662F62"/>
    <a:srgbClr val="B31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79781"/>
  </p:normalViewPr>
  <p:slideViewPr>
    <p:cSldViewPr snapToGrid="0" snapToObjects="1">
      <p:cViewPr varScale="1">
        <p:scale>
          <a:sx n="167" d="100"/>
          <a:sy n="167" d="100"/>
        </p:scale>
        <p:origin x="2576" y="184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7975F7-9BAC-E54E-8F82-DC7DEF30D799}" type="doc">
      <dgm:prSet loTypeId="urn:microsoft.com/office/officeart/2005/8/layout/vProcess5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MX"/>
        </a:p>
      </dgm:t>
    </dgm:pt>
    <dgm:pt modelId="{F1AA4E58-9C8C-314A-BA2F-188F437BFFFC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s-MX" sz="16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Análisis</a:t>
          </a:r>
        </a:p>
      </dgm:t>
    </dgm:pt>
    <dgm:pt modelId="{3895EA22-F9AC-1E43-B78C-4FA28C19EAFC}" type="parTrans" cxnId="{48E15B61-AFEA-C041-BBCE-D97BDB627AC4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E4C87F24-CB11-5342-A3FA-1387A65AC93F}" type="sibTrans" cxnId="{48E15B61-AFEA-C041-BBCE-D97BDB627AC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C2289C8C-11B7-CB40-B9DD-9056B67E9857}">
      <dgm:prSet phldrT="[Texto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s-MX" sz="16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Diseño</a:t>
          </a:r>
        </a:p>
      </dgm:t>
    </dgm:pt>
    <dgm:pt modelId="{95D64983-B1B5-084A-BE12-477845DB5381}" type="parTrans" cxnId="{1D8450B3-45F7-144E-8FBF-4CF9DF449DBC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B412C5D-5166-8342-93A7-3C2B4E3D21BD}" type="sibTrans" cxnId="{1D8450B3-45F7-144E-8FBF-4CF9DF449DBC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F0AEA8FB-83D3-2C40-8DB3-327D7F1D2C3F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s-MX" sz="16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Implementación</a:t>
          </a:r>
        </a:p>
      </dgm:t>
    </dgm:pt>
    <dgm:pt modelId="{EB85E507-98E9-084A-85F0-4CD0F7E8522A}" type="parTrans" cxnId="{81FC257D-BA05-9243-9AB9-C1C3DB0D0824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688EACB-F232-F648-857F-6F6CC7358279}" type="sibTrans" cxnId="{81FC257D-BA05-9243-9AB9-C1C3DB0D082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3C25CCD-E277-7745-878C-D2E38B7FF120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s-MX" sz="16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Verificación</a:t>
          </a:r>
        </a:p>
      </dgm:t>
    </dgm:pt>
    <dgm:pt modelId="{71461FE2-9B35-AB41-8314-AFB532FB4269}" type="parTrans" cxnId="{ECC187B4-733A-0F42-8634-251E6420BF33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7FD59B8-1DB8-FD4C-9827-E12E17DE76CB}" type="sibTrans" cxnId="{ECC187B4-733A-0F42-8634-251E6420BF33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BC2F949-3CFF-FD4C-BFBB-B9BC96DFF68F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s-MX" sz="1600" b="0" i="0" u="none" strike="noStrike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Despliegue y Mantenimiento</a:t>
          </a:r>
          <a:endParaRPr lang="es-MX" sz="16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62BBF2C-7827-6647-974D-4D9A41C8262E}" type="parTrans" cxnId="{BB9F5C81-FD8F-134C-84F8-7C589592B46B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E4483CBE-5DCD-2E4C-8EF9-FDD88E88F5FF}" type="sibTrans" cxnId="{BB9F5C81-FD8F-134C-84F8-7C589592B46B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7F91BD4-74B4-A748-A605-1850E9A5F549}" type="pres">
      <dgm:prSet presAssocID="{047975F7-9BAC-E54E-8F82-DC7DEF30D799}" presName="outerComposite" presStyleCnt="0">
        <dgm:presLayoutVars>
          <dgm:chMax val="5"/>
          <dgm:dir/>
          <dgm:resizeHandles val="exact"/>
        </dgm:presLayoutVars>
      </dgm:prSet>
      <dgm:spPr/>
    </dgm:pt>
    <dgm:pt modelId="{F0CCFF5E-9681-0B4B-AE01-C176F12ED69E}" type="pres">
      <dgm:prSet presAssocID="{047975F7-9BAC-E54E-8F82-DC7DEF30D799}" presName="dummyMaxCanvas" presStyleCnt="0">
        <dgm:presLayoutVars/>
      </dgm:prSet>
      <dgm:spPr/>
    </dgm:pt>
    <dgm:pt modelId="{7AD837B2-9CEE-6E47-88C3-07EB3341000F}" type="pres">
      <dgm:prSet presAssocID="{047975F7-9BAC-E54E-8F82-DC7DEF30D799}" presName="FiveNodes_1" presStyleLbl="node1" presStyleIdx="0" presStyleCnt="5" custLinFactNeighborX="-19508" custLinFactNeighborY="-53013">
        <dgm:presLayoutVars>
          <dgm:bulletEnabled val="1"/>
        </dgm:presLayoutVars>
      </dgm:prSet>
      <dgm:spPr/>
    </dgm:pt>
    <dgm:pt modelId="{6B1C3AC0-6043-F44E-84F4-DAB4A99BFF57}" type="pres">
      <dgm:prSet presAssocID="{047975F7-9BAC-E54E-8F82-DC7DEF30D799}" presName="FiveNodes_2" presStyleLbl="node1" presStyleIdx="1" presStyleCnt="5">
        <dgm:presLayoutVars>
          <dgm:bulletEnabled val="1"/>
        </dgm:presLayoutVars>
      </dgm:prSet>
      <dgm:spPr/>
    </dgm:pt>
    <dgm:pt modelId="{CF33CABE-ADA0-CE46-8EE5-E37C657DD16B}" type="pres">
      <dgm:prSet presAssocID="{047975F7-9BAC-E54E-8F82-DC7DEF30D799}" presName="FiveNodes_3" presStyleLbl="node1" presStyleIdx="2" presStyleCnt="5">
        <dgm:presLayoutVars>
          <dgm:bulletEnabled val="1"/>
        </dgm:presLayoutVars>
      </dgm:prSet>
      <dgm:spPr/>
    </dgm:pt>
    <dgm:pt modelId="{7D32D66D-4E65-8D48-BD2B-6CEE3C868D57}" type="pres">
      <dgm:prSet presAssocID="{047975F7-9BAC-E54E-8F82-DC7DEF30D799}" presName="FiveNodes_4" presStyleLbl="node1" presStyleIdx="3" presStyleCnt="5">
        <dgm:presLayoutVars>
          <dgm:bulletEnabled val="1"/>
        </dgm:presLayoutVars>
      </dgm:prSet>
      <dgm:spPr/>
    </dgm:pt>
    <dgm:pt modelId="{DB0FD69D-A9FB-D548-BFCC-0D4A6A5C7CF4}" type="pres">
      <dgm:prSet presAssocID="{047975F7-9BAC-E54E-8F82-DC7DEF30D799}" presName="FiveNodes_5" presStyleLbl="node1" presStyleIdx="4" presStyleCnt="5">
        <dgm:presLayoutVars>
          <dgm:bulletEnabled val="1"/>
        </dgm:presLayoutVars>
      </dgm:prSet>
      <dgm:spPr/>
    </dgm:pt>
    <dgm:pt modelId="{9C373EA2-2B8F-AD43-A931-36E9FEA8C986}" type="pres">
      <dgm:prSet presAssocID="{047975F7-9BAC-E54E-8F82-DC7DEF30D799}" presName="FiveConn_1-2" presStyleLbl="fgAccFollowNode1" presStyleIdx="0" presStyleCnt="4">
        <dgm:presLayoutVars>
          <dgm:bulletEnabled val="1"/>
        </dgm:presLayoutVars>
      </dgm:prSet>
      <dgm:spPr/>
    </dgm:pt>
    <dgm:pt modelId="{30768873-BFAB-BD47-BF71-D2D5A9B92274}" type="pres">
      <dgm:prSet presAssocID="{047975F7-9BAC-E54E-8F82-DC7DEF30D799}" presName="FiveConn_2-3" presStyleLbl="fgAccFollowNode1" presStyleIdx="1" presStyleCnt="4">
        <dgm:presLayoutVars>
          <dgm:bulletEnabled val="1"/>
        </dgm:presLayoutVars>
      </dgm:prSet>
      <dgm:spPr/>
    </dgm:pt>
    <dgm:pt modelId="{BDF682DE-E7DD-2A41-93B8-46B4B5C1B495}" type="pres">
      <dgm:prSet presAssocID="{047975F7-9BAC-E54E-8F82-DC7DEF30D799}" presName="FiveConn_3-4" presStyleLbl="fgAccFollowNode1" presStyleIdx="2" presStyleCnt="4">
        <dgm:presLayoutVars>
          <dgm:bulletEnabled val="1"/>
        </dgm:presLayoutVars>
      </dgm:prSet>
      <dgm:spPr/>
    </dgm:pt>
    <dgm:pt modelId="{33DC9E54-24B3-B049-84A3-C50129EA5FE2}" type="pres">
      <dgm:prSet presAssocID="{047975F7-9BAC-E54E-8F82-DC7DEF30D799}" presName="FiveConn_4-5" presStyleLbl="fgAccFollowNode1" presStyleIdx="3" presStyleCnt="4">
        <dgm:presLayoutVars>
          <dgm:bulletEnabled val="1"/>
        </dgm:presLayoutVars>
      </dgm:prSet>
      <dgm:spPr/>
    </dgm:pt>
    <dgm:pt modelId="{BB5457FF-A3A7-CF4D-A62C-AD22B7A8D4DE}" type="pres">
      <dgm:prSet presAssocID="{047975F7-9BAC-E54E-8F82-DC7DEF30D799}" presName="FiveNodes_1_text" presStyleLbl="node1" presStyleIdx="4" presStyleCnt="5">
        <dgm:presLayoutVars>
          <dgm:bulletEnabled val="1"/>
        </dgm:presLayoutVars>
      </dgm:prSet>
      <dgm:spPr/>
    </dgm:pt>
    <dgm:pt modelId="{F1FD6B01-5760-434C-86E1-A0F5B774C663}" type="pres">
      <dgm:prSet presAssocID="{047975F7-9BAC-E54E-8F82-DC7DEF30D799}" presName="FiveNodes_2_text" presStyleLbl="node1" presStyleIdx="4" presStyleCnt="5">
        <dgm:presLayoutVars>
          <dgm:bulletEnabled val="1"/>
        </dgm:presLayoutVars>
      </dgm:prSet>
      <dgm:spPr/>
    </dgm:pt>
    <dgm:pt modelId="{F08A1E1B-81FE-4B4A-8D60-C59B1FD7EAB2}" type="pres">
      <dgm:prSet presAssocID="{047975F7-9BAC-E54E-8F82-DC7DEF30D799}" presName="FiveNodes_3_text" presStyleLbl="node1" presStyleIdx="4" presStyleCnt="5">
        <dgm:presLayoutVars>
          <dgm:bulletEnabled val="1"/>
        </dgm:presLayoutVars>
      </dgm:prSet>
      <dgm:spPr/>
    </dgm:pt>
    <dgm:pt modelId="{79DE9BDF-E65E-CC49-899A-3672820B5100}" type="pres">
      <dgm:prSet presAssocID="{047975F7-9BAC-E54E-8F82-DC7DEF30D799}" presName="FiveNodes_4_text" presStyleLbl="node1" presStyleIdx="4" presStyleCnt="5">
        <dgm:presLayoutVars>
          <dgm:bulletEnabled val="1"/>
        </dgm:presLayoutVars>
      </dgm:prSet>
      <dgm:spPr/>
    </dgm:pt>
    <dgm:pt modelId="{1F3CD8E2-16F5-E94A-8ABF-7CA776B1241C}" type="pres">
      <dgm:prSet presAssocID="{047975F7-9BAC-E54E-8F82-DC7DEF30D79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535D200-4B99-2149-ADA8-3C2D36617670}" type="presOf" srcId="{C2289C8C-11B7-CB40-B9DD-9056B67E9857}" destId="{F1FD6B01-5760-434C-86E1-A0F5B774C663}" srcOrd="1" destOrd="0" presId="urn:microsoft.com/office/officeart/2005/8/layout/vProcess5"/>
    <dgm:cxn modelId="{7F905C0E-D251-3E49-A57B-26195D756B70}" type="presOf" srcId="{F1AA4E58-9C8C-314A-BA2F-188F437BFFFC}" destId="{7AD837B2-9CEE-6E47-88C3-07EB3341000F}" srcOrd="0" destOrd="0" presId="urn:microsoft.com/office/officeart/2005/8/layout/vProcess5"/>
    <dgm:cxn modelId="{D4DD8F17-F2DA-CA42-989A-C3BD3998040D}" type="presOf" srcId="{E4C87F24-CB11-5342-A3FA-1387A65AC93F}" destId="{9C373EA2-2B8F-AD43-A931-36E9FEA8C986}" srcOrd="0" destOrd="0" presId="urn:microsoft.com/office/officeart/2005/8/layout/vProcess5"/>
    <dgm:cxn modelId="{6A56B839-27E3-2249-839C-76C4EAB69464}" type="presOf" srcId="{8BC2F949-3CFF-FD4C-BFBB-B9BC96DFF68F}" destId="{DB0FD69D-A9FB-D548-BFCC-0D4A6A5C7CF4}" srcOrd="0" destOrd="0" presId="urn:microsoft.com/office/officeart/2005/8/layout/vProcess5"/>
    <dgm:cxn modelId="{484B7746-A80A-2048-AD0B-23C9F6DC2A8E}" type="presOf" srcId="{23C25CCD-E277-7745-878C-D2E38B7FF120}" destId="{7D32D66D-4E65-8D48-BD2B-6CEE3C868D57}" srcOrd="0" destOrd="0" presId="urn:microsoft.com/office/officeart/2005/8/layout/vProcess5"/>
    <dgm:cxn modelId="{C5B9DD4F-4006-9749-9370-E66981F8DD76}" type="presOf" srcId="{047975F7-9BAC-E54E-8F82-DC7DEF30D799}" destId="{27F91BD4-74B4-A748-A605-1850E9A5F549}" srcOrd="0" destOrd="0" presId="urn:microsoft.com/office/officeart/2005/8/layout/vProcess5"/>
    <dgm:cxn modelId="{34354B51-A837-634B-9D4B-CA22ED761A7F}" type="presOf" srcId="{C2289C8C-11B7-CB40-B9DD-9056B67E9857}" destId="{6B1C3AC0-6043-F44E-84F4-DAB4A99BFF57}" srcOrd="0" destOrd="0" presId="urn:microsoft.com/office/officeart/2005/8/layout/vProcess5"/>
    <dgm:cxn modelId="{48E15B61-AFEA-C041-BBCE-D97BDB627AC4}" srcId="{047975F7-9BAC-E54E-8F82-DC7DEF30D799}" destId="{F1AA4E58-9C8C-314A-BA2F-188F437BFFFC}" srcOrd="0" destOrd="0" parTransId="{3895EA22-F9AC-1E43-B78C-4FA28C19EAFC}" sibTransId="{E4C87F24-CB11-5342-A3FA-1387A65AC93F}"/>
    <dgm:cxn modelId="{B15A3E6D-45B8-3C40-B484-786A61A3E99B}" type="presOf" srcId="{23C25CCD-E277-7745-878C-D2E38B7FF120}" destId="{79DE9BDF-E65E-CC49-899A-3672820B5100}" srcOrd="1" destOrd="0" presId="urn:microsoft.com/office/officeart/2005/8/layout/vProcess5"/>
    <dgm:cxn modelId="{BA52C06F-4978-7246-B777-262C8DE2158A}" type="presOf" srcId="{8B412C5D-5166-8342-93A7-3C2B4E3D21BD}" destId="{30768873-BFAB-BD47-BF71-D2D5A9B92274}" srcOrd="0" destOrd="0" presId="urn:microsoft.com/office/officeart/2005/8/layout/vProcess5"/>
    <dgm:cxn modelId="{89477F75-F0D4-1449-80E0-037141403F39}" type="presOf" srcId="{F1AA4E58-9C8C-314A-BA2F-188F437BFFFC}" destId="{BB5457FF-A3A7-CF4D-A62C-AD22B7A8D4DE}" srcOrd="1" destOrd="0" presId="urn:microsoft.com/office/officeart/2005/8/layout/vProcess5"/>
    <dgm:cxn modelId="{81FC257D-BA05-9243-9AB9-C1C3DB0D0824}" srcId="{047975F7-9BAC-E54E-8F82-DC7DEF30D799}" destId="{F0AEA8FB-83D3-2C40-8DB3-327D7F1D2C3F}" srcOrd="2" destOrd="0" parTransId="{EB85E507-98E9-084A-85F0-4CD0F7E8522A}" sibTransId="{8688EACB-F232-F648-857F-6F6CC7358279}"/>
    <dgm:cxn modelId="{BB9F5C81-FD8F-134C-84F8-7C589592B46B}" srcId="{047975F7-9BAC-E54E-8F82-DC7DEF30D799}" destId="{8BC2F949-3CFF-FD4C-BFBB-B9BC96DFF68F}" srcOrd="4" destOrd="0" parTransId="{662BBF2C-7827-6647-974D-4D9A41C8262E}" sibTransId="{E4483CBE-5DCD-2E4C-8EF9-FDD88E88F5FF}"/>
    <dgm:cxn modelId="{BF271F94-D3A7-834A-800C-2563FDC2BFDD}" type="presOf" srcId="{8688EACB-F232-F648-857F-6F6CC7358279}" destId="{BDF682DE-E7DD-2A41-93B8-46B4B5C1B495}" srcOrd="0" destOrd="0" presId="urn:microsoft.com/office/officeart/2005/8/layout/vProcess5"/>
    <dgm:cxn modelId="{208B8494-136D-F446-840E-6E605CB338D7}" type="presOf" srcId="{F0AEA8FB-83D3-2C40-8DB3-327D7F1D2C3F}" destId="{CF33CABE-ADA0-CE46-8EE5-E37C657DD16B}" srcOrd="0" destOrd="0" presId="urn:microsoft.com/office/officeart/2005/8/layout/vProcess5"/>
    <dgm:cxn modelId="{3EEB26AF-9A35-1844-BA9C-83FD5464DC8A}" type="presOf" srcId="{27FD59B8-1DB8-FD4C-9827-E12E17DE76CB}" destId="{33DC9E54-24B3-B049-84A3-C50129EA5FE2}" srcOrd="0" destOrd="0" presId="urn:microsoft.com/office/officeart/2005/8/layout/vProcess5"/>
    <dgm:cxn modelId="{1D8450B3-45F7-144E-8FBF-4CF9DF449DBC}" srcId="{047975F7-9BAC-E54E-8F82-DC7DEF30D799}" destId="{C2289C8C-11B7-CB40-B9DD-9056B67E9857}" srcOrd="1" destOrd="0" parTransId="{95D64983-B1B5-084A-BE12-477845DB5381}" sibTransId="{8B412C5D-5166-8342-93A7-3C2B4E3D21BD}"/>
    <dgm:cxn modelId="{ECC187B4-733A-0F42-8634-251E6420BF33}" srcId="{047975F7-9BAC-E54E-8F82-DC7DEF30D799}" destId="{23C25CCD-E277-7745-878C-D2E38B7FF120}" srcOrd="3" destOrd="0" parTransId="{71461FE2-9B35-AB41-8314-AFB532FB4269}" sibTransId="{27FD59B8-1DB8-FD4C-9827-E12E17DE76CB}"/>
    <dgm:cxn modelId="{A4CA40BE-8199-A24C-A28D-ACC92C4360F9}" type="presOf" srcId="{8BC2F949-3CFF-FD4C-BFBB-B9BC96DFF68F}" destId="{1F3CD8E2-16F5-E94A-8ABF-7CA776B1241C}" srcOrd="1" destOrd="0" presId="urn:microsoft.com/office/officeart/2005/8/layout/vProcess5"/>
    <dgm:cxn modelId="{126EE7FF-1272-6A42-90BC-F65A487DFF6C}" type="presOf" srcId="{F0AEA8FB-83D3-2C40-8DB3-327D7F1D2C3F}" destId="{F08A1E1B-81FE-4B4A-8D60-C59B1FD7EAB2}" srcOrd="1" destOrd="0" presId="urn:microsoft.com/office/officeart/2005/8/layout/vProcess5"/>
    <dgm:cxn modelId="{AAB1A1F4-360D-DF4A-A82A-B538E396B08F}" type="presParOf" srcId="{27F91BD4-74B4-A748-A605-1850E9A5F549}" destId="{F0CCFF5E-9681-0B4B-AE01-C176F12ED69E}" srcOrd="0" destOrd="0" presId="urn:microsoft.com/office/officeart/2005/8/layout/vProcess5"/>
    <dgm:cxn modelId="{B4295835-D3BF-7C4B-A89C-87D1DEB64D18}" type="presParOf" srcId="{27F91BD4-74B4-A748-A605-1850E9A5F549}" destId="{7AD837B2-9CEE-6E47-88C3-07EB3341000F}" srcOrd="1" destOrd="0" presId="urn:microsoft.com/office/officeart/2005/8/layout/vProcess5"/>
    <dgm:cxn modelId="{FD829F6D-4562-554E-9AA0-E9F743A385CB}" type="presParOf" srcId="{27F91BD4-74B4-A748-A605-1850E9A5F549}" destId="{6B1C3AC0-6043-F44E-84F4-DAB4A99BFF57}" srcOrd="2" destOrd="0" presId="urn:microsoft.com/office/officeart/2005/8/layout/vProcess5"/>
    <dgm:cxn modelId="{481CD4F9-7DFC-D446-8038-2F610EB894BF}" type="presParOf" srcId="{27F91BD4-74B4-A748-A605-1850E9A5F549}" destId="{CF33CABE-ADA0-CE46-8EE5-E37C657DD16B}" srcOrd="3" destOrd="0" presId="urn:microsoft.com/office/officeart/2005/8/layout/vProcess5"/>
    <dgm:cxn modelId="{CAA2280A-8FD9-344D-96FB-EA277B9B17CB}" type="presParOf" srcId="{27F91BD4-74B4-A748-A605-1850E9A5F549}" destId="{7D32D66D-4E65-8D48-BD2B-6CEE3C868D57}" srcOrd="4" destOrd="0" presId="urn:microsoft.com/office/officeart/2005/8/layout/vProcess5"/>
    <dgm:cxn modelId="{802D2EF5-9249-B842-B05A-11FF34D9A3F0}" type="presParOf" srcId="{27F91BD4-74B4-A748-A605-1850E9A5F549}" destId="{DB0FD69D-A9FB-D548-BFCC-0D4A6A5C7CF4}" srcOrd="5" destOrd="0" presId="urn:microsoft.com/office/officeart/2005/8/layout/vProcess5"/>
    <dgm:cxn modelId="{58100C17-8ECB-054C-AB04-36644D2ABB36}" type="presParOf" srcId="{27F91BD4-74B4-A748-A605-1850E9A5F549}" destId="{9C373EA2-2B8F-AD43-A931-36E9FEA8C986}" srcOrd="6" destOrd="0" presId="urn:microsoft.com/office/officeart/2005/8/layout/vProcess5"/>
    <dgm:cxn modelId="{8F5C060D-F7E3-9E46-9115-87C03D7B9759}" type="presParOf" srcId="{27F91BD4-74B4-A748-A605-1850E9A5F549}" destId="{30768873-BFAB-BD47-BF71-D2D5A9B92274}" srcOrd="7" destOrd="0" presId="urn:microsoft.com/office/officeart/2005/8/layout/vProcess5"/>
    <dgm:cxn modelId="{465D4080-8FAA-CC4C-A5D4-9FDF0662391C}" type="presParOf" srcId="{27F91BD4-74B4-A748-A605-1850E9A5F549}" destId="{BDF682DE-E7DD-2A41-93B8-46B4B5C1B495}" srcOrd="8" destOrd="0" presId="urn:microsoft.com/office/officeart/2005/8/layout/vProcess5"/>
    <dgm:cxn modelId="{2457D354-6213-7849-86C1-FEAABFCA01DF}" type="presParOf" srcId="{27F91BD4-74B4-A748-A605-1850E9A5F549}" destId="{33DC9E54-24B3-B049-84A3-C50129EA5FE2}" srcOrd="9" destOrd="0" presId="urn:microsoft.com/office/officeart/2005/8/layout/vProcess5"/>
    <dgm:cxn modelId="{E5E87F05-9FC4-E943-81AC-18E14D5E3D97}" type="presParOf" srcId="{27F91BD4-74B4-A748-A605-1850E9A5F549}" destId="{BB5457FF-A3A7-CF4D-A62C-AD22B7A8D4DE}" srcOrd="10" destOrd="0" presId="urn:microsoft.com/office/officeart/2005/8/layout/vProcess5"/>
    <dgm:cxn modelId="{A5662FE1-3D2D-2044-A7AE-28F7CAD28619}" type="presParOf" srcId="{27F91BD4-74B4-A748-A605-1850E9A5F549}" destId="{F1FD6B01-5760-434C-86E1-A0F5B774C663}" srcOrd="11" destOrd="0" presId="urn:microsoft.com/office/officeart/2005/8/layout/vProcess5"/>
    <dgm:cxn modelId="{E2F14648-C13A-6F47-8EB7-0C77C8F73B12}" type="presParOf" srcId="{27F91BD4-74B4-A748-A605-1850E9A5F549}" destId="{F08A1E1B-81FE-4B4A-8D60-C59B1FD7EAB2}" srcOrd="12" destOrd="0" presId="urn:microsoft.com/office/officeart/2005/8/layout/vProcess5"/>
    <dgm:cxn modelId="{94D9C4D3-CB28-BB45-8461-C697CBC72441}" type="presParOf" srcId="{27F91BD4-74B4-A748-A605-1850E9A5F549}" destId="{79DE9BDF-E65E-CC49-899A-3672820B5100}" srcOrd="13" destOrd="0" presId="urn:microsoft.com/office/officeart/2005/8/layout/vProcess5"/>
    <dgm:cxn modelId="{2F3F3D0B-7B5A-F149-A70C-71ED9F4485BE}" type="presParOf" srcId="{27F91BD4-74B4-A748-A605-1850E9A5F549}" destId="{1F3CD8E2-16F5-E94A-8ABF-7CA776B1241C}" srcOrd="14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B6160D-4D8C-F54F-8A55-554FC7921C71}" type="doc">
      <dgm:prSet loTypeId="urn:microsoft.com/office/officeart/2005/8/layout/cycle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E32DEBA-EBE5-9A41-BBEA-B8A8A7A4EE54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Análisis</a:t>
          </a:r>
        </a:p>
      </dgm:t>
    </dgm:pt>
    <dgm:pt modelId="{4A6BE439-8D2D-4342-8B93-5DE92C0C24DA}" type="parTrans" cxnId="{D1B6F496-8040-F442-B7E3-4AD315D8E109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D4E996D-D146-EE4B-B37A-3C6A27E9FC71}" type="sibTrans" cxnId="{D1B6F496-8040-F442-B7E3-4AD315D8E10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D2BDA12A-9249-DE4E-A669-3B6F044D64D8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Diseño</a:t>
          </a:r>
        </a:p>
      </dgm:t>
    </dgm:pt>
    <dgm:pt modelId="{2BD979EC-D919-F144-BD32-A8EB88365362}" type="parTrans" cxnId="{DFB38DFE-5791-5449-847F-4F0E333FC472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9016C7BB-09E5-2F4D-853A-F407DBF2A3FE}" type="sibTrans" cxnId="{DFB38DFE-5791-5449-847F-4F0E333FC472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141BC2B3-65DD-004E-868B-862C7179B995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Implementación</a:t>
          </a:r>
        </a:p>
      </dgm:t>
    </dgm:pt>
    <dgm:pt modelId="{4A695954-BF89-DA45-862D-6F0426E23546}" type="parTrans" cxnId="{E0BDC849-B994-EC42-B071-08DE85F44C36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B390054F-7CD2-044E-9B8D-58237B395D11}" type="sibTrans" cxnId="{E0BDC849-B994-EC42-B071-08DE85F44C36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7BF8E3B4-9B4D-134F-B946-19A98C083F89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Verificación</a:t>
          </a:r>
        </a:p>
      </dgm:t>
    </dgm:pt>
    <dgm:pt modelId="{14CFA063-2880-9C4A-BE59-CDB98CB29827}" type="parTrans" cxnId="{162F10BB-E67D-6547-9061-BF72DBF54949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95DE123B-30B3-4844-AA43-95D2CD0849AA}" type="sibTrans" cxnId="{162F10BB-E67D-6547-9061-BF72DBF54949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9A8F2C8F-343C-7F40-9042-85A1F93FB758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Despliegue</a:t>
          </a:r>
        </a:p>
      </dgm:t>
    </dgm:pt>
    <dgm:pt modelId="{8B927B9D-8654-054D-97BC-AD2EA87A7194}" type="parTrans" cxnId="{84160A4E-AD14-AB4B-AE22-35DA7A304828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5AD8C805-B0E6-824F-AD26-BBDCD2C43527}" type="sibTrans" cxnId="{84160A4E-AD14-AB4B-AE22-35DA7A304828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C9BE85FC-C226-3E40-B0D9-9E725209D085}" type="pres">
      <dgm:prSet presAssocID="{ACB6160D-4D8C-F54F-8A55-554FC7921C71}" presName="Name0" presStyleCnt="0">
        <dgm:presLayoutVars>
          <dgm:dir/>
          <dgm:resizeHandles val="exact"/>
        </dgm:presLayoutVars>
      </dgm:prSet>
      <dgm:spPr/>
    </dgm:pt>
    <dgm:pt modelId="{5A3F0333-7D8B-2B47-85A7-4719C9A9EB09}" type="pres">
      <dgm:prSet presAssocID="{ACB6160D-4D8C-F54F-8A55-554FC7921C71}" presName="cycle" presStyleCnt="0"/>
      <dgm:spPr/>
    </dgm:pt>
    <dgm:pt modelId="{CDE4ADD6-3FDD-0F4E-9498-178F19120E67}" type="pres">
      <dgm:prSet presAssocID="{2E32DEBA-EBE5-9A41-BBEA-B8A8A7A4EE54}" presName="nodeFirstNode" presStyleLbl="node1" presStyleIdx="0" presStyleCnt="5">
        <dgm:presLayoutVars>
          <dgm:bulletEnabled val="1"/>
        </dgm:presLayoutVars>
      </dgm:prSet>
      <dgm:spPr/>
    </dgm:pt>
    <dgm:pt modelId="{AC835A06-28D7-9D48-B385-BD0BA5B5082D}" type="pres">
      <dgm:prSet presAssocID="{2D4E996D-D146-EE4B-B37A-3C6A27E9FC71}" presName="sibTransFirstNode" presStyleLbl="bgShp" presStyleIdx="0" presStyleCnt="1"/>
      <dgm:spPr/>
    </dgm:pt>
    <dgm:pt modelId="{EB01D0EC-4E33-F545-84D2-D53A0F37F826}" type="pres">
      <dgm:prSet presAssocID="{D2BDA12A-9249-DE4E-A669-3B6F044D64D8}" presName="nodeFollowingNodes" presStyleLbl="node1" presStyleIdx="1" presStyleCnt="5">
        <dgm:presLayoutVars>
          <dgm:bulletEnabled val="1"/>
        </dgm:presLayoutVars>
      </dgm:prSet>
      <dgm:spPr/>
    </dgm:pt>
    <dgm:pt modelId="{28085737-53C4-6743-8362-09D65462319E}" type="pres">
      <dgm:prSet presAssocID="{141BC2B3-65DD-004E-868B-862C7179B995}" presName="nodeFollowingNodes" presStyleLbl="node1" presStyleIdx="2" presStyleCnt="5" custScaleX="124790" custRadScaleRad="109870" custRadScaleInc="-10523">
        <dgm:presLayoutVars>
          <dgm:bulletEnabled val="1"/>
        </dgm:presLayoutVars>
      </dgm:prSet>
      <dgm:spPr/>
    </dgm:pt>
    <dgm:pt modelId="{7E619024-21D5-E54E-AD35-B7842BC12B3B}" type="pres">
      <dgm:prSet presAssocID="{7BF8E3B4-9B4D-134F-B946-19A98C083F89}" presName="nodeFollowingNodes" presStyleLbl="node1" presStyleIdx="3" presStyleCnt="5" custRadScaleRad="105351" custRadScaleInc="8022">
        <dgm:presLayoutVars>
          <dgm:bulletEnabled val="1"/>
        </dgm:presLayoutVars>
      </dgm:prSet>
      <dgm:spPr/>
    </dgm:pt>
    <dgm:pt modelId="{9C0882B4-3EBF-B64A-8467-4BD2EE0D8FFA}" type="pres">
      <dgm:prSet presAssocID="{9A8F2C8F-343C-7F40-9042-85A1F93FB758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37EDD20A-90EC-3740-811E-129EFF0417E3}" type="presOf" srcId="{9A8F2C8F-343C-7F40-9042-85A1F93FB758}" destId="{9C0882B4-3EBF-B64A-8467-4BD2EE0D8FFA}" srcOrd="0" destOrd="0" presId="urn:microsoft.com/office/officeart/2005/8/layout/cycle3"/>
    <dgm:cxn modelId="{E07F1A38-064A-4147-A817-1F196F863FD1}" type="presOf" srcId="{2E32DEBA-EBE5-9A41-BBEA-B8A8A7A4EE54}" destId="{CDE4ADD6-3FDD-0F4E-9498-178F19120E67}" srcOrd="0" destOrd="0" presId="urn:microsoft.com/office/officeart/2005/8/layout/cycle3"/>
    <dgm:cxn modelId="{A2713942-7EF5-6348-8C04-A9287496D49E}" type="presOf" srcId="{D2BDA12A-9249-DE4E-A669-3B6F044D64D8}" destId="{EB01D0EC-4E33-F545-84D2-D53A0F37F826}" srcOrd="0" destOrd="0" presId="urn:microsoft.com/office/officeart/2005/8/layout/cycle3"/>
    <dgm:cxn modelId="{E0BDC849-B994-EC42-B071-08DE85F44C36}" srcId="{ACB6160D-4D8C-F54F-8A55-554FC7921C71}" destId="{141BC2B3-65DD-004E-868B-862C7179B995}" srcOrd="2" destOrd="0" parTransId="{4A695954-BF89-DA45-862D-6F0426E23546}" sibTransId="{B390054F-7CD2-044E-9B8D-58237B395D11}"/>
    <dgm:cxn modelId="{1CC3764B-5FAC-8F4C-A594-1333F587442C}" type="presOf" srcId="{2D4E996D-D146-EE4B-B37A-3C6A27E9FC71}" destId="{AC835A06-28D7-9D48-B385-BD0BA5B5082D}" srcOrd="0" destOrd="0" presId="urn:microsoft.com/office/officeart/2005/8/layout/cycle3"/>
    <dgm:cxn modelId="{84160A4E-AD14-AB4B-AE22-35DA7A304828}" srcId="{ACB6160D-4D8C-F54F-8A55-554FC7921C71}" destId="{9A8F2C8F-343C-7F40-9042-85A1F93FB758}" srcOrd="4" destOrd="0" parTransId="{8B927B9D-8654-054D-97BC-AD2EA87A7194}" sibTransId="{5AD8C805-B0E6-824F-AD26-BBDCD2C43527}"/>
    <dgm:cxn modelId="{66168C4E-7371-0842-AFEB-7A53E7DD27C8}" type="presOf" srcId="{ACB6160D-4D8C-F54F-8A55-554FC7921C71}" destId="{C9BE85FC-C226-3E40-B0D9-9E725209D085}" srcOrd="0" destOrd="0" presId="urn:microsoft.com/office/officeart/2005/8/layout/cycle3"/>
    <dgm:cxn modelId="{AAFAEA4E-7FBD-B946-B9E4-FA89A1307632}" type="presOf" srcId="{7BF8E3B4-9B4D-134F-B946-19A98C083F89}" destId="{7E619024-21D5-E54E-AD35-B7842BC12B3B}" srcOrd="0" destOrd="0" presId="urn:microsoft.com/office/officeart/2005/8/layout/cycle3"/>
    <dgm:cxn modelId="{5558EB59-C4C6-5C41-B36C-283C78026202}" type="presOf" srcId="{141BC2B3-65DD-004E-868B-862C7179B995}" destId="{28085737-53C4-6743-8362-09D65462319E}" srcOrd="0" destOrd="0" presId="urn:microsoft.com/office/officeart/2005/8/layout/cycle3"/>
    <dgm:cxn modelId="{D1B6F496-8040-F442-B7E3-4AD315D8E109}" srcId="{ACB6160D-4D8C-F54F-8A55-554FC7921C71}" destId="{2E32DEBA-EBE5-9A41-BBEA-B8A8A7A4EE54}" srcOrd="0" destOrd="0" parTransId="{4A6BE439-8D2D-4342-8B93-5DE92C0C24DA}" sibTransId="{2D4E996D-D146-EE4B-B37A-3C6A27E9FC71}"/>
    <dgm:cxn modelId="{162F10BB-E67D-6547-9061-BF72DBF54949}" srcId="{ACB6160D-4D8C-F54F-8A55-554FC7921C71}" destId="{7BF8E3B4-9B4D-134F-B946-19A98C083F89}" srcOrd="3" destOrd="0" parTransId="{14CFA063-2880-9C4A-BE59-CDB98CB29827}" sibTransId="{95DE123B-30B3-4844-AA43-95D2CD0849AA}"/>
    <dgm:cxn modelId="{DFB38DFE-5791-5449-847F-4F0E333FC472}" srcId="{ACB6160D-4D8C-F54F-8A55-554FC7921C71}" destId="{D2BDA12A-9249-DE4E-A669-3B6F044D64D8}" srcOrd="1" destOrd="0" parTransId="{2BD979EC-D919-F144-BD32-A8EB88365362}" sibTransId="{9016C7BB-09E5-2F4D-853A-F407DBF2A3FE}"/>
    <dgm:cxn modelId="{2D4184E1-3EC5-324E-8A58-494907D73F71}" type="presParOf" srcId="{C9BE85FC-C226-3E40-B0D9-9E725209D085}" destId="{5A3F0333-7D8B-2B47-85A7-4719C9A9EB09}" srcOrd="0" destOrd="0" presId="urn:microsoft.com/office/officeart/2005/8/layout/cycle3"/>
    <dgm:cxn modelId="{13466E3C-6185-B545-8DD0-1E1B39C36B04}" type="presParOf" srcId="{5A3F0333-7D8B-2B47-85A7-4719C9A9EB09}" destId="{CDE4ADD6-3FDD-0F4E-9498-178F19120E67}" srcOrd="0" destOrd="0" presId="urn:microsoft.com/office/officeart/2005/8/layout/cycle3"/>
    <dgm:cxn modelId="{1FEDF132-47AE-F448-B5F5-4C2B3D82FD47}" type="presParOf" srcId="{5A3F0333-7D8B-2B47-85A7-4719C9A9EB09}" destId="{AC835A06-28D7-9D48-B385-BD0BA5B5082D}" srcOrd="1" destOrd="0" presId="urn:microsoft.com/office/officeart/2005/8/layout/cycle3"/>
    <dgm:cxn modelId="{1BFBB749-754D-8647-90C1-171634970915}" type="presParOf" srcId="{5A3F0333-7D8B-2B47-85A7-4719C9A9EB09}" destId="{EB01D0EC-4E33-F545-84D2-D53A0F37F826}" srcOrd="2" destOrd="0" presId="urn:microsoft.com/office/officeart/2005/8/layout/cycle3"/>
    <dgm:cxn modelId="{A40C586E-C102-C942-B2A8-9E4F7083BCF7}" type="presParOf" srcId="{5A3F0333-7D8B-2B47-85A7-4719C9A9EB09}" destId="{28085737-53C4-6743-8362-09D65462319E}" srcOrd="3" destOrd="0" presId="urn:microsoft.com/office/officeart/2005/8/layout/cycle3"/>
    <dgm:cxn modelId="{8D32D0C6-660F-874A-993F-12BDB3E2910A}" type="presParOf" srcId="{5A3F0333-7D8B-2B47-85A7-4719C9A9EB09}" destId="{7E619024-21D5-E54E-AD35-B7842BC12B3B}" srcOrd="4" destOrd="0" presId="urn:microsoft.com/office/officeart/2005/8/layout/cycle3"/>
    <dgm:cxn modelId="{64A0B0D1-7141-7D4C-A90D-1DFE7ABBF2A2}" type="presParOf" srcId="{5A3F0333-7D8B-2B47-85A7-4719C9A9EB09}" destId="{9C0882B4-3EBF-B64A-8467-4BD2EE0D8FFA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DE8669-B374-6F4B-91FE-1223C007FA12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F0DFDA5-3D57-4447-97F7-4A03203113D4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Requisitos</a:t>
          </a:r>
        </a:p>
      </dgm:t>
    </dgm:pt>
    <dgm:pt modelId="{B0D8F4FD-08E1-B44C-A1E3-30EF4C5027FB}" type="parTrans" cxnId="{9150FCF5-A69A-874A-A1F6-687332A3F91A}">
      <dgm:prSet/>
      <dgm:spPr/>
      <dgm:t>
        <a:bodyPr/>
        <a:lstStyle/>
        <a:p>
          <a:endParaRPr lang="es-MX" sz="1600"/>
        </a:p>
      </dgm:t>
    </dgm:pt>
    <dgm:pt modelId="{5646E3A2-EFA1-2140-A7B5-2EBFD80D3721}" type="sibTrans" cxnId="{9150FCF5-A69A-874A-A1F6-687332A3F91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5A49F443-7DCD-2A4D-BAC8-95ABA9989655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Diseño</a:t>
          </a:r>
        </a:p>
      </dgm:t>
    </dgm:pt>
    <dgm:pt modelId="{4F1E34E8-BA60-1344-B028-613F8F68198C}" type="parTrans" cxnId="{4E71E6AF-B554-194E-9746-FEF7D02A71A8}">
      <dgm:prSet/>
      <dgm:spPr/>
      <dgm:t>
        <a:bodyPr/>
        <a:lstStyle/>
        <a:p>
          <a:endParaRPr lang="es-MX" sz="1600"/>
        </a:p>
      </dgm:t>
    </dgm:pt>
    <dgm:pt modelId="{50A1BCDD-4C30-F641-A3AE-660DBD3D3653}" type="sibTrans" cxnId="{4E71E6AF-B554-194E-9746-FEF7D02A71A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3652B111-0432-D74C-AD53-ACDAA9D1EB08}">
      <dgm:prSet phldrT="[Texto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Implementación</a:t>
          </a:r>
        </a:p>
      </dgm:t>
    </dgm:pt>
    <dgm:pt modelId="{6A0BE8F5-2315-9641-A947-5D0E6E619776}" type="parTrans" cxnId="{0F4E0C03-7C46-A44F-8054-29A15D80EF3F}">
      <dgm:prSet/>
      <dgm:spPr/>
      <dgm:t>
        <a:bodyPr/>
        <a:lstStyle/>
        <a:p>
          <a:endParaRPr lang="es-MX" sz="1600"/>
        </a:p>
      </dgm:t>
    </dgm:pt>
    <dgm:pt modelId="{812BFA39-031A-2841-B501-B3F5AB833D44}" type="sibTrans" cxnId="{0F4E0C03-7C46-A44F-8054-29A15D80EF3F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D289C5CF-062E-0C4D-B29D-4DE44F2683B0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Despliegue</a:t>
          </a:r>
        </a:p>
      </dgm:t>
    </dgm:pt>
    <dgm:pt modelId="{C5FCE0F9-3729-3B4A-A1E7-43F06234D4BC}" type="parTrans" cxnId="{1E6A6F1C-FF0D-4A42-9526-A859BE13F793}">
      <dgm:prSet/>
      <dgm:spPr/>
      <dgm:t>
        <a:bodyPr/>
        <a:lstStyle/>
        <a:p>
          <a:endParaRPr lang="es-MX" sz="1600"/>
        </a:p>
      </dgm:t>
    </dgm:pt>
    <dgm:pt modelId="{EE3A70BD-14B4-6640-9B54-AB3C36C718D6}" type="sibTrans" cxnId="{1E6A6F1C-FF0D-4A42-9526-A859BE13F793}">
      <dgm:prSet/>
      <dgm:spPr/>
      <dgm:t>
        <a:bodyPr/>
        <a:lstStyle/>
        <a:p>
          <a:endParaRPr lang="es-MX" sz="1600"/>
        </a:p>
      </dgm:t>
    </dgm:pt>
    <dgm:pt modelId="{5B54EC80-1D1D-7342-8873-D199043035BB}" type="pres">
      <dgm:prSet presAssocID="{59DE8669-B374-6F4B-91FE-1223C007FA12}" presName="outerComposite" presStyleCnt="0">
        <dgm:presLayoutVars>
          <dgm:chMax val="5"/>
          <dgm:dir/>
          <dgm:resizeHandles val="exact"/>
        </dgm:presLayoutVars>
      </dgm:prSet>
      <dgm:spPr/>
    </dgm:pt>
    <dgm:pt modelId="{EB43506A-23D5-604C-ADEC-91F0ACD7098B}" type="pres">
      <dgm:prSet presAssocID="{59DE8669-B374-6F4B-91FE-1223C007FA12}" presName="dummyMaxCanvas" presStyleCnt="0">
        <dgm:presLayoutVars/>
      </dgm:prSet>
      <dgm:spPr/>
    </dgm:pt>
    <dgm:pt modelId="{F4A84934-567C-1D4B-9CF7-C65104A7A134}" type="pres">
      <dgm:prSet presAssocID="{59DE8669-B374-6F4B-91FE-1223C007FA12}" presName="FourNodes_1" presStyleLbl="node1" presStyleIdx="0" presStyleCnt="4" custLinFactNeighborX="-463" custLinFactNeighborY="-14242">
        <dgm:presLayoutVars>
          <dgm:bulletEnabled val="1"/>
        </dgm:presLayoutVars>
      </dgm:prSet>
      <dgm:spPr/>
    </dgm:pt>
    <dgm:pt modelId="{04D466C9-38A4-3249-B5B7-F91B78C250E0}" type="pres">
      <dgm:prSet presAssocID="{59DE8669-B374-6F4B-91FE-1223C007FA12}" presName="FourNodes_2" presStyleLbl="node1" presStyleIdx="1" presStyleCnt="4">
        <dgm:presLayoutVars>
          <dgm:bulletEnabled val="1"/>
        </dgm:presLayoutVars>
      </dgm:prSet>
      <dgm:spPr/>
    </dgm:pt>
    <dgm:pt modelId="{FA5ABE27-9F67-564F-A4E4-5C901A812555}" type="pres">
      <dgm:prSet presAssocID="{59DE8669-B374-6F4B-91FE-1223C007FA12}" presName="FourNodes_3" presStyleLbl="node1" presStyleIdx="2" presStyleCnt="4">
        <dgm:presLayoutVars>
          <dgm:bulletEnabled val="1"/>
        </dgm:presLayoutVars>
      </dgm:prSet>
      <dgm:spPr/>
    </dgm:pt>
    <dgm:pt modelId="{DF9C171E-9671-594F-9D7F-BB07195BCC45}" type="pres">
      <dgm:prSet presAssocID="{59DE8669-B374-6F4B-91FE-1223C007FA12}" presName="FourNodes_4" presStyleLbl="node1" presStyleIdx="3" presStyleCnt="4">
        <dgm:presLayoutVars>
          <dgm:bulletEnabled val="1"/>
        </dgm:presLayoutVars>
      </dgm:prSet>
      <dgm:spPr/>
    </dgm:pt>
    <dgm:pt modelId="{6AFAE149-371F-7548-88A0-F8C11B919F5D}" type="pres">
      <dgm:prSet presAssocID="{59DE8669-B374-6F4B-91FE-1223C007FA12}" presName="FourConn_1-2" presStyleLbl="fgAccFollowNode1" presStyleIdx="0" presStyleCnt="3">
        <dgm:presLayoutVars>
          <dgm:bulletEnabled val="1"/>
        </dgm:presLayoutVars>
      </dgm:prSet>
      <dgm:spPr/>
    </dgm:pt>
    <dgm:pt modelId="{9D1082EF-740C-0E43-9DC6-10C57B704961}" type="pres">
      <dgm:prSet presAssocID="{59DE8669-B374-6F4B-91FE-1223C007FA12}" presName="FourConn_2-3" presStyleLbl="fgAccFollowNode1" presStyleIdx="1" presStyleCnt="3">
        <dgm:presLayoutVars>
          <dgm:bulletEnabled val="1"/>
        </dgm:presLayoutVars>
      </dgm:prSet>
      <dgm:spPr/>
    </dgm:pt>
    <dgm:pt modelId="{6BD8FC24-E7EC-4747-80BD-E26ED59BF8E7}" type="pres">
      <dgm:prSet presAssocID="{59DE8669-B374-6F4B-91FE-1223C007FA12}" presName="FourConn_3-4" presStyleLbl="fgAccFollowNode1" presStyleIdx="2" presStyleCnt="3">
        <dgm:presLayoutVars>
          <dgm:bulletEnabled val="1"/>
        </dgm:presLayoutVars>
      </dgm:prSet>
      <dgm:spPr/>
    </dgm:pt>
    <dgm:pt modelId="{3900791A-061C-DF4C-B0D0-419B3B6B00CB}" type="pres">
      <dgm:prSet presAssocID="{59DE8669-B374-6F4B-91FE-1223C007FA12}" presName="FourNodes_1_text" presStyleLbl="node1" presStyleIdx="3" presStyleCnt="4">
        <dgm:presLayoutVars>
          <dgm:bulletEnabled val="1"/>
        </dgm:presLayoutVars>
      </dgm:prSet>
      <dgm:spPr/>
    </dgm:pt>
    <dgm:pt modelId="{69F8C542-7B6F-FD4C-A1BC-6F98A8597A88}" type="pres">
      <dgm:prSet presAssocID="{59DE8669-B374-6F4B-91FE-1223C007FA12}" presName="FourNodes_2_text" presStyleLbl="node1" presStyleIdx="3" presStyleCnt="4">
        <dgm:presLayoutVars>
          <dgm:bulletEnabled val="1"/>
        </dgm:presLayoutVars>
      </dgm:prSet>
      <dgm:spPr/>
    </dgm:pt>
    <dgm:pt modelId="{5FFC688E-46D8-E045-8B07-9F0648887C4B}" type="pres">
      <dgm:prSet presAssocID="{59DE8669-B374-6F4B-91FE-1223C007FA12}" presName="FourNodes_3_text" presStyleLbl="node1" presStyleIdx="3" presStyleCnt="4">
        <dgm:presLayoutVars>
          <dgm:bulletEnabled val="1"/>
        </dgm:presLayoutVars>
      </dgm:prSet>
      <dgm:spPr/>
    </dgm:pt>
    <dgm:pt modelId="{B0D17AE4-AFCD-434E-9F34-7A149F986FC0}" type="pres">
      <dgm:prSet presAssocID="{59DE8669-B374-6F4B-91FE-1223C007FA1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F4E0C03-7C46-A44F-8054-29A15D80EF3F}" srcId="{59DE8669-B374-6F4B-91FE-1223C007FA12}" destId="{3652B111-0432-D74C-AD53-ACDAA9D1EB08}" srcOrd="2" destOrd="0" parTransId="{6A0BE8F5-2315-9641-A947-5D0E6E619776}" sibTransId="{812BFA39-031A-2841-B501-B3F5AB833D44}"/>
    <dgm:cxn modelId="{C3279506-46E1-374B-8FA9-6EE8057D81AD}" type="presOf" srcId="{3652B111-0432-D74C-AD53-ACDAA9D1EB08}" destId="{FA5ABE27-9F67-564F-A4E4-5C901A812555}" srcOrd="0" destOrd="0" presId="urn:microsoft.com/office/officeart/2005/8/layout/vProcess5"/>
    <dgm:cxn modelId="{9C0BEE11-43D0-7344-875D-F3D245BA0B01}" type="presOf" srcId="{6F0DFDA5-3D57-4447-97F7-4A03203113D4}" destId="{3900791A-061C-DF4C-B0D0-419B3B6B00CB}" srcOrd="1" destOrd="0" presId="urn:microsoft.com/office/officeart/2005/8/layout/vProcess5"/>
    <dgm:cxn modelId="{DF8B3012-BA36-7749-90FD-CA3F9F43C32B}" type="presOf" srcId="{5A49F443-7DCD-2A4D-BAC8-95ABA9989655}" destId="{04D466C9-38A4-3249-B5B7-F91B78C250E0}" srcOrd="0" destOrd="0" presId="urn:microsoft.com/office/officeart/2005/8/layout/vProcess5"/>
    <dgm:cxn modelId="{AE6DCF12-0361-0547-BBA6-E79F68D4658F}" type="presOf" srcId="{D289C5CF-062E-0C4D-B29D-4DE44F2683B0}" destId="{DF9C171E-9671-594F-9D7F-BB07195BCC45}" srcOrd="0" destOrd="0" presId="urn:microsoft.com/office/officeart/2005/8/layout/vProcess5"/>
    <dgm:cxn modelId="{1E6A6F1C-FF0D-4A42-9526-A859BE13F793}" srcId="{59DE8669-B374-6F4B-91FE-1223C007FA12}" destId="{D289C5CF-062E-0C4D-B29D-4DE44F2683B0}" srcOrd="3" destOrd="0" parTransId="{C5FCE0F9-3729-3B4A-A1E7-43F06234D4BC}" sibTransId="{EE3A70BD-14B4-6640-9B54-AB3C36C718D6}"/>
    <dgm:cxn modelId="{5F592389-0FB4-654C-9D0F-5E3FC3C29078}" type="presOf" srcId="{5A49F443-7DCD-2A4D-BAC8-95ABA9989655}" destId="{69F8C542-7B6F-FD4C-A1BC-6F98A8597A88}" srcOrd="1" destOrd="0" presId="urn:microsoft.com/office/officeart/2005/8/layout/vProcess5"/>
    <dgm:cxn modelId="{6EEB099B-0BD6-8D47-BE1B-9999B932B6DE}" type="presOf" srcId="{5646E3A2-EFA1-2140-A7B5-2EBFD80D3721}" destId="{6AFAE149-371F-7548-88A0-F8C11B919F5D}" srcOrd="0" destOrd="0" presId="urn:microsoft.com/office/officeart/2005/8/layout/vProcess5"/>
    <dgm:cxn modelId="{68F9F4A1-9C5F-9D4E-97E1-F18B14929D51}" type="presOf" srcId="{50A1BCDD-4C30-F641-A3AE-660DBD3D3653}" destId="{9D1082EF-740C-0E43-9DC6-10C57B704961}" srcOrd="0" destOrd="0" presId="urn:microsoft.com/office/officeart/2005/8/layout/vProcess5"/>
    <dgm:cxn modelId="{4E71E6AF-B554-194E-9746-FEF7D02A71A8}" srcId="{59DE8669-B374-6F4B-91FE-1223C007FA12}" destId="{5A49F443-7DCD-2A4D-BAC8-95ABA9989655}" srcOrd="1" destOrd="0" parTransId="{4F1E34E8-BA60-1344-B028-613F8F68198C}" sibTransId="{50A1BCDD-4C30-F641-A3AE-660DBD3D3653}"/>
    <dgm:cxn modelId="{51A55FC9-306F-8E4C-B329-10DD8E4E320E}" type="presOf" srcId="{812BFA39-031A-2841-B501-B3F5AB833D44}" destId="{6BD8FC24-E7EC-4747-80BD-E26ED59BF8E7}" srcOrd="0" destOrd="0" presId="urn:microsoft.com/office/officeart/2005/8/layout/vProcess5"/>
    <dgm:cxn modelId="{4B6140DC-6F0D-AE4A-83A0-9EBFD064C6AD}" type="presOf" srcId="{59DE8669-B374-6F4B-91FE-1223C007FA12}" destId="{5B54EC80-1D1D-7342-8873-D199043035BB}" srcOrd="0" destOrd="0" presId="urn:microsoft.com/office/officeart/2005/8/layout/vProcess5"/>
    <dgm:cxn modelId="{621C00E2-7EC0-A645-AC38-62942CAAAA89}" type="presOf" srcId="{D289C5CF-062E-0C4D-B29D-4DE44F2683B0}" destId="{B0D17AE4-AFCD-434E-9F34-7A149F986FC0}" srcOrd="1" destOrd="0" presId="urn:microsoft.com/office/officeart/2005/8/layout/vProcess5"/>
    <dgm:cxn modelId="{548D4BE3-EDE6-1347-A5A1-E2FB5D9DCF49}" type="presOf" srcId="{3652B111-0432-D74C-AD53-ACDAA9D1EB08}" destId="{5FFC688E-46D8-E045-8B07-9F0648887C4B}" srcOrd="1" destOrd="0" presId="urn:microsoft.com/office/officeart/2005/8/layout/vProcess5"/>
    <dgm:cxn modelId="{EBF5BDF1-2A69-8043-82FC-4435BBD3CDAC}" type="presOf" srcId="{6F0DFDA5-3D57-4447-97F7-4A03203113D4}" destId="{F4A84934-567C-1D4B-9CF7-C65104A7A134}" srcOrd="0" destOrd="0" presId="urn:microsoft.com/office/officeart/2005/8/layout/vProcess5"/>
    <dgm:cxn modelId="{9150FCF5-A69A-874A-A1F6-687332A3F91A}" srcId="{59DE8669-B374-6F4B-91FE-1223C007FA12}" destId="{6F0DFDA5-3D57-4447-97F7-4A03203113D4}" srcOrd="0" destOrd="0" parTransId="{B0D8F4FD-08E1-B44C-A1E3-30EF4C5027FB}" sibTransId="{5646E3A2-EFA1-2140-A7B5-2EBFD80D3721}"/>
    <dgm:cxn modelId="{2575A5A7-2E52-B047-96B4-25540C21AF47}" type="presParOf" srcId="{5B54EC80-1D1D-7342-8873-D199043035BB}" destId="{EB43506A-23D5-604C-ADEC-91F0ACD7098B}" srcOrd="0" destOrd="0" presId="urn:microsoft.com/office/officeart/2005/8/layout/vProcess5"/>
    <dgm:cxn modelId="{291F7618-9555-7C40-962C-D29A9B5CB028}" type="presParOf" srcId="{5B54EC80-1D1D-7342-8873-D199043035BB}" destId="{F4A84934-567C-1D4B-9CF7-C65104A7A134}" srcOrd="1" destOrd="0" presId="urn:microsoft.com/office/officeart/2005/8/layout/vProcess5"/>
    <dgm:cxn modelId="{CC0B66A9-0C4E-5241-8CF7-8F5A915F3751}" type="presParOf" srcId="{5B54EC80-1D1D-7342-8873-D199043035BB}" destId="{04D466C9-38A4-3249-B5B7-F91B78C250E0}" srcOrd="2" destOrd="0" presId="urn:microsoft.com/office/officeart/2005/8/layout/vProcess5"/>
    <dgm:cxn modelId="{798812AF-45FB-184B-BC2B-3CD2EFCED18A}" type="presParOf" srcId="{5B54EC80-1D1D-7342-8873-D199043035BB}" destId="{FA5ABE27-9F67-564F-A4E4-5C901A812555}" srcOrd="3" destOrd="0" presId="urn:microsoft.com/office/officeart/2005/8/layout/vProcess5"/>
    <dgm:cxn modelId="{ED7F74DD-03BA-A147-9A73-8B7EF6C4E2B1}" type="presParOf" srcId="{5B54EC80-1D1D-7342-8873-D199043035BB}" destId="{DF9C171E-9671-594F-9D7F-BB07195BCC45}" srcOrd="4" destOrd="0" presId="urn:microsoft.com/office/officeart/2005/8/layout/vProcess5"/>
    <dgm:cxn modelId="{3A6D300F-5D76-BB44-ADB7-EDCEF4EA7E42}" type="presParOf" srcId="{5B54EC80-1D1D-7342-8873-D199043035BB}" destId="{6AFAE149-371F-7548-88A0-F8C11B919F5D}" srcOrd="5" destOrd="0" presId="urn:microsoft.com/office/officeart/2005/8/layout/vProcess5"/>
    <dgm:cxn modelId="{94D98895-DB33-8542-8E14-E3BA608C5177}" type="presParOf" srcId="{5B54EC80-1D1D-7342-8873-D199043035BB}" destId="{9D1082EF-740C-0E43-9DC6-10C57B704961}" srcOrd="6" destOrd="0" presId="urn:microsoft.com/office/officeart/2005/8/layout/vProcess5"/>
    <dgm:cxn modelId="{0DA0A14F-E1A9-7043-8BB9-BC7AF1CB8804}" type="presParOf" srcId="{5B54EC80-1D1D-7342-8873-D199043035BB}" destId="{6BD8FC24-E7EC-4747-80BD-E26ED59BF8E7}" srcOrd="7" destOrd="0" presId="urn:microsoft.com/office/officeart/2005/8/layout/vProcess5"/>
    <dgm:cxn modelId="{D47B3F2E-A6C3-914C-BFEF-7BDB629AB59F}" type="presParOf" srcId="{5B54EC80-1D1D-7342-8873-D199043035BB}" destId="{3900791A-061C-DF4C-B0D0-419B3B6B00CB}" srcOrd="8" destOrd="0" presId="urn:microsoft.com/office/officeart/2005/8/layout/vProcess5"/>
    <dgm:cxn modelId="{C81E42BF-46EF-BE4E-9C31-D2551735286A}" type="presParOf" srcId="{5B54EC80-1D1D-7342-8873-D199043035BB}" destId="{69F8C542-7B6F-FD4C-A1BC-6F98A8597A88}" srcOrd="9" destOrd="0" presId="urn:microsoft.com/office/officeart/2005/8/layout/vProcess5"/>
    <dgm:cxn modelId="{DF887CA6-3F27-F448-9CF5-96D6BB30F989}" type="presParOf" srcId="{5B54EC80-1D1D-7342-8873-D199043035BB}" destId="{5FFC688E-46D8-E045-8B07-9F0648887C4B}" srcOrd="10" destOrd="0" presId="urn:microsoft.com/office/officeart/2005/8/layout/vProcess5"/>
    <dgm:cxn modelId="{F9DF7EAD-C304-204B-A423-C3F37730A985}" type="presParOf" srcId="{5B54EC80-1D1D-7342-8873-D199043035BB}" destId="{B0D17AE4-AFCD-434E-9F34-7A149F986FC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DE8669-B374-6F4B-91FE-1223C007FA12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F0DFDA5-3D57-4447-97F7-4A03203113D4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Requisitos</a:t>
          </a:r>
        </a:p>
      </dgm:t>
    </dgm:pt>
    <dgm:pt modelId="{B0D8F4FD-08E1-B44C-A1E3-30EF4C5027FB}" type="parTrans" cxnId="{9150FCF5-A69A-874A-A1F6-687332A3F91A}">
      <dgm:prSet/>
      <dgm:spPr/>
      <dgm:t>
        <a:bodyPr/>
        <a:lstStyle/>
        <a:p>
          <a:endParaRPr lang="es-MX" sz="1600"/>
        </a:p>
      </dgm:t>
    </dgm:pt>
    <dgm:pt modelId="{5646E3A2-EFA1-2140-A7B5-2EBFD80D3721}" type="sibTrans" cxnId="{9150FCF5-A69A-874A-A1F6-687332A3F91A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5A49F443-7DCD-2A4D-BAC8-95ABA9989655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Diseño</a:t>
          </a:r>
        </a:p>
      </dgm:t>
    </dgm:pt>
    <dgm:pt modelId="{4F1E34E8-BA60-1344-B028-613F8F68198C}" type="parTrans" cxnId="{4E71E6AF-B554-194E-9746-FEF7D02A71A8}">
      <dgm:prSet/>
      <dgm:spPr/>
      <dgm:t>
        <a:bodyPr/>
        <a:lstStyle/>
        <a:p>
          <a:endParaRPr lang="es-MX" sz="1600"/>
        </a:p>
      </dgm:t>
    </dgm:pt>
    <dgm:pt modelId="{50A1BCDD-4C30-F641-A3AE-660DBD3D3653}" type="sibTrans" cxnId="{4E71E6AF-B554-194E-9746-FEF7D02A71A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3652B111-0432-D74C-AD53-ACDAA9D1EB08}">
      <dgm:prSet phldrT="[Texto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Implementación</a:t>
          </a:r>
        </a:p>
      </dgm:t>
    </dgm:pt>
    <dgm:pt modelId="{6A0BE8F5-2315-9641-A947-5D0E6E619776}" type="parTrans" cxnId="{0F4E0C03-7C46-A44F-8054-29A15D80EF3F}">
      <dgm:prSet/>
      <dgm:spPr/>
      <dgm:t>
        <a:bodyPr/>
        <a:lstStyle/>
        <a:p>
          <a:endParaRPr lang="es-MX" sz="1600"/>
        </a:p>
      </dgm:t>
    </dgm:pt>
    <dgm:pt modelId="{812BFA39-031A-2841-B501-B3F5AB833D44}" type="sibTrans" cxnId="{0F4E0C03-7C46-A44F-8054-29A15D80EF3F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s-MX" sz="1600"/>
        </a:p>
      </dgm:t>
    </dgm:pt>
    <dgm:pt modelId="{D289C5CF-062E-0C4D-B29D-4DE44F2683B0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dirty="0"/>
            <a:t>Despliegue</a:t>
          </a:r>
        </a:p>
      </dgm:t>
    </dgm:pt>
    <dgm:pt modelId="{C5FCE0F9-3729-3B4A-A1E7-43F06234D4BC}" type="parTrans" cxnId="{1E6A6F1C-FF0D-4A42-9526-A859BE13F793}">
      <dgm:prSet/>
      <dgm:spPr/>
      <dgm:t>
        <a:bodyPr/>
        <a:lstStyle/>
        <a:p>
          <a:endParaRPr lang="es-MX" sz="1600"/>
        </a:p>
      </dgm:t>
    </dgm:pt>
    <dgm:pt modelId="{EE3A70BD-14B4-6640-9B54-AB3C36C718D6}" type="sibTrans" cxnId="{1E6A6F1C-FF0D-4A42-9526-A859BE13F793}">
      <dgm:prSet/>
      <dgm:spPr/>
      <dgm:t>
        <a:bodyPr/>
        <a:lstStyle/>
        <a:p>
          <a:endParaRPr lang="es-MX" sz="1600"/>
        </a:p>
      </dgm:t>
    </dgm:pt>
    <dgm:pt modelId="{5B54EC80-1D1D-7342-8873-D199043035BB}" type="pres">
      <dgm:prSet presAssocID="{59DE8669-B374-6F4B-91FE-1223C007FA12}" presName="outerComposite" presStyleCnt="0">
        <dgm:presLayoutVars>
          <dgm:chMax val="5"/>
          <dgm:dir/>
          <dgm:resizeHandles val="exact"/>
        </dgm:presLayoutVars>
      </dgm:prSet>
      <dgm:spPr/>
    </dgm:pt>
    <dgm:pt modelId="{EB43506A-23D5-604C-ADEC-91F0ACD7098B}" type="pres">
      <dgm:prSet presAssocID="{59DE8669-B374-6F4B-91FE-1223C007FA12}" presName="dummyMaxCanvas" presStyleCnt="0">
        <dgm:presLayoutVars/>
      </dgm:prSet>
      <dgm:spPr/>
    </dgm:pt>
    <dgm:pt modelId="{F4A84934-567C-1D4B-9CF7-C65104A7A134}" type="pres">
      <dgm:prSet presAssocID="{59DE8669-B374-6F4B-91FE-1223C007FA12}" presName="FourNodes_1" presStyleLbl="node1" presStyleIdx="0" presStyleCnt="4" custLinFactY="-90633" custLinFactNeighborX="-24674" custLinFactNeighborY="-100000">
        <dgm:presLayoutVars>
          <dgm:bulletEnabled val="1"/>
        </dgm:presLayoutVars>
      </dgm:prSet>
      <dgm:spPr/>
    </dgm:pt>
    <dgm:pt modelId="{04D466C9-38A4-3249-B5B7-F91B78C250E0}" type="pres">
      <dgm:prSet presAssocID="{59DE8669-B374-6F4B-91FE-1223C007FA12}" presName="FourNodes_2" presStyleLbl="node1" presStyleIdx="1" presStyleCnt="4">
        <dgm:presLayoutVars>
          <dgm:bulletEnabled val="1"/>
        </dgm:presLayoutVars>
      </dgm:prSet>
      <dgm:spPr/>
    </dgm:pt>
    <dgm:pt modelId="{FA5ABE27-9F67-564F-A4E4-5C901A812555}" type="pres">
      <dgm:prSet presAssocID="{59DE8669-B374-6F4B-91FE-1223C007FA12}" presName="FourNodes_3" presStyleLbl="node1" presStyleIdx="2" presStyleCnt="4">
        <dgm:presLayoutVars>
          <dgm:bulletEnabled val="1"/>
        </dgm:presLayoutVars>
      </dgm:prSet>
      <dgm:spPr/>
    </dgm:pt>
    <dgm:pt modelId="{DF9C171E-9671-594F-9D7F-BB07195BCC45}" type="pres">
      <dgm:prSet presAssocID="{59DE8669-B374-6F4B-91FE-1223C007FA12}" presName="FourNodes_4" presStyleLbl="node1" presStyleIdx="3" presStyleCnt="4">
        <dgm:presLayoutVars>
          <dgm:bulletEnabled val="1"/>
        </dgm:presLayoutVars>
      </dgm:prSet>
      <dgm:spPr/>
    </dgm:pt>
    <dgm:pt modelId="{6AFAE149-371F-7548-88A0-F8C11B919F5D}" type="pres">
      <dgm:prSet presAssocID="{59DE8669-B374-6F4B-91FE-1223C007FA12}" presName="FourConn_1-2" presStyleLbl="fgAccFollowNode1" presStyleIdx="0" presStyleCnt="3">
        <dgm:presLayoutVars>
          <dgm:bulletEnabled val="1"/>
        </dgm:presLayoutVars>
      </dgm:prSet>
      <dgm:spPr/>
    </dgm:pt>
    <dgm:pt modelId="{9D1082EF-740C-0E43-9DC6-10C57B704961}" type="pres">
      <dgm:prSet presAssocID="{59DE8669-B374-6F4B-91FE-1223C007FA12}" presName="FourConn_2-3" presStyleLbl="fgAccFollowNode1" presStyleIdx="1" presStyleCnt="3">
        <dgm:presLayoutVars>
          <dgm:bulletEnabled val="1"/>
        </dgm:presLayoutVars>
      </dgm:prSet>
      <dgm:spPr/>
    </dgm:pt>
    <dgm:pt modelId="{6BD8FC24-E7EC-4747-80BD-E26ED59BF8E7}" type="pres">
      <dgm:prSet presAssocID="{59DE8669-B374-6F4B-91FE-1223C007FA12}" presName="FourConn_3-4" presStyleLbl="fgAccFollowNode1" presStyleIdx="2" presStyleCnt="3">
        <dgm:presLayoutVars>
          <dgm:bulletEnabled val="1"/>
        </dgm:presLayoutVars>
      </dgm:prSet>
      <dgm:spPr/>
    </dgm:pt>
    <dgm:pt modelId="{3900791A-061C-DF4C-B0D0-419B3B6B00CB}" type="pres">
      <dgm:prSet presAssocID="{59DE8669-B374-6F4B-91FE-1223C007FA12}" presName="FourNodes_1_text" presStyleLbl="node1" presStyleIdx="3" presStyleCnt="4">
        <dgm:presLayoutVars>
          <dgm:bulletEnabled val="1"/>
        </dgm:presLayoutVars>
      </dgm:prSet>
      <dgm:spPr/>
    </dgm:pt>
    <dgm:pt modelId="{69F8C542-7B6F-FD4C-A1BC-6F98A8597A88}" type="pres">
      <dgm:prSet presAssocID="{59DE8669-B374-6F4B-91FE-1223C007FA12}" presName="FourNodes_2_text" presStyleLbl="node1" presStyleIdx="3" presStyleCnt="4">
        <dgm:presLayoutVars>
          <dgm:bulletEnabled val="1"/>
        </dgm:presLayoutVars>
      </dgm:prSet>
      <dgm:spPr/>
    </dgm:pt>
    <dgm:pt modelId="{5FFC688E-46D8-E045-8B07-9F0648887C4B}" type="pres">
      <dgm:prSet presAssocID="{59DE8669-B374-6F4B-91FE-1223C007FA12}" presName="FourNodes_3_text" presStyleLbl="node1" presStyleIdx="3" presStyleCnt="4">
        <dgm:presLayoutVars>
          <dgm:bulletEnabled val="1"/>
        </dgm:presLayoutVars>
      </dgm:prSet>
      <dgm:spPr/>
    </dgm:pt>
    <dgm:pt modelId="{B0D17AE4-AFCD-434E-9F34-7A149F986FC0}" type="pres">
      <dgm:prSet presAssocID="{59DE8669-B374-6F4B-91FE-1223C007FA1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F4E0C03-7C46-A44F-8054-29A15D80EF3F}" srcId="{59DE8669-B374-6F4B-91FE-1223C007FA12}" destId="{3652B111-0432-D74C-AD53-ACDAA9D1EB08}" srcOrd="2" destOrd="0" parTransId="{6A0BE8F5-2315-9641-A947-5D0E6E619776}" sibTransId="{812BFA39-031A-2841-B501-B3F5AB833D44}"/>
    <dgm:cxn modelId="{C3279506-46E1-374B-8FA9-6EE8057D81AD}" type="presOf" srcId="{3652B111-0432-D74C-AD53-ACDAA9D1EB08}" destId="{FA5ABE27-9F67-564F-A4E4-5C901A812555}" srcOrd="0" destOrd="0" presId="urn:microsoft.com/office/officeart/2005/8/layout/vProcess5"/>
    <dgm:cxn modelId="{9C0BEE11-43D0-7344-875D-F3D245BA0B01}" type="presOf" srcId="{6F0DFDA5-3D57-4447-97F7-4A03203113D4}" destId="{3900791A-061C-DF4C-B0D0-419B3B6B00CB}" srcOrd="1" destOrd="0" presId="urn:microsoft.com/office/officeart/2005/8/layout/vProcess5"/>
    <dgm:cxn modelId="{DF8B3012-BA36-7749-90FD-CA3F9F43C32B}" type="presOf" srcId="{5A49F443-7DCD-2A4D-BAC8-95ABA9989655}" destId="{04D466C9-38A4-3249-B5B7-F91B78C250E0}" srcOrd="0" destOrd="0" presId="urn:microsoft.com/office/officeart/2005/8/layout/vProcess5"/>
    <dgm:cxn modelId="{AE6DCF12-0361-0547-BBA6-E79F68D4658F}" type="presOf" srcId="{D289C5CF-062E-0C4D-B29D-4DE44F2683B0}" destId="{DF9C171E-9671-594F-9D7F-BB07195BCC45}" srcOrd="0" destOrd="0" presId="urn:microsoft.com/office/officeart/2005/8/layout/vProcess5"/>
    <dgm:cxn modelId="{1E6A6F1C-FF0D-4A42-9526-A859BE13F793}" srcId="{59DE8669-B374-6F4B-91FE-1223C007FA12}" destId="{D289C5CF-062E-0C4D-B29D-4DE44F2683B0}" srcOrd="3" destOrd="0" parTransId="{C5FCE0F9-3729-3B4A-A1E7-43F06234D4BC}" sibTransId="{EE3A70BD-14B4-6640-9B54-AB3C36C718D6}"/>
    <dgm:cxn modelId="{5F592389-0FB4-654C-9D0F-5E3FC3C29078}" type="presOf" srcId="{5A49F443-7DCD-2A4D-BAC8-95ABA9989655}" destId="{69F8C542-7B6F-FD4C-A1BC-6F98A8597A88}" srcOrd="1" destOrd="0" presId="urn:microsoft.com/office/officeart/2005/8/layout/vProcess5"/>
    <dgm:cxn modelId="{6EEB099B-0BD6-8D47-BE1B-9999B932B6DE}" type="presOf" srcId="{5646E3A2-EFA1-2140-A7B5-2EBFD80D3721}" destId="{6AFAE149-371F-7548-88A0-F8C11B919F5D}" srcOrd="0" destOrd="0" presId="urn:microsoft.com/office/officeart/2005/8/layout/vProcess5"/>
    <dgm:cxn modelId="{68F9F4A1-9C5F-9D4E-97E1-F18B14929D51}" type="presOf" srcId="{50A1BCDD-4C30-F641-A3AE-660DBD3D3653}" destId="{9D1082EF-740C-0E43-9DC6-10C57B704961}" srcOrd="0" destOrd="0" presId="urn:microsoft.com/office/officeart/2005/8/layout/vProcess5"/>
    <dgm:cxn modelId="{4E71E6AF-B554-194E-9746-FEF7D02A71A8}" srcId="{59DE8669-B374-6F4B-91FE-1223C007FA12}" destId="{5A49F443-7DCD-2A4D-BAC8-95ABA9989655}" srcOrd="1" destOrd="0" parTransId="{4F1E34E8-BA60-1344-B028-613F8F68198C}" sibTransId="{50A1BCDD-4C30-F641-A3AE-660DBD3D3653}"/>
    <dgm:cxn modelId="{51A55FC9-306F-8E4C-B329-10DD8E4E320E}" type="presOf" srcId="{812BFA39-031A-2841-B501-B3F5AB833D44}" destId="{6BD8FC24-E7EC-4747-80BD-E26ED59BF8E7}" srcOrd="0" destOrd="0" presId="urn:microsoft.com/office/officeart/2005/8/layout/vProcess5"/>
    <dgm:cxn modelId="{4B6140DC-6F0D-AE4A-83A0-9EBFD064C6AD}" type="presOf" srcId="{59DE8669-B374-6F4B-91FE-1223C007FA12}" destId="{5B54EC80-1D1D-7342-8873-D199043035BB}" srcOrd="0" destOrd="0" presId="urn:microsoft.com/office/officeart/2005/8/layout/vProcess5"/>
    <dgm:cxn modelId="{621C00E2-7EC0-A645-AC38-62942CAAAA89}" type="presOf" srcId="{D289C5CF-062E-0C4D-B29D-4DE44F2683B0}" destId="{B0D17AE4-AFCD-434E-9F34-7A149F986FC0}" srcOrd="1" destOrd="0" presId="urn:microsoft.com/office/officeart/2005/8/layout/vProcess5"/>
    <dgm:cxn modelId="{548D4BE3-EDE6-1347-A5A1-E2FB5D9DCF49}" type="presOf" srcId="{3652B111-0432-D74C-AD53-ACDAA9D1EB08}" destId="{5FFC688E-46D8-E045-8B07-9F0648887C4B}" srcOrd="1" destOrd="0" presId="urn:microsoft.com/office/officeart/2005/8/layout/vProcess5"/>
    <dgm:cxn modelId="{EBF5BDF1-2A69-8043-82FC-4435BBD3CDAC}" type="presOf" srcId="{6F0DFDA5-3D57-4447-97F7-4A03203113D4}" destId="{F4A84934-567C-1D4B-9CF7-C65104A7A134}" srcOrd="0" destOrd="0" presId="urn:microsoft.com/office/officeart/2005/8/layout/vProcess5"/>
    <dgm:cxn modelId="{9150FCF5-A69A-874A-A1F6-687332A3F91A}" srcId="{59DE8669-B374-6F4B-91FE-1223C007FA12}" destId="{6F0DFDA5-3D57-4447-97F7-4A03203113D4}" srcOrd="0" destOrd="0" parTransId="{B0D8F4FD-08E1-B44C-A1E3-30EF4C5027FB}" sibTransId="{5646E3A2-EFA1-2140-A7B5-2EBFD80D3721}"/>
    <dgm:cxn modelId="{2575A5A7-2E52-B047-96B4-25540C21AF47}" type="presParOf" srcId="{5B54EC80-1D1D-7342-8873-D199043035BB}" destId="{EB43506A-23D5-604C-ADEC-91F0ACD7098B}" srcOrd="0" destOrd="0" presId="urn:microsoft.com/office/officeart/2005/8/layout/vProcess5"/>
    <dgm:cxn modelId="{291F7618-9555-7C40-962C-D29A9B5CB028}" type="presParOf" srcId="{5B54EC80-1D1D-7342-8873-D199043035BB}" destId="{F4A84934-567C-1D4B-9CF7-C65104A7A134}" srcOrd="1" destOrd="0" presId="urn:microsoft.com/office/officeart/2005/8/layout/vProcess5"/>
    <dgm:cxn modelId="{CC0B66A9-0C4E-5241-8CF7-8F5A915F3751}" type="presParOf" srcId="{5B54EC80-1D1D-7342-8873-D199043035BB}" destId="{04D466C9-38A4-3249-B5B7-F91B78C250E0}" srcOrd="2" destOrd="0" presId="urn:microsoft.com/office/officeart/2005/8/layout/vProcess5"/>
    <dgm:cxn modelId="{798812AF-45FB-184B-BC2B-3CD2EFCED18A}" type="presParOf" srcId="{5B54EC80-1D1D-7342-8873-D199043035BB}" destId="{FA5ABE27-9F67-564F-A4E4-5C901A812555}" srcOrd="3" destOrd="0" presId="urn:microsoft.com/office/officeart/2005/8/layout/vProcess5"/>
    <dgm:cxn modelId="{ED7F74DD-03BA-A147-9A73-8B7EF6C4E2B1}" type="presParOf" srcId="{5B54EC80-1D1D-7342-8873-D199043035BB}" destId="{DF9C171E-9671-594F-9D7F-BB07195BCC45}" srcOrd="4" destOrd="0" presId="urn:microsoft.com/office/officeart/2005/8/layout/vProcess5"/>
    <dgm:cxn modelId="{3A6D300F-5D76-BB44-ADB7-EDCEF4EA7E42}" type="presParOf" srcId="{5B54EC80-1D1D-7342-8873-D199043035BB}" destId="{6AFAE149-371F-7548-88A0-F8C11B919F5D}" srcOrd="5" destOrd="0" presId="urn:microsoft.com/office/officeart/2005/8/layout/vProcess5"/>
    <dgm:cxn modelId="{94D98895-DB33-8542-8E14-E3BA608C5177}" type="presParOf" srcId="{5B54EC80-1D1D-7342-8873-D199043035BB}" destId="{9D1082EF-740C-0E43-9DC6-10C57B704961}" srcOrd="6" destOrd="0" presId="urn:microsoft.com/office/officeart/2005/8/layout/vProcess5"/>
    <dgm:cxn modelId="{0DA0A14F-E1A9-7043-8BB9-BC7AF1CB8804}" type="presParOf" srcId="{5B54EC80-1D1D-7342-8873-D199043035BB}" destId="{6BD8FC24-E7EC-4747-80BD-E26ED59BF8E7}" srcOrd="7" destOrd="0" presId="urn:microsoft.com/office/officeart/2005/8/layout/vProcess5"/>
    <dgm:cxn modelId="{D47B3F2E-A6C3-914C-BFEF-7BDB629AB59F}" type="presParOf" srcId="{5B54EC80-1D1D-7342-8873-D199043035BB}" destId="{3900791A-061C-DF4C-B0D0-419B3B6B00CB}" srcOrd="8" destOrd="0" presId="urn:microsoft.com/office/officeart/2005/8/layout/vProcess5"/>
    <dgm:cxn modelId="{C81E42BF-46EF-BE4E-9C31-D2551735286A}" type="presParOf" srcId="{5B54EC80-1D1D-7342-8873-D199043035BB}" destId="{69F8C542-7B6F-FD4C-A1BC-6F98A8597A88}" srcOrd="9" destOrd="0" presId="urn:microsoft.com/office/officeart/2005/8/layout/vProcess5"/>
    <dgm:cxn modelId="{DF887CA6-3F27-F448-9CF5-96D6BB30F989}" type="presParOf" srcId="{5B54EC80-1D1D-7342-8873-D199043035BB}" destId="{5FFC688E-46D8-E045-8B07-9F0648887C4B}" srcOrd="10" destOrd="0" presId="urn:microsoft.com/office/officeart/2005/8/layout/vProcess5"/>
    <dgm:cxn modelId="{F9DF7EAD-C304-204B-A423-C3F37730A985}" type="presParOf" srcId="{5B54EC80-1D1D-7342-8873-D199043035BB}" destId="{B0D17AE4-AFCD-434E-9F34-7A149F986FC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B8F576-D935-154C-881B-D21939C23163}" type="doc">
      <dgm:prSet loTypeId="urn:microsoft.com/office/officeart/2005/8/layout/matrix3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MX"/>
        </a:p>
      </dgm:t>
    </dgm:pt>
    <dgm:pt modelId="{D9BA8BC6-628E-844A-9F3B-A5AD23A01CD4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 algn="l"/>
          <a:r>
            <a:rPr lang="es-MX" sz="1400" b="1" dirty="0">
              <a:latin typeface="Century Gothic" panose="020B0502020202020204" pitchFamily="34" charset="0"/>
            </a:rPr>
            <a:t>P</a:t>
          </a:r>
          <a:r>
            <a:rPr lang="es-MX" sz="1400" dirty="0">
              <a:latin typeface="Century Gothic" panose="020B0502020202020204" pitchFamily="34" charset="0"/>
            </a:rPr>
            <a:t>royecto</a:t>
          </a:r>
        </a:p>
      </dgm:t>
    </dgm:pt>
    <dgm:pt modelId="{5FAB3F37-AF91-A24B-9F7E-080287DF95FD}" type="parTrans" cxnId="{F874916E-CF37-E942-9478-70BF8453B3D0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5AC1ADB9-2BC2-8D4F-A55F-B89684D8EF63}" type="sibTrans" cxnId="{F874916E-CF37-E942-9478-70BF8453B3D0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67FD0BDB-0C35-0143-85AA-4082EE4F9AD5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400" b="1" dirty="0">
              <a:latin typeface="Century Gothic" panose="020B0502020202020204" pitchFamily="34" charset="0"/>
            </a:rPr>
            <a:t>P</a:t>
          </a:r>
          <a:r>
            <a:rPr lang="es-MX" sz="1400" b="0" dirty="0">
              <a:latin typeface="Century Gothic" panose="020B0502020202020204" pitchFamily="34" charset="0"/>
            </a:rPr>
            <a:t>roducto</a:t>
          </a:r>
        </a:p>
      </dgm:t>
    </dgm:pt>
    <dgm:pt modelId="{816D0E29-8037-864A-8997-25B1843EAD03}" type="parTrans" cxnId="{2885B70F-C4F2-F248-8C4B-05E86AD31D5A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4FE67DFF-C6F7-304E-AFB8-B5C170302862}" type="sibTrans" cxnId="{2885B70F-C4F2-F248-8C4B-05E86AD31D5A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2E741A98-C5A2-F642-94CD-81B049E02CB8}">
      <dgm:prSet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 algn="l"/>
          <a:r>
            <a:rPr lang="es-MX" sz="1400" dirty="0">
              <a:latin typeface="Century Gothic" panose="020B0502020202020204" pitchFamily="34" charset="0"/>
            </a:rPr>
            <a:t>Su finalidad es producir un producto de software</a:t>
          </a:r>
        </a:p>
      </dgm:t>
    </dgm:pt>
    <dgm:pt modelId="{A9B8FD6F-747B-9E48-933A-663A5A3EB4A4}" type="parTrans" cxnId="{CF0AB3DD-7D67-DD4B-B899-D00185A916BC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64E6BA5F-CB38-2A47-B6DE-EA0E21B1B5FF}" type="sibTrans" cxnId="{CF0AB3DD-7D67-DD4B-B899-D00185A916BC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2DBFC5DF-8EEA-9141-837C-2934743319C9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400" dirty="0">
              <a:latin typeface="Century Gothic" panose="020B0502020202020204" pitchFamily="34" charset="0"/>
            </a:rPr>
            <a:t>Son todos los artefactos que se crean durante el ciclo de vida de un proyecto.</a:t>
          </a:r>
        </a:p>
      </dgm:t>
    </dgm:pt>
    <dgm:pt modelId="{ED0DE1F1-89DE-E240-B15E-D340D399A851}" type="parTrans" cxnId="{3198CB9F-03C0-7941-AFD3-59A846A384FB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6B616B2F-A5AC-2743-AFF4-14610F2D7601}" type="sibTrans" cxnId="{3198CB9F-03C0-7941-AFD3-59A846A384FB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2C4EB2D9-DAB5-CD4B-808A-13C0386F001F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 algn="l"/>
          <a:r>
            <a:rPr lang="es-MX" sz="1400" b="1" dirty="0">
              <a:latin typeface="Century Gothic" panose="020B0502020202020204" pitchFamily="34" charset="0"/>
            </a:rPr>
            <a:t>P</a:t>
          </a:r>
          <a:r>
            <a:rPr lang="es-MX" sz="1400" b="0" dirty="0">
              <a:latin typeface="Century Gothic" panose="020B0502020202020204" pitchFamily="34" charset="0"/>
            </a:rPr>
            <a:t>roceso</a:t>
          </a:r>
        </a:p>
      </dgm:t>
    </dgm:pt>
    <dgm:pt modelId="{E2D39C35-C151-6C45-84A4-F1510EFE0A7E}" type="parTrans" cxnId="{87A4AE5D-A74D-0F42-9B18-9217EC0A1D0F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40D924EC-23E4-0747-9E5E-3924AD37DCF7}" type="sibTrans" cxnId="{87A4AE5D-A74D-0F42-9B18-9217EC0A1D0F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755F5F16-1391-CC4B-99AD-5E7433DCE64C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400" b="1" dirty="0">
              <a:latin typeface="Century Gothic" panose="020B0502020202020204" pitchFamily="34" charset="0"/>
            </a:rPr>
            <a:t>P</a:t>
          </a:r>
          <a:r>
            <a:rPr lang="es-MX" sz="1400" dirty="0">
              <a:latin typeface="Century Gothic" panose="020B0502020202020204" pitchFamily="34" charset="0"/>
            </a:rPr>
            <a:t>ersonas</a:t>
          </a:r>
        </a:p>
      </dgm:t>
    </dgm:pt>
    <dgm:pt modelId="{9BF978E4-B4EE-1545-A0B0-2648E84C5EAD}" type="parTrans" cxnId="{86934783-DC3F-8047-B6C8-4C726F833DD4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71675D83-8FC4-D94B-A598-236BB4821C36}" type="sibTrans" cxnId="{86934783-DC3F-8047-B6C8-4C726F833DD4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87B3E72D-8943-3445-9016-C333938398B7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400" dirty="0">
              <a:latin typeface="Century Gothic" panose="020B0502020202020204" pitchFamily="34" charset="0"/>
            </a:rPr>
            <a:t>La dinámica interpersonal del equipo influye en los logros del proyecto.</a:t>
          </a:r>
        </a:p>
      </dgm:t>
    </dgm:pt>
    <dgm:pt modelId="{6AAC1732-3028-034E-96D8-3841614443C3}" type="parTrans" cxnId="{706D9FBA-8658-B448-85A0-CAC87A135362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CCF55F83-3B73-E242-A942-B8C35BD92CAC}" type="sibTrans" cxnId="{706D9FBA-8658-B448-85A0-CAC87A135362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A4DA74BD-0D27-9E43-BB7C-F5B6B7E32488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 algn="l"/>
          <a:r>
            <a:rPr lang="es-MX" sz="1400" dirty="0">
              <a:latin typeface="Century Gothic" panose="020B0502020202020204" pitchFamily="34" charset="0"/>
            </a:rPr>
            <a:t>Mediante el cual los proyectos producen productos de manera efectiva.</a:t>
          </a:r>
        </a:p>
      </dgm:t>
    </dgm:pt>
    <dgm:pt modelId="{EE165B01-5534-504F-97CF-0D5D9A4D3CBC}" type="sibTrans" cxnId="{AC9FE473-4C32-AA48-BEAF-2436BB0C790F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98619806-398A-0842-AEE8-70491DE3FF1B}" type="parTrans" cxnId="{AC9FE473-4C32-AA48-BEAF-2436BB0C790F}">
      <dgm:prSet/>
      <dgm:spPr/>
      <dgm:t>
        <a:bodyPr/>
        <a:lstStyle/>
        <a:p>
          <a:endParaRPr lang="es-MX" sz="1400">
            <a:latin typeface="Century Gothic" panose="020B0502020202020204" pitchFamily="34" charset="0"/>
          </a:endParaRPr>
        </a:p>
      </dgm:t>
    </dgm:pt>
    <dgm:pt modelId="{BA8C9439-5FA5-0040-A23F-0A4A8690040A}" type="pres">
      <dgm:prSet presAssocID="{58B8F576-D935-154C-881B-D21939C23163}" presName="matrix" presStyleCnt="0">
        <dgm:presLayoutVars>
          <dgm:chMax val="1"/>
          <dgm:dir/>
          <dgm:resizeHandles val="exact"/>
        </dgm:presLayoutVars>
      </dgm:prSet>
      <dgm:spPr/>
    </dgm:pt>
    <dgm:pt modelId="{15C4C7B9-1D25-5244-9BE1-8879CBE5155D}" type="pres">
      <dgm:prSet presAssocID="{58B8F576-D935-154C-881B-D21939C23163}" presName="diamond" presStyleLbl="bgShp" presStyleIdx="0" presStyleCnt="1" custLinFactNeighborX="3779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>
        <a:solidFill>
          <a:srgbClr val="662F62"/>
        </a:solidFill>
      </dgm:spPr>
    </dgm:pt>
    <dgm:pt modelId="{398DFDB6-5C28-164E-B1B5-B77E90D1F916}" type="pres">
      <dgm:prSet presAssocID="{58B8F576-D935-154C-881B-D21939C23163}" presName="quad1" presStyleLbl="node1" presStyleIdx="0" presStyleCnt="4" custScaleX="122401" custScaleY="119316" custLinFactNeighborX="-11015" custLinFactNeighborY="-10209">
        <dgm:presLayoutVars>
          <dgm:chMax val="0"/>
          <dgm:chPref val="0"/>
          <dgm:bulletEnabled val="1"/>
        </dgm:presLayoutVars>
      </dgm:prSet>
      <dgm:spPr/>
    </dgm:pt>
    <dgm:pt modelId="{30B16596-BE33-3841-9DA8-F1EDCB385EE8}" type="pres">
      <dgm:prSet presAssocID="{58B8F576-D935-154C-881B-D21939C23163}" presName="quad2" presStyleLbl="node1" presStyleIdx="1" presStyleCnt="4" custScaleX="122401" custScaleY="119316" custLinFactNeighborX="30394" custLinFactNeighborY="-10209">
        <dgm:presLayoutVars>
          <dgm:chMax val="0"/>
          <dgm:chPref val="0"/>
          <dgm:bulletEnabled val="1"/>
        </dgm:presLayoutVars>
      </dgm:prSet>
      <dgm:spPr/>
    </dgm:pt>
    <dgm:pt modelId="{08DD7F50-C773-1E48-9D0D-E0F68DC6DF55}" type="pres">
      <dgm:prSet presAssocID="{58B8F576-D935-154C-881B-D21939C23163}" presName="quad3" presStyleLbl="node1" presStyleIdx="2" presStyleCnt="4" custScaleX="122401" custScaleY="119316" custLinFactNeighborX="-11015" custLinFactNeighborY="14701">
        <dgm:presLayoutVars>
          <dgm:chMax val="0"/>
          <dgm:chPref val="0"/>
          <dgm:bulletEnabled val="1"/>
        </dgm:presLayoutVars>
      </dgm:prSet>
      <dgm:spPr/>
    </dgm:pt>
    <dgm:pt modelId="{4C0248FC-1D54-0A42-9576-5FCFCEB3FA37}" type="pres">
      <dgm:prSet presAssocID="{58B8F576-D935-154C-881B-D21939C23163}" presName="quad4" presStyleLbl="node1" presStyleIdx="3" presStyleCnt="4" custScaleX="122401" custScaleY="119316" custLinFactNeighborX="30394" custLinFactNeighborY="14701">
        <dgm:presLayoutVars>
          <dgm:chMax val="0"/>
          <dgm:chPref val="0"/>
          <dgm:bulletEnabled val="1"/>
        </dgm:presLayoutVars>
      </dgm:prSet>
      <dgm:spPr/>
    </dgm:pt>
  </dgm:ptLst>
  <dgm:cxnLst>
    <dgm:cxn modelId="{061BA10A-3602-494F-B1C2-E6E6958A0262}" type="presOf" srcId="{67FD0BDB-0C35-0143-85AA-4082EE4F9AD5}" destId="{30B16596-BE33-3841-9DA8-F1EDCB385EE8}" srcOrd="0" destOrd="0" presId="urn:microsoft.com/office/officeart/2005/8/layout/matrix3"/>
    <dgm:cxn modelId="{2885B70F-C4F2-F248-8C4B-05E86AD31D5A}" srcId="{58B8F576-D935-154C-881B-D21939C23163}" destId="{67FD0BDB-0C35-0143-85AA-4082EE4F9AD5}" srcOrd="1" destOrd="0" parTransId="{816D0E29-8037-864A-8997-25B1843EAD03}" sibTransId="{4FE67DFF-C6F7-304E-AFB8-B5C170302862}"/>
    <dgm:cxn modelId="{931F5821-11F2-6649-9010-BC7A78138023}" type="presOf" srcId="{755F5F16-1391-CC4B-99AD-5E7433DCE64C}" destId="{4C0248FC-1D54-0A42-9576-5FCFCEB3FA37}" srcOrd="0" destOrd="0" presId="urn:microsoft.com/office/officeart/2005/8/layout/matrix3"/>
    <dgm:cxn modelId="{A2223125-A3D6-744F-873D-16BEAEC5E287}" type="presOf" srcId="{2C4EB2D9-DAB5-CD4B-808A-13C0386F001F}" destId="{08DD7F50-C773-1E48-9D0D-E0F68DC6DF55}" srcOrd="0" destOrd="0" presId="urn:microsoft.com/office/officeart/2005/8/layout/matrix3"/>
    <dgm:cxn modelId="{9E16A527-223B-EF45-8539-2B3488AC530B}" type="presOf" srcId="{58B8F576-D935-154C-881B-D21939C23163}" destId="{BA8C9439-5FA5-0040-A23F-0A4A8690040A}" srcOrd="0" destOrd="0" presId="urn:microsoft.com/office/officeart/2005/8/layout/matrix3"/>
    <dgm:cxn modelId="{E418A335-63BE-E24D-A3C0-158F97839BEB}" type="presOf" srcId="{2E741A98-C5A2-F642-94CD-81B049E02CB8}" destId="{398DFDB6-5C28-164E-B1B5-B77E90D1F916}" srcOrd="0" destOrd="1" presId="urn:microsoft.com/office/officeart/2005/8/layout/matrix3"/>
    <dgm:cxn modelId="{D43FBE37-65A1-DC46-B65A-78A548374D38}" type="presOf" srcId="{87B3E72D-8943-3445-9016-C333938398B7}" destId="{4C0248FC-1D54-0A42-9576-5FCFCEB3FA37}" srcOrd="0" destOrd="1" presId="urn:microsoft.com/office/officeart/2005/8/layout/matrix3"/>
    <dgm:cxn modelId="{87A4AE5D-A74D-0F42-9B18-9217EC0A1D0F}" srcId="{58B8F576-D935-154C-881B-D21939C23163}" destId="{2C4EB2D9-DAB5-CD4B-808A-13C0386F001F}" srcOrd="2" destOrd="0" parTransId="{E2D39C35-C151-6C45-84A4-F1510EFE0A7E}" sibTransId="{40D924EC-23E4-0747-9E5E-3924AD37DCF7}"/>
    <dgm:cxn modelId="{F874916E-CF37-E942-9478-70BF8453B3D0}" srcId="{58B8F576-D935-154C-881B-D21939C23163}" destId="{D9BA8BC6-628E-844A-9F3B-A5AD23A01CD4}" srcOrd="0" destOrd="0" parTransId="{5FAB3F37-AF91-A24B-9F7E-080287DF95FD}" sibTransId="{5AC1ADB9-2BC2-8D4F-A55F-B89684D8EF63}"/>
    <dgm:cxn modelId="{AC9FE473-4C32-AA48-BEAF-2436BB0C790F}" srcId="{2C4EB2D9-DAB5-CD4B-808A-13C0386F001F}" destId="{A4DA74BD-0D27-9E43-BB7C-F5B6B7E32488}" srcOrd="0" destOrd="0" parTransId="{98619806-398A-0842-AEE8-70491DE3FF1B}" sibTransId="{EE165B01-5534-504F-97CF-0D5D9A4D3CBC}"/>
    <dgm:cxn modelId="{50B8E881-6AA6-DA4F-9F6B-BDCC958155CC}" type="presOf" srcId="{2DBFC5DF-8EEA-9141-837C-2934743319C9}" destId="{30B16596-BE33-3841-9DA8-F1EDCB385EE8}" srcOrd="0" destOrd="1" presId="urn:microsoft.com/office/officeart/2005/8/layout/matrix3"/>
    <dgm:cxn modelId="{86934783-DC3F-8047-B6C8-4C726F833DD4}" srcId="{58B8F576-D935-154C-881B-D21939C23163}" destId="{755F5F16-1391-CC4B-99AD-5E7433DCE64C}" srcOrd="3" destOrd="0" parTransId="{9BF978E4-B4EE-1545-A0B0-2648E84C5EAD}" sibTransId="{71675D83-8FC4-D94B-A598-236BB4821C36}"/>
    <dgm:cxn modelId="{5908B683-06CA-F84F-B8EF-2B05BFF03148}" type="presOf" srcId="{D9BA8BC6-628E-844A-9F3B-A5AD23A01CD4}" destId="{398DFDB6-5C28-164E-B1B5-B77E90D1F916}" srcOrd="0" destOrd="0" presId="urn:microsoft.com/office/officeart/2005/8/layout/matrix3"/>
    <dgm:cxn modelId="{3198CB9F-03C0-7941-AFD3-59A846A384FB}" srcId="{67FD0BDB-0C35-0143-85AA-4082EE4F9AD5}" destId="{2DBFC5DF-8EEA-9141-837C-2934743319C9}" srcOrd="0" destOrd="0" parTransId="{ED0DE1F1-89DE-E240-B15E-D340D399A851}" sibTransId="{6B616B2F-A5AC-2743-AFF4-14610F2D7601}"/>
    <dgm:cxn modelId="{706D9FBA-8658-B448-85A0-CAC87A135362}" srcId="{755F5F16-1391-CC4B-99AD-5E7433DCE64C}" destId="{87B3E72D-8943-3445-9016-C333938398B7}" srcOrd="0" destOrd="0" parTransId="{6AAC1732-3028-034E-96D8-3841614443C3}" sibTransId="{CCF55F83-3B73-E242-A942-B8C35BD92CAC}"/>
    <dgm:cxn modelId="{CF0AB3DD-7D67-DD4B-B899-D00185A916BC}" srcId="{D9BA8BC6-628E-844A-9F3B-A5AD23A01CD4}" destId="{2E741A98-C5A2-F642-94CD-81B049E02CB8}" srcOrd="0" destOrd="0" parTransId="{A9B8FD6F-747B-9E48-933A-663A5A3EB4A4}" sibTransId="{64E6BA5F-CB38-2A47-B6DE-EA0E21B1B5FF}"/>
    <dgm:cxn modelId="{DBA5D8FF-7F28-894B-9754-8E88A81AA90F}" type="presOf" srcId="{A4DA74BD-0D27-9E43-BB7C-F5B6B7E32488}" destId="{08DD7F50-C773-1E48-9D0D-E0F68DC6DF55}" srcOrd="0" destOrd="1" presId="urn:microsoft.com/office/officeart/2005/8/layout/matrix3"/>
    <dgm:cxn modelId="{41599D3B-3193-7645-B4FD-55894D6E34B6}" type="presParOf" srcId="{BA8C9439-5FA5-0040-A23F-0A4A8690040A}" destId="{15C4C7B9-1D25-5244-9BE1-8879CBE5155D}" srcOrd="0" destOrd="0" presId="urn:microsoft.com/office/officeart/2005/8/layout/matrix3"/>
    <dgm:cxn modelId="{37028C96-0D0D-9D45-99AA-019E2FE3E9AC}" type="presParOf" srcId="{BA8C9439-5FA5-0040-A23F-0A4A8690040A}" destId="{398DFDB6-5C28-164E-B1B5-B77E90D1F916}" srcOrd="1" destOrd="0" presId="urn:microsoft.com/office/officeart/2005/8/layout/matrix3"/>
    <dgm:cxn modelId="{20984AF8-F382-AC4A-B4F1-5F17FEB9B041}" type="presParOf" srcId="{BA8C9439-5FA5-0040-A23F-0A4A8690040A}" destId="{30B16596-BE33-3841-9DA8-F1EDCB385EE8}" srcOrd="2" destOrd="0" presId="urn:microsoft.com/office/officeart/2005/8/layout/matrix3"/>
    <dgm:cxn modelId="{0071A816-C319-EC47-B43E-AE65B1B8538C}" type="presParOf" srcId="{BA8C9439-5FA5-0040-A23F-0A4A8690040A}" destId="{08DD7F50-C773-1E48-9D0D-E0F68DC6DF55}" srcOrd="3" destOrd="0" presId="urn:microsoft.com/office/officeart/2005/8/layout/matrix3"/>
    <dgm:cxn modelId="{D8115F55-6E7E-2145-9A9B-06D0F4A07193}" type="presParOf" srcId="{BA8C9439-5FA5-0040-A23F-0A4A8690040A}" destId="{4C0248FC-1D54-0A42-9576-5FCFCEB3FA3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B8F576-D935-154C-881B-D21939C23163}" type="doc">
      <dgm:prSet loTypeId="urn:microsoft.com/office/officeart/2005/8/layout/chevron1" loCatId="" qsTypeId="urn:microsoft.com/office/officeart/2005/8/quickstyle/3d2" qsCatId="3D" csTypeId="urn:microsoft.com/office/officeart/2005/8/colors/accent5_2" csCatId="accent5" phldr="1"/>
      <dgm:spPr/>
      <dgm:t>
        <a:bodyPr/>
        <a:lstStyle/>
        <a:p>
          <a:endParaRPr lang="es-MX"/>
        </a:p>
      </dgm:t>
    </dgm:pt>
    <dgm:pt modelId="{2E741A98-C5A2-F642-94CD-81B049E02CB8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sz="1400" dirty="0">
              <a:solidFill>
                <a:schemeClr val="bg1"/>
              </a:solidFill>
              <a:latin typeface="Century Gothic" panose="020B0502020202020204" pitchFamily="34" charset="0"/>
            </a:rPr>
            <a:t>Se define el alcance del proyecto y se desarrollan los casos de negocio.</a:t>
          </a:r>
          <a:endParaRPr lang="es-MX" sz="14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64E6BA5F-CB38-2A47-B6DE-EA0E21B1B5FF}" type="sibTrans" cxnId="{CF0AB3DD-7D67-DD4B-B899-D00185A916BC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A9B8FD6F-747B-9E48-933A-663A5A3EB4A4}" type="parTrans" cxnId="{CF0AB3DD-7D67-DD4B-B899-D00185A916BC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DBFC5DF-8EEA-9141-837C-2934743319C9}">
      <dgm:prSet phldrT="[Texto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1400" dirty="0">
              <a:solidFill>
                <a:schemeClr val="tx1"/>
              </a:solidFill>
              <a:latin typeface="Century Gothic" panose="020B0502020202020204" pitchFamily="34" charset="0"/>
            </a:rPr>
            <a:t>Se planifica el proyecto, se especifican en detalle la mayoría de los casos de uso y se diseña la arquitectura del sistema.</a:t>
          </a:r>
          <a:endParaRPr lang="es-MX" sz="1400" dirty="0">
            <a:solidFill>
              <a:schemeClr val="tx1"/>
            </a:solidFill>
            <a:latin typeface="Century Gothic" panose="020B0502020202020204" pitchFamily="34" charset="0"/>
          </a:endParaRPr>
        </a:p>
      </dgm:t>
    </dgm:pt>
    <dgm:pt modelId="{6B616B2F-A5AC-2743-AFF4-14610F2D7601}" type="sibTrans" cxnId="{3198CB9F-03C0-7941-AFD3-59A846A384FB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ED0DE1F1-89DE-E240-B15E-D340D399A851}" type="parTrans" cxnId="{3198CB9F-03C0-7941-AFD3-59A846A384FB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7B3E72D-8943-3445-9016-C333938398B7}">
      <dgm:prSet phldrT="[Texto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1400" dirty="0">
              <a:latin typeface="Century Gothic" panose="020B0502020202020204" pitchFamily="34" charset="0"/>
            </a:rPr>
            <a:t>El producto se despliega, se corrigen problemas y se incorporan mejoras sugeridas en la revisión.</a:t>
          </a:r>
          <a:endParaRPr lang="es-MX" sz="1400" dirty="0">
            <a:latin typeface="Century Gothic" panose="020B0502020202020204" pitchFamily="34" charset="0"/>
          </a:endParaRPr>
        </a:p>
      </dgm:t>
    </dgm:pt>
    <dgm:pt modelId="{CCF55F83-3B73-E242-A942-B8C35BD92CAC}" type="sibTrans" cxnId="{706D9FBA-8658-B448-85A0-CAC87A135362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6AAC1732-3028-034E-96D8-3841614443C3}" type="parTrans" cxnId="{706D9FBA-8658-B448-85A0-CAC87A135362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A4DA74BD-0D27-9E43-BB7C-F5B6B7E32488}">
      <dgm:prSet phldrT="[Texto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sz="1400" dirty="0">
              <a:solidFill>
                <a:schemeClr val="bg1"/>
              </a:solidFill>
              <a:latin typeface="Century Gothic" panose="020B0502020202020204" pitchFamily="34" charset="0"/>
            </a:rPr>
            <a:t>Se construye el producto.</a:t>
          </a:r>
          <a:endParaRPr lang="es-MX" sz="1400" dirty="0">
            <a:solidFill>
              <a:schemeClr val="bg1"/>
            </a:solidFill>
            <a:latin typeface="Century Gothic" panose="020B0502020202020204" pitchFamily="34" charset="0"/>
          </a:endParaRPr>
        </a:p>
      </dgm:t>
    </dgm:pt>
    <dgm:pt modelId="{EE165B01-5534-504F-97CF-0D5D9A4D3CBC}" type="sibTrans" cxnId="{AC9FE473-4C32-AA48-BEAF-2436BB0C790F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98619806-398A-0842-AEE8-70491DE3FF1B}" type="parTrans" cxnId="{AC9FE473-4C32-AA48-BEAF-2436BB0C790F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755F5F16-1391-CC4B-99AD-5E7433DCE64C}">
      <dgm:prSet phldrT="[Texto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" sz="1600" b="1" dirty="0" err="1">
              <a:latin typeface="Century Gothic" panose="020B0502020202020204" pitchFamily="34" charset="0"/>
            </a:rPr>
            <a:t>Transición</a:t>
          </a:r>
          <a:endParaRPr lang="es-MX" sz="1600" dirty="0">
            <a:latin typeface="Century Gothic" panose="020B0502020202020204" pitchFamily="34" charset="0"/>
          </a:endParaRPr>
        </a:p>
      </dgm:t>
    </dgm:pt>
    <dgm:pt modelId="{71675D83-8FC4-D94B-A598-236BB4821C36}" type="sibTrans" cxnId="{86934783-DC3F-8047-B6C8-4C726F833DD4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9BF978E4-B4EE-1545-A0B0-2648E84C5EAD}" type="parTrans" cxnId="{86934783-DC3F-8047-B6C8-4C726F833DD4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2C4EB2D9-DAB5-CD4B-808A-13C0386F001F}">
      <dgm:prSet phldrT="[Texto]"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" sz="1600" b="1" dirty="0" err="1">
              <a:latin typeface="Century Gothic" panose="020B0502020202020204" pitchFamily="34" charset="0"/>
            </a:rPr>
            <a:t>Construcción</a:t>
          </a:r>
          <a:endParaRPr lang="es-MX" sz="1600" b="0" dirty="0">
            <a:latin typeface="Century Gothic" panose="020B0502020202020204" pitchFamily="34" charset="0"/>
          </a:endParaRPr>
        </a:p>
      </dgm:t>
    </dgm:pt>
    <dgm:pt modelId="{40D924EC-23E4-0747-9E5E-3924AD37DCF7}" type="sibTrans" cxnId="{87A4AE5D-A74D-0F42-9B18-9217EC0A1D0F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E2D39C35-C151-6C45-84A4-F1510EFE0A7E}" type="parTrans" cxnId="{87A4AE5D-A74D-0F42-9B18-9217EC0A1D0F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67FD0BDB-0C35-0143-85AA-4082EE4F9AD5}">
      <dgm:prSet phldrT="[Texto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" sz="1600" b="1" dirty="0" err="1">
              <a:latin typeface="Century Gothic" panose="020B0502020202020204" pitchFamily="34" charset="0"/>
            </a:rPr>
            <a:t>Elaboración</a:t>
          </a:r>
          <a:endParaRPr lang="es-MX" sz="1600" b="0" dirty="0">
            <a:latin typeface="Century Gothic" panose="020B0502020202020204" pitchFamily="34" charset="0"/>
          </a:endParaRPr>
        </a:p>
      </dgm:t>
    </dgm:pt>
    <dgm:pt modelId="{4FE67DFF-C6F7-304E-AFB8-B5C170302862}" type="sibTrans" cxnId="{2885B70F-C4F2-F248-8C4B-05E86AD31D5A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16D0E29-8037-864A-8997-25B1843EAD03}" type="parTrans" cxnId="{2885B70F-C4F2-F248-8C4B-05E86AD31D5A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D9BA8BC6-628E-844A-9F3B-A5AD23A01CD4}">
      <dgm:prSet phldrT="[Texto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MX" sz="1600" b="1" dirty="0">
              <a:latin typeface="Century Gothic" panose="020B0502020202020204" pitchFamily="34" charset="0"/>
            </a:rPr>
            <a:t>Inicio</a:t>
          </a:r>
          <a:endParaRPr lang="es-MX" sz="1600" dirty="0">
            <a:latin typeface="Century Gothic" panose="020B0502020202020204" pitchFamily="34" charset="0"/>
          </a:endParaRPr>
        </a:p>
      </dgm:t>
    </dgm:pt>
    <dgm:pt modelId="{5AC1ADB9-2BC2-8D4F-A55F-B89684D8EF63}" type="sibTrans" cxnId="{F874916E-CF37-E942-9478-70BF8453B3D0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5FAB3F37-AF91-A24B-9F7E-080287DF95FD}" type="parTrans" cxnId="{F874916E-CF37-E942-9478-70BF8453B3D0}">
      <dgm:prSet/>
      <dgm:spPr/>
      <dgm:t>
        <a:bodyPr/>
        <a:lstStyle/>
        <a:p>
          <a:endParaRPr lang="es-MX" sz="1600">
            <a:latin typeface="Century Gothic" panose="020B0502020202020204" pitchFamily="34" charset="0"/>
          </a:endParaRPr>
        </a:p>
      </dgm:t>
    </dgm:pt>
    <dgm:pt modelId="{8A3A4C56-1245-CC4D-BB57-2127180D2CE9}" type="pres">
      <dgm:prSet presAssocID="{58B8F576-D935-154C-881B-D21939C23163}" presName="Name0" presStyleCnt="0">
        <dgm:presLayoutVars>
          <dgm:dir/>
          <dgm:animLvl val="lvl"/>
          <dgm:resizeHandles val="exact"/>
        </dgm:presLayoutVars>
      </dgm:prSet>
      <dgm:spPr/>
    </dgm:pt>
    <dgm:pt modelId="{114794F8-7DC4-F248-BD36-9CE260901742}" type="pres">
      <dgm:prSet presAssocID="{D9BA8BC6-628E-844A-9F3B-A5AD23A01CD4}" presName="composite" presStyleCnt="0"/>
      <dgm:spPr/>
    </dgm:pt>
    <dgm:pt modelId="{25A3BC29-7462-EA4B-A554-662BFB0B2A81}" type="pres">
      <dgm:prSet presAssocID="{D9BA8BC6-628E-844A-9F3B-A5AD23A01CD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B8D736-4AC1-424D-AB2E-8DC0CB9FF2EF}" type="pres">
      <dgm:prSet presAssocID="{D9BA8BC6-628E-844A-9F3B-A5AD23A01CD4}" presName="desTx" presStyleLbl="revTx" presStyleIdx="0" presStyleCnt="4">
        <dgm:presLayoutVars>
          <dgm:bulletEnabled val="1"/>
        </dgm:presLayoutVars>
      </dgm:prSet>
      <dgm:spPr/>
    </dgm:pt>
    <dgm:pt modelId="{0F099898-DC2E-324F-B728-2861F7FE1D33}" type="pres">
      <dgm:prSet presAssocID="{5AC1ADB9-2BC2-8D4F-A55F-B89684D8EF63}" presName="space" presStyleCnt="0"/>
      <dgm:spPr/>
    </dgm:pt>
    <dgm:pt modelId="{EF986079-5B9F-EF48-B30F-2D6911CB80AF}" type="pres">
      <dgm:prSet presAssocID="{67FD0BDB-0C35-0143-85AA-4082EE4F9AD5}" presName="composite" presStyleCnt="0"/>
      <dgm:spPr/>
    </dgm:pt>
    <dgm:pt modelId="{1BA85DFF-D5EF-3D49-B4B1-35B851E935F1}" type="pres">
      <dgm:prSet presAssocID="{67FD0BDB-0C35-0143-85AA-4082EE4F9AD5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69812A3-B2E9-FE40-8FE9-B58F0911BDB0}" type="pres">
      <dgm:prSet presAssocID="{67FD0BDB-0C35-0143-85AA-4082EE4F9AD5}" presName="desTx" presStyleLbl="revTx" presStyleIdx="1" presStyleCnt="4">
        <dgm:presLayoutVars>
          <dgm:bulletEnabled val="1"/>
        </dgm:presLayoutVars>
      </dgm:prSet>
      <dgm:spPr/>
    </dgm:pt>
    <dgm:pt modelId="{9408E943-E02A-FA4F-8110-24E8137EBD88}" type="pres">
      <dgm:prSet presAssocID="{4FE67DFF-C6F7-304E-AFB8-B5C170302862}" presName="space" presStyleCnt="0"/>
      <dgm:spPr/>
    </dgm:pt>
    <dgm:pt modelId="{08B2C7DC-4DAE-834B-9BA0-CCCAC7545F8E}" type="pres">
      <dgm:prSet presAssocID="{2C4EB2D9-DAB5-CD4B-808A-13C0386F001F}" presName="composite" presStyleCnt="0"/>
      <dgm:spPr/>
    </dgm:pt>
    <dgm:pt modelId="{DC96F400-D3C5-DD48-B751-35210F5FA6EA}" type="pres">
      <dgm:prSet presAssocID="{2C4EB2D9-DAB5-CD4B-808A-13C0386F001F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F9B220-A9FA-734B-A624-2DDC6C1CFA53}" type="pres">
      <dgm:prSet presAssocID="{2C4EB2D9-DAB5-CD4B-808A-13C0386F001F}" presName="desTx" presStyleLbl="revTx" presStyleIdx="2" presStyleCnt="4">
        <dgm:presLayoutVars>
          <dgm:bulletEnabled val="1"/>
        </dgm:presLayoutVars>
      </dgm:prSet>
      <dgm:spPr/>
    </dgm:pt>
    <dgm:pt modelId="{50CF3B4F-6226-AF45-8BC4-2D4FFD9B9806}" type="pres">
      <dgm:prSet presAssocID="{40D924EC-23E4-0747-9E5E-3924AD37DCF7}" presName="space" presStyleCnt="0"/>
      <dgm:spPr/>
    </dgm:pt>
    <dgm:pt modelId="{D455D602-B61E-2449-B72A-C114B4A65BFA}" type="pres">
      <dgm:prSet presAssocID="{755F5F16-1391-CC4B-99AD-5E7433DCE64C}" presName="composite" presStyleCnt="0"/>
      <dgm:spPr/>
    </dgm:pt>
    <dgm:pt modelId="{04A24793-DE66-2845-8E4D-0E3EB2D7A295}" type="pres">
      <dgm:prSet presAssocID="{755F5F16-1391-CC4B-99AD-5E7433DCE64C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C1229CC-2355-8A43-9C7B-ECD6A86DDB4C}" type="pres">
      <dgm:prSet presAssocID="{755F5F16-1391-CC4B-99AD-5E7433DCE64C}" presName="desTx" presStyleLbl="revTx" presStyleIdx="3" presStyleCnt="4">
        <dgm:presLayoutVars>
          <dgm:bulletEnabled val="1"/>
        </dgm:presLayoutVars>
      </dgm:prSet>
      <dgm:spPr/>
    </dgm:pt>
  </dgm:ptLst>
  <dgm:cxnLst>
    <dgm:cxn modelId="{9FD2A702-F99F-F840-8FC0-F8AB4D2E0EA2}" type="presOf" srcId="{87B3E72D-8943-3445-9016-C333938398B7}" destId="{2C1229CC-2355-8A43-9C7B-ECD6A86DDB4C}" srcOrd="0" destOrd="0" presId="urn:microsoft.com/office/officeart/2005/8/layout/chevron1"/>
    <dgm:cxn modelId="{2885B70F-C4F2-F248-8C4B-05E86AD31D5A}" srcId="{58B8F576-D935-154C-881B-D21939C23163}" destId="{67FD0BDB-0C35-0143-85AA-4082EE4F9AD5}" srcOrd="1" destOrd="0" parTransId="{816D0E29-8037-864A-8997-25B1843EAD03}" sibTransId="{4FE67DFF-C6F7-304E-AFB8-B5C170302862}"/>
    <dgm:cxn modelId="{87A4AE5D-A74D-0F42-9B18-9217EC0A1D0F}" srcId="{58B8F576-D935-154C-881B-D21939C23163}" destId="{2C4EB2D9-DAB5-CD4B-808A-13C0386F001F}" srcOrd="2" destOrd="0" parTransId="{E2D39C35-C151-6C45-84A4-F1510EFE0A7E}" sibTransId="{40D924EC-23E4-0747-9E5E-3924AD37DCF7}"/>
    <dgm:cxn modelId="{F874916E-CF37-E942-9478-70BF8453B3D0}" srcId="{58B8F576-D935-154C-881B-D21939C23163}" destId="{D9BA8BC6-628E-844A-9F3B-A5AD23A01CD4}" srcOrd="0" destOrd="0" parTransId="{5FAB3F37-AF91-A24B-9F7E-080287DF95FD}" sibTransId="{5AC1ADB9-2BC2-8D4F-A55F-B89684D8EF63}"/>
    <dgm:cxn modelId="{AC9FE473-4C32-AA48-BEAF-2436BB0C790F}" srcId="{2C4EB2D9-DAB5-CD4B-808A-13C0386F001F}" destId="{A4DA74BD-0D27-9E43-BB7C-F5B6B7E32488}" srcOrd="0" destOrd="0" parTransId="{98619806-398A-0842-AEE8-70491DE3FF1B}" sibTransId="{EE165B01-5534-504F-97CF-0D5D9A4D3CBC}"/>
    <dgm:cxn modelId="{51F1F07E-4EC3-3F44-A81D-1F651C20DAEA}" type="presOf" srcId="{2C4EB2D9-DAB5-CD4B-808A-13C0386F001F}" destId="{DC96F400-D3C5-DD48-B751-35210F5FA6EA}" srcOrd="0" destOrd="0" presId="urn:microsoft.com/office/officeart/2005/8/layout/chevron1"/>
    <dgm:cxn modelId="{86934783-DC3F-8047-B6C8-4C726F833DD4}" srcId="{58B8F576-D935-154C-881B-D21939C23163}" destId="{755F5F16-1391-CC4B-99AD-5E7433DCE64C}" srcOrd="3" destOrd="0" parTransId="{9BF978E4-B4EE-1545-A0B0-2648E84C5EAD}" sibTransId="{71675D83-8FC4-D94B-A598-236BB4821C36}"/>
    <dgm:cxn modelId="{D551B39A-4886-7546-92F5-6ADBAE2DCD31}" type="presOf" srcId="{58B8F576-D935-154C-881B-D21939C23163}" destId="{8A3A4C56-1245-CC4D-BB57-2127180D2CE9}" srcOrd="0" destOrd="0" presId="urn:microsoft.com/office/officeart/2005/8/layout/chevron1"/>
    <dgm:cxn modelId="{C67AFF9B-CDFB-B048-8AB7-3FCD55B3A032}" type="presOf" srcId="{2E741A98-C5A2-F642-94CD-81B049E02CB8}" destId="{D7B8D736-4AC1-424D-AB2E-8DC0CB9FF2EF}" srcOrd="0" destOrd="0" presId="urn:microsoft.com/office/officeart/2005/8/layout/chevron1"/>
    <dgm:cxn modelId="{3198CB9F-03C0-7941-AFD3-59A846A384FB}" srcId="{67FD0BDB-0C35-0143-85AA-4082EE4F9AD5}" destId="{2DBFC5DF-8EEA-9141-837C-2934743319C9}" srcOrd="0" destOrd="0" parTransId="{ED0DE1F1-89DE-E240-B15E-D340D399A851}" sibTransId="{6B616B2F-A5AC-2743-AFF4-14610F2D7601}"/>
    <dgm:cxn modelId="{78D396AA-D61B-8C4A-A1F6-DD42A4A662C4}" type="presOf" srcId="{D9BA8BC6-628E-844A-9F3B-A5AD23A01CD4}" destId="{25A3BC29-7462-EA4B-A554-662BFB0B2A81}" srcOrd="0" destOrd="0" presId="urn:microsoft.com/office/officeart/2005/8/layout/chevron1"/>
    <dgm:cxn modelId="{706D9FBA-8658-B448-85A0-CAC87A135362}" srcId="{755F5F16-1391-CC4B-99AD-5E7433DCE64C}" destId="{87B3E72D-8943-3445-9016-C333938398B7}" srcOrd="0" destOrd="0" parTransId="{6AAC1732-3028-034E-96D8-3841614443C3}" sibTransId="{CCF55F83-3B73-E242-A942-B8C35BD92CAC}"/>
    <dgm:cxn modelId="{DCA878C9-5FDC-1F45-9324-6695F21DC184}" type="presOf" srcId="{755F5F16-1391-CC4B-99AD-5E7433DCE64C}" destId="{04A24793-DE66-2845-8E4D-0E3EB2D7A295}" srcOrd="0" destOrd="0" presId="urn:microsoft.com/office/officeart/2005/8/layout/chevron1"/>
    <dgm:cxn modelId="{0590A5CA-8D1B-2E4E-9262-CBD97E9928D0}" type="presOf" srcId="{2DBFC5DF-8EEA-9141-837C-2934743319C9}" destId="{B69812A3-B2E9-FE40-8FE9-B58F0911BDB0}" srcOrd="0" destOrd="0" presId="urn:microsoft.com/office/officeart/2005/8/layout/chevron1"/>
    <dgm:cxn modelId="{CF0AB3DD-7D67-DD4B-B899-D00185A916BC}" srcId="{D9BA8BC6-628E-844A-9F3B-A5AD23A01CD4}" destId="{2E741A98-C5A2-F642-94CD-81B049E02CB8}" srcOrd="0" destOrd="0" parTransId="{A9B8FD6F-747B-9E48-933A-663A5A3EB4A4}" sibTransId="{64E6BA5F-CB38-2A47-B6DE-EA0E21B1B5FF}"/>
    <dgm:cxn modelId="{126BB6EF-ACD4-4840-AB72-5C16A7B9A29C}" type="presOf" srcId="{A4DA74BD-0D27-9E43-BB7C-F5B6B7E32488}" destId="{A2F9B220-A9FA-734B-A624-2DDC6C1CFA53}" srcOrd="0" destOrd="0" presId="urn:microsoft.com/office/officeart/2005/8/layout/chevron1"/>
    <dgm:cxn modelId="{C55691F8-E6A5-F548-BD18-13FDACFB4EF9}" type="presOf" srcId="{67FD0BDB-0C35-0143-85AA-4082EE4F9AD5}" destId="{1BA85DFF-D5EF-3D49-B4B1-35B851E935F1}" srcOrd="0" destOrd="0" presId="urn:microsoft.com/office/officeart/2005/8/layout/chevron1"/>
    <dgm:cxn modelId="{CBFDC2DB-D884-7641-B2A5-25371B5C05BF}" type="presParOf" srcId="{8A3A4C56-1245-CC4D-BB57-2127180D2CE9}" destId="{114794F8-7DC4-F248-BD36-9CE260901742}" srcOrd="0" destOrd="0" presId="urn:microsoft.com/office/officeart/2005/8/layout/chevron1"/>
    <dgm:cxn modelId="{B34C7293-E339-3748-B0EC-5D566810E13B}" type="presParOf" srcId="{114794F8-7DC4-F248-BD36-9CE260901742}" destId="{25A3BC29-7462-EA4B-A554-662BFB0B2A81}" srcOrd="0" destOrd="0" presId="urn:microsoft.com/office/officeart/2005/8/layout/chevron1"/>
    <dgm:cxn modelId="{9DDD81B9-7743-7B4F-88B6-CE26B66CA52B}" type="presParOf" srcId="{114794F8-7DC4-F248-BD36-9CE260901742}" destId="{D7B8D736-4AC1-424D-AB2E-8DC0CB9FF2EF}" srcOrd="1" destOrd="0" presId="urn:microsoft.com/office/officeart/2005/8/layout/chevron1"/>
    <dgm:cxn modelId="{BBF85EB7-A962-3F45-B21D-2482AA95D8C9}" type="presParOf" srcId="{8A3A4C56-1245-CC4D-BB57-2127180D2CE9}" destId="{0F099898-DC2E-324F-B728-2861F7FE1D33}" srcOrd="1" destOrd="0" presId="urn:microsoft.com/office/officeart/2005/8/layout/chevron1"/>
    <dgm:cxn modelId="{09317E81-6215-9B4A-841B-F06F0931E794}" type="presParOf" srcId="{8A3A4C56-1245-CC4D-BB57-2127180D2CE9}" destId="{EF986079-5B9F-EF48-B30F-2D6911CB80AF}" srcOrd="2" destOrd="0" presId="urn:microsoft.com/office/officeart/2005/8/layout/chevron1"/>
    <dgm:cxn modelId="{6A96F0A8-2CBF-4B48-B960-1F9C33D7F01F}" type="presParOf" srcId="{EF986079-5B9F-EF48-B30F-2D6911CB80AF}" destId="{1BA85DFF-D5EF-3D49-B4B1-35B851E935F1}" srcOrd="0" destOrd="0" presId="urn:microsoft.com/office/officeart/2005/8/layout/chevron1"/>
    <dgm:cxn modelId="{3A1F30A8-4447-7346-84F2-E1DA684D9701}" type="presParOf" srcId="{EF986079-5B9F-EF48-B30F-2D6911CB80AF}" destId="{B69812A3-B2E9-FE40-8FE9-B58F0911BDB0}" srcOrd="1" destOrd="0" presId="urn:microsoft.com/office/officeart/2005/8/layout/chevron1"/>
    <dgm:cxn modelId="{4D6E3B3D-113B-224B-8D94-7C8B0E703F6C}" type="presParOf" srcId="{8A3A4C56-1245-CC4D-BB57-2127180D2CE9}" destId="{9408E943-E02A-FA4F-8110-24E8137EBD88}" srcOrd="3" destOrd="0" presId="urn:microsoft.com/office/officeart/2005/8/layout/chevron1"/>
    <dgm:cxn modelId="{690235F8-11E3-4E43-8B7E-04C2B40CAB58}" type="presParOf" srcId="{8A3A4C56-1245-CC4D-BB57-2127180D2CE9}" destId="{08B2C7DC-4DAE-834B-9BA0-CCCAC7545F8E}" srcOrd="4" destOrd="0" presId="urn:microsoft.com/office/officeart/2005/8/layout/chevron1"/>
    <dgm:cxn modelId="{4B3BB3FA-C389-0148-862E-FFADD2467B41}" type="presParOf" srcId="{08B2C7DC-4DAE-834B-9BA0-CCCAC7545F8E}" destId="{DC96F400-D3C5-DD48-B751-35210F5FA6EA}" srcOrd="0" destOrd="0" presId="urn:microsoft.com/office/officeart/2005/8/layout/chevron1"/>
    <dgm:cxn modelId="{7313FBF7-62FE-2F44-95B3-4C00DEFF95D2}" type="presParOf" srcId="{08B2C7DC-4DAE-834B-9BA0-CCCAC7545F8E}" destId="{A2F9B220-A9FA-734B-A624-2DDC6C1CFA53}" srcOrd="1" destOrd="0" presId="urn:microsoft.com/office/officeart/2005/8/layout/chevron1"/>
    <dgm:cxn modelId="{76F49551-C08C-D74F-8308-BFEEDC58141A}" type="presParOf" srcId="{8A3A4C56-1245-CC4D-BB57-2127180D2CE9}" destId="{50CF3B4F-6226-AF45-8BC4-2D4FFD9B9806}" srcOrd="5" destOrd="0" presId="urn:microsoft.com/office/officeart/2005/8/layout/chevron1"/>
    <dgm:cxn modelId="{AC352198-D5AB-1844-A751-29FD9B45C498}" type="presParOf" srcId="{8A3A4C56-1245-CC4D-BB57-2127180D2CE9}" destId="{D455D602-B61E-2449-B72A-C114B4A65BFA}" srcOrd="6" destOrd="0" presId="urn:microsoft.com/office/officeart/2005/8/layout/chevron1"/>
    <dgm:cxn modelId="{689BB8E3-DF6E-944B-B69C-F188EE619AF1}" type="presParOf" srcId="{D455D602-B61E-2449-B72A-C114B4A65BFA}" destId="{04A24793-DE66-2845-8E4D-0E3EB2D7A295}" srcOrd="0" destOrd="0" presId="urn:microsoft.com/office/officeart/2005/8/layout/chevron1"/>
    <dgm:cxn modelId="{6097D0D8-6E75-E34C-8C17-DB72F4F7F68D}" type="presParOf" srcId="{D455D602-B61E-2449-B72A-C114B4A65BFA}" destId="{2C1229CC-2355-8A43-9C7B-ECD6A86DDB4C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80E38F0-D3CB-6C4A-8266-89147C3C2BDE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147676F5-DEE4-504D-AE46-2D93C7561B63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AR" b="1" i="0" dirty="0">
              <a:solidFill>
                <a:schemeClr val="bg1"/>
              </a:solidFill>
            </a:rPr>
            <a:t>Abstracción</a:t>
          </a:r>
          <a:endParaRPr lang="es-MX" dirty="0">
            <a:solidFill>
              <a:schemeClr val="bg1"/>
            </a:solidFill>
          </a:endParaRPr>
        </a:p>
      </dgm:t>
    </dgm:pt>
    <dgm:pt modelId="{5AA99743-30D7-F84F-B6E6-71DEF25FEE59}" type="parTrans" cxnId="{48AA33E4-B11A-E54F-BDE3-E087B18FB829}">
      <dgm:prSet/>
      <dgm:spPr/>
      <dgm:t>
        <a:bodyPr/>
        <a:lstStyle/>
        <a:p>
          <a:endParaRPr lang="es-MX"/>
        </a:p>
      </dgm:t>
    </dgm:pt>
    <dgm:pt modelId="{A8FB9816-A342-5646-A542-523E6A947673}" type="sibTrans" cxnId="{48AA33E4-B11A-E54F-BDE3-E087B18FB829}">
      <dgm:prSet/>
      <dgm:spPr/>
      <dgm:t>
        <a:bodyPr/>
        <a:lstStyle/>
        <a:p>
          <a:endParaRPr lang="es-MX"/>
        </a:p>
      </dgm:t>
    </dgm:pt>
    <dgm:pt modelId="{934227D1-1AEF-DA44-BABE-2C93290858E1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AR" b="1" i="0" dirty="0">
              <a:solidFill>
                <a:schemeClr val="bg1"/>
              </a:solidFill>
            </a:rPr>
            <a:t>Encapsulamiento</a:t>
          </a:r>
          <a:endParaRPr lang="es-MX" dirty="0">
            <a:solidFill>
              <a:schemeClr val="bg1"/>
            </a:solidFill>
          </a:endParaRPr>
        </a:p>
      </dgm:t>
    </dgm:pt>
    <dgm:pt modelId="{666E6FFD-CDCF-2E43-B21A-D78DA67FD945}" type="parTrans" cxnId="{85931971-7271-5346-A181-10AEF748FF0C}">
      <dgm:prSet/>
      <dgm:spPr/>
      <dgm:t>
        <a:bodyPr/>
        <a:lstStyle/>
        <a:p>
          <a:endParaRPr lang="es-MX"/>
        </a:p>
      </dgm:t>
    </dgm:pt>
    <dgm:pt modelId="{8A6D1CCA-61EE-E34E-819F-C678D96C8A95}" type="sibTrans" cxnId="{85931971-7271-5346-A181-10AEF748FF0C}">
      <dgm:prSet/>
      <dgm:spPr/>
      <dgm:t>
        <a:bodyPr/>
        <a:lstStyle/>
        <a:p>
          <a:endParaRPr lang="es-MX"/>
        </a:p>
      </dgm:t>
    </dgm:pt>
    <dgm:pt modelId="{4E7FDAB3-B702-6B48-983E-C59FA4BE1DB8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AR" b="1" i="0" dirty="0">
              <a:solidFill>
                <a:schemeClr val="bg1"/>
              </a:solidFill>
            </a:rPr>
            <a:t>Herencia</a:t>
          </a:r>
          <a:endParaRPr lang="es-MX" dirty="0">
            <a:solidFill>
              <a:schemeClr val="bg1"/>
            </a:solidFill>
          </a:endParaRPr>
        </a:p>
      </dgm:t>
    </dgm:pt>
    <dgm:pt modelId="{BD9426AA-7A71-8F47-A57E-F41617CFC52F}" type="parTrans" cxnId="{A7C6A044-DDA4-764F-8508-854E07BFFEF2}">
      <dgm:prSet/>
      <dgm:spPr/>
      <dgm:t>
        <a:bodyPr/>
        <a:lstStyle/>
        <a:p>
          <a:endParaRPr lang="es-MX"/>
        </a:p>
      </dgm:t>
    </dgm:pt>
    <dgm:pt modelId="{9A2D0AB8-6C00-054B-BCDD-7CBAE0F65470}" type="sibTrans" cxnId="{A7C6A044-DDA4-764F-8508-854E07BFFEF2}">
      <dgm:prSet/>
      <dgm:spPr/>
      <dgm:t>
        <a:bodyPr/>
        <a:lstStyle/>
        <a:p>
          <a:endParaRPr lang="es-MX"/>
        </a:p>
      </dgm:t>
    </dgm:pt>
    <dgm:pt modelId="{7E72691D-706F-3A45-A93E-D60F6D85B357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AR" b="1" i="0" dirty="0">
              <a:solidFill>
                <a:schemeClr val="bg1"/>
              </a:solidFill>
            </a:rPr>
            <a:t>Polimorfismo</a:t>
          </a:r>
          <a:endParaRPr lang="es-MX" dirty="0">
            <a:solidFill>
              <a:schemeClr val="bg1"/>
            </a:solidFill>
          </a:endParaRPr>
        </a:p>
      </dgm:t>
    </dgm:pt>
    <dgm:pt modelId="{4C7CB9D6-37FB-484C-B8BD-1A739ABE3F8D}" type="parTrans" cxnId="{31FD132D-07A8-B34C-930C-B8A58351A705}">
      <dgm:prSet/>
      <dgm:spPr/>
      <dgm:t>
        <a:bodyPr/>
        <a:lstStyle/>
        <a:p>
          <a:endParaRPr lang="es-MX"/>
        </a:p>
      </dgm:t>
    </dgm:pt>
    <dgm:pt modelId="{0E88B111-BC28-8143-ABF7-D52CFB99D601}" type="sibTrans" cxnId="{31FD132D-07A8-B34C-930C-B8A58351A705}">
      <dgm:prSet/>
      <dgm:spPr/>
      <dgm:t>
        <a:bodyPr/>
        <a:lstStyle/>
        <a:p>
          <a:endParaRPr lang="es-MX"/>
        </a:p>
      </dgm:t>
    </dgm:pt>
    <dgm:pt modelId="{A2450A7E-FE75-AB47-ABAB-84106955ACCB}" type="pres">
      <dgm:prSet presAssocID="{A80E38F0-D3CB-6C4A-8266-89147C3C2BDE}" presName="compositeShape" presStyleCnt="0">
        <dgm:presLayoutVars>
          <dgm:dir/>
          <dgm:resizeHandles/>
        </dgm:presLayoutVars>
      </dgm:prSet>
      <dgm:spPr/>
    </dgm:pt>
    <dgm:pt modelId="{FB60AAA9-2BBC-DE4F-8B81-AB2A6C7C4119}" type="pres">
      <dgm:prSet presAssocID="{A80E38F0-D3CB-6C4A-8266-89147C3C2BDE}" presName="pyramid" presStyleLbl="node1" presStyleIdx="0" presStyleCnt="1" custLinFactNeighborX="88957" custLinFactNeighborY="-16762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BE9CAC44-5716-BB40-9C10-A04963979608}" type="pres">
      <dgm:prSet presAssocID="{A80E38F0-D3CB-6C4A-8266-89147C3C2BDE}" presName="theList" presStyleCnt="0"/>
      <dgm:spPr/>
    </dgm:pt>
    <dgm:pt modelId="{4429A89D-421D-DA49-AFAB-A82673B70AD0}" type="pres">
      <dgm:prSet presAssocID="{147676F5-DEE4-504D-AE46-2D93C7561B63}" presName="aNode" presStyleLbl="fgAcc1" presStyleIdx="0" presStyleCnt="4">
        <dgm:presLayoutVars>
          <dgm:bulletEnabled val="1"/>
        </dgm:presLayoutVars>
      </dgm:prSet>
      <dgm:spPr/>
    </dgm:pt>
    <dgm:pt modelId="{36D050F2-6A95-4746-B3E6-AB25DE9BBC8F}" type="pres">
      <dgm:prSet presAssocID="{147676F5-DEE4-504D-AE46-2D93C7561B63}" presName="aSpace" presStyleCnt="0"/>
      <dgm:spPr/>
    </dgm:pt>
    <dgm:pt modelId="{86F8522A-367A-C04D-A9BF-69B341097C70}" type="pres">
      <dgm:prSet presAssocID="{934227D1-1AEF-DA44-BABE-2C93290858E1}" presName="aNode" presStyleLbl="fgAcc1" presStyleIdx="1" presStyleCnt="4">
        <dgm:presLayoutVars>
          <dgm:bulletEnabled val="1"/>
        </dgm:presLayoutVars>
      </dgm:prSet>
      <dgm:spPr/>
    </dgm:pt>
    <dgm:pt modelId="{215797B8-7C39-D040-AEF5-0DA41732D973}" type="pres">
      <dgm:prSet presAssocID="{934227D1-1AEF-DA44-BABE-2C93290858E1}" presName="aSpace" presStyleCnt="0"/>
      <dgm:spPr/>
    </dgm:pt>
    <dgm:pt modelId="{1D4957D9-354A-694D-A886-BEC282459239}" type="pres">
      <dgm:prSet presAssocID="{4E7FDAB3-B702-6B48-983E-C59FA4BE1DB8}" presName="aNode" presStyleLbl="fgAcc1" presStyleIdx="2" presStyleCnt="4">
        <dgm:presLayoutVars>
          <dgm:bulletEnabled val="1"/>
        </dgm:presLayoutVars>
      </dgm:prSet>
      <dgm:spPr/>
    </dgm:pt>
    <dgm:pt modelId="{7AC10DC6-1834-5D47-9867-E42C1165C8C8}" type="pres">
      <dgm:prSet presAssocID="{4E7FDAB3-B702-6B48-983E-C59FA4BE1DB8}" presName="aSpace" presStyleCnt="0"/>
      <dgm:spPr/>
    </dgm:pt>
    <dgm:pt modelId="{79EACA4C-14E8-634B-B02B-C12587999DE7}" type="pres">
      <dgm:prSet presAssocID="{7E72691D-706F-3A45-A93E-D60F6D85B357}" presName="aNode" presStyleLbl="fgAcc1" presStyleIdx="3" presStyleCnt="4">
        <dgm:presLayoutVars>
          <dgm:bulletEnabled val="1"/>
        </dgm:presLayoutVars>
      </dgm:prSet>
      <dgm:spPr/>
    </dgm:pt>
    <dgm:pt modelId="{3A951A45-D6C2-C34A-8AE6-A494AE2EDCAE}" type="pres">
      <dgm:prSet presAssocID="{7E72691D-706F-3A45-A93E-D60F6D85B357}" presName="aSpace" presStyleCnt="0"/>
      <dgm:spPr/>
    </dgm:pt>
  </dgm:ptLst>
  <dgm:cxnLst>
    <dgm:cxn modelId="{7513391E-2980-2149-8523-F993342C76B3}" type="presOf" srcId="{147676F5-DEE4-504D-AE46-2D93C7561B63}" destId="{4429A89D-421D-DA49-AFAB-A82673B70AD0}" srcOrd="0" destOrd="0" presId="urn:microsoft.com/office/officeart/2005/8/layout/pyramid2"/>
    <dgm:cxn modelId="{31FD132D-07A8-B34C-930C-B8A58351A705}" srcId="{A80E38F0-D3CB-6C4A-8266-89147C3C2BDE}" destId="{7E72691D-706F-3A45-A93E-D60F6D85B357}" srcOrd="3" destOrd="0" parTransId="{4C7CB9D6-37FB-484C-B8BD-1A739ABE3F8D}" sibTransId="{0E88B111-BC28-8143-ABF7-D52CFB99D601}"/>
    <dgm:cxn modelId="{A7C6A044-DDA4-764F-8508-854E07BFFEF2}" srcId="{A80E38F0-D3CB-6C4A-8266-89147C3C2BDE}" destId="{4E7FDAB3-B702-6B48-983E-C59FA4BE1DB8}" srcOrd="2" destOrd="0" parTransId="{BD9426AA-7A71-8F47-A57E-F41617CFC52F}" sibTransId="{9A2D0AB8-6C00-054B-BCDD-7CBAE0F65470}"/>
    <dgm:cxn modelId="{85931971-7271-5346-A181-10AEF748FF0C}" srcId="{A80E38F0-D3CB-6C4A-8266-89147C3C2BDE}" destId="{934227D1-1AEF-DA44-BABE-2C93290858E1}" srcOrd="1" destOrd="0" parTransId="{666E6FFD-CDCF-2E43-B21A-D78DA67FD945}" sibTransId="{8A6D1CCA-61EE-E34E-819F-C678D96C8A95}"/>
    <dgm:cxn modelId="{797F2898-EF6B-8F4C-83B2-5A0A1939D561}" type="presOf" srcId="{A80E38F0-D3CB-6C4A-8266-89147C3C2BDE}" destId="{A2450A7E-FE75-AB47-ABAB-84106955ACCB}" srcOrd="0" destOrd="0" presId="urn:microsoft.com/office/officeart/2005/8/layout/pyramid2"/>
    <dgm:cxn modelId="{F239C3B3-8B36-7B48-A789-CC193D2DE33A}" type="presOf" srcId="{7E72691D-706F-3A45-A93E-D60F6D85B357}" destId="{79EACA4C-14E8-634B-B02B-C12587999DE7}" srcOrd="0" destOrd="0" presId="urn:microsoft.com/office/officeart/2005/8/layout/pyramid2"/>
    <dgm:cxn modelId="{DE3A5EC2-BCD0-7E45-A60C-94CF666439FC}" type="presOf" srcId="{934227D1-1AEF-DA44-BABE-2C93290858E1}" destId="{86F8522A-367A-C04D-A9BF-69B341097C70}" srcOrd="0" destOrd="0" presId="urn:microsoft.com/office/officeart/2005/8/layout/pyramid2"/>
    <dgm:cxn modelId="{35F225DD-C6A1-B249-A7E4-039367AD7DB7}" type="presOf" srcId="{4E7FDAB3-B702-6B48-983E-C59FA4BE1DB8}" destId="{1D4957D9-354A-694D-A886-BEC282459239}" srcOrd="0" destOrd="0" presId="urn:microsoft.com/office/officeart/2005/8/layout/pyramid2"/>
    <dgm:cxn modelId="{48AA33E4-B11A-E54F-BDE3-E087B18FB829}" srcId="{A80E38F0-D3CB-6C4A-8266-89147C3C2BDE}" destId="{147676F5-DEE4-504D-AE46-2D93C7561B63}" srcOrd="0" destOrd="0" parTransId="{5AA99743-30D7-F84F-B6E6-71DEF25FEE59}" sibTransId="{A8FB9816-A342-5646-A542-523E6A947673}"/>
    <dgm:cxn modelId="{5C2E0039-BB38-534C-8684-4B1357C43D9B}" type="presParOf" srcId="{A2450A7E-FE75-AB47-ABAB-84106955ACCB}" destId="{FB60AAA9-2BBC-DE4F-8B81-AB2A6C7C4119}" srcOrd="0" destOrd="0" presId="urn:microsoft.com/office/officeart/2005/8/layout/pyramid2"/>
    <dgm:cxn modelId="{57CDDFC6-0AE2-E04D-B3CC-5B6F5269AA99}" type="presParOf" srcId="{A2450A7E-FE75-AB47-ABAB-84106955ACCB}" destId="{BE9CAC44-5716-BB40-9C10-A04963979608}" srcOrd="1" destOrd="0" presId="urn:microsoft.com/office/officeart/2005/8/layout/pyramid2"/>
    <dgm:cxn modelId="{2276B677-7F1A-4A49-93D1-30966E83AC98}" type="presParOf" srcId="{BE9CAC44-5716-BB40-9C10-A04963979608}" destId="{4429A89D-421D-DA49-AFAB-A82673B70AD0}" srcOrd="0" destOrd="0" presId="urn:microsoft.com/office/officeart/2005/8/layout/pyramid2"/>
    <dgm:cxn modelId="{746CA0F8-E86A-DA48-9FA5-D29063F90954}" type="presParOf" srcId="{BE9CAC44-5716-BB40-9C10-A04963979608}" destId="{36D050F2-6A95-4746-B3E6-AB25DE9BBC8F}" srcOrd="1" destOrd="0" presId="urn:microsoft.com/office/officeart/2005/8/layout/pyramid2"/>
    <dgm:cxn modelId="{5F5C5BFD-5574-B941-A182-362654F77A01}" type="presParOf" srcId="{BE9CAC44-5716-BB40-9C10-A04963979608}" destId="{86F8522A-367A-C04D-A9BF-69B341097C70}" srcOrd="2" destOrd="0" presId="urn:microsoft.com/office/officeart/2005/8/layout/pyramid2"/>
    <dgm:cxn modelId="{5E2A079B-19F2-8D40-B3F5-2949E007A135}" type="presParOf" srcId="{BE9CAC44-5716-BB40-9C10-A04963979608}" destId="{215797B8-7C39-D040-AEF5-0DA41732D973}" srcOrd="3" destOrd="0" presId="urn:microsoft.com/office/officeart/2005/8/layout/pyramid2"/>
    <dgm:cxn modelId="{A1ABA40B-8BC8-0348-8654-B1F0ADB57A54}" type="presParOf" srcId="{BE9CAC44-5716-BB40-9C10-A04963979608}" destId="{1D4957D9-354A-694D-A886-BEC282459239}" srcOrd="4" destOrd="0" presId="urn:microsoft.com/office/officeart/2005/8/layout/pyramid2"/>
    <dgm:cxn modelId="{CD42B748-BF3F-3545-A617-D747C547B458}" type="presParOf" srcId="{BE9CAC44-5716-BB40-9C10-A04963979608}" destId="{7AC10DC6-1834-5D47-9867-E42C1165C8C8}" srcOrd="5" destOrd="0" presId="urn:microsoft.com/office/officeart/2005/8/layout/pyramid2"/>
    <dgm:cxn modelId="{971F3903-942C-2640-B890-9AA0BF836EAB}" type="presParOf" srcId="{BE9CAC44-5716-BB40-9C10-A04963979608}" destId="{79EACA4C-14E8-634B-B02B-C12587999DE7}" srcOrd="6" destOrd="0" presId="urn:microsoft.com/office/officeart/2005/8/layout/pyramid2"/>
    <dgm:cxn modelId="{0161F7EC-BDAB-D543-9CA0-EDC53BF05DF0}" type="presParOf" srcId="{BE9CAC44-5716-BB40-9C10-A04963979608}" destId="{3A951A45-D6C2-C34A-8AE6-A494AE2EDCAE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837B2-9CEE-6E47-88C3-07EB3341000F}">
      <dsp:nvSpPr>
        <dsp:cNvPr id="0" name=""/>
        <dsp:cNvSpPr/>
      </dsp:nvSpPr>
      <dsp:spPr>
        <a:xfrm>
          <a:off x="0" y="0"/>
          <a:ext cx="4020253" cy="70528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Análisis</a:t>
          </a:r>
        </a:p>
      </dsp:txBody>
      <dsp:txXfrm>
        <a:off x="20657" y="20657"/>
        <a:ext cx="3176675" cy="663972"/>
      </dsp:txXfrm>
    </dsp:sp>
    <dsp:sp modelId="{6B1C3AC0-6043-F44E-84F4-DAB4A99BFF57}">
      <dsp:nvSpPr>
        <dsp:cNvPr id="0" name=""/>
        <dsp:cNvSpPr/>
      </dsp:nvSpPr>
      <dsp:spPr>
        <a:xfrm>
          <a:off x="300213" y="803243"/>
          <a:ext cx="4020253" cy="70528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Diseño</a:t>
          </a:r>
        </a:p>
      </dsp:txBody>
      <dsp:txXfrm>
        <a:off x="320870" y="823900"/>
        <a:ext cx="3220289" cy="663972"/>
      </dsp:txXfrm>
    </dsp:sp>
    <dsp:sp modelId="{CF33CABE-ADA0-CE46-8EE5-E37C657DD16B}">
      <dsp:nvSpPr>
        <dsp:cNvPr id="0" name=""/>
        <dsp:cNvSpPr/>
      </dsp:nvSpPr>
      <dsp:spPr>
        <a:xfrm>
          <a:off x="600427" y="1606486"/>
          <a:ext cx="4020253" cy="70528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Implementación</a:t>
          </a:r>
        </a:p>
      </dsp:txBody>
      <dsp:txXfrm>
        <a:off x="621084" y="1627143"/>
        <a:ext cx="3220289" cy="663972"/>
      </dsp:txXfrm>
    </dsp:sp>
    <dsp:sp modelId="{7D32D66D-4E65-8D48-BD2B-6CEE3C868D57}">
      <dsp:nvSpPr>
        <dsp:cNvPr id="0" name=""/>
        <dsp:cNvSpPr/>
      </dsp:nvSpPr>
      <dsp:spPr>
        <a:xfrm>
          <a:off x="900641" y="2409729"/>
          <a:ext cx="4020253" cy="70528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Verificación</a:t>
          </a:r>
        </a:p>
      </dsp:txBody>
      <dsp:txXfrm>
        <a:off x="921298" y="2430386"/>
        <a:ext cx="3220289" cy="663972"/>
      </dsp:txXfrm>
    </dsp:sp>
    <dsp:sp modelId="{DB0FD69D-A9FB-D548-BFCC-0D4A6A5C7CF4}">
      <dsp:nvSpPr>
        <dsp:cNvPr id="0" name=""/>
        <dsp:cNvSpPr/>
      </dsp:nvSpPr>
      <dsp:spPr>
        <a:xfrm>
          <a:off x="1200854" y="3212973"/>
          <a:ext cx="4020253" cy="70528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chemeClr val="bg1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Despliegue y Mantenimiento</a:t>
          </a:r>
          <a:endParaRPr lang="es-MX" sz="16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1221511" y="3233630"/>
        <a:ext cx="3220289" cy="663972"/>
      </dsp:txXfrm>
    </dsp:sp>
    <dsp:sp modelId="{9C373EA2-2B8F-AD43-A931-36E9FEA8C986}">
      <dsp:nvSpPr>
        <dsp:cNvPr id="0" name=""/>
        <dsp:cNvSpPr/>
      </dsp:nvSpPr>
      <dsp:spPr>
        <a:xfrm>
          <a:off x="3561816" y="515251"/>
          <a:ext cx="458436" cy="458436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>
            <a:latin typeface="Century Gothic" panose="020B0502020202020204" pitchFamily="34" charset="0"/>
          </a:endParaRPr>
        </a:p>
      </dsp:txBody>
      <dsp:txXfrm>
        <a:off x="3664964" y="515251"/>
        <a:ext cx="252140" cy="344973"/>
      </dsp:txXfrm>
    </dsp:sp>
    <dsp:sp modelId="{30768873-BFAB-BD47-BF71-D2D5A9B92274}">
      <dsp:nvSpPr>
        <dsp:cNvPr id="0" name=""/>
        <dsp:cNvSpPr/>
      </dsp:nvSpPr>
      <dsp:spPr>
        <a:xfrm>
          <a:off x="3862030" y="1318494"/>
          <a:ext cx="458436" cy="458436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>
            <a:latin typeface="Century Gothic" panose="020B0502020202020204" pitchFamily="34" charset="0"/>
          </a:endParaRPr>
        </a:p>
      </dsp:txBody>
      <dsp:txXfrm>
        <a:off x="3965178" y="1318494"/>
        <a:ext cx="252140" cy="344973"/>
      </dsp:txXfrm>
    </dsp:sp>
    <dsp:sp modelId="{BDF682DE-E7DD-2A41-93B8-46B4B5C1B495}">
      <dsp:nvSpPr>
        <dsp:cNvPr id="0" name=""/>
        <dsp:cNvSpPr/>
      </dsp:nvSpPr>
      <dsp:spPr>
        <a:xfrm>
          <a:off x="4162244" y="2109983"/>
          <a:ext cx="458436" cy="458436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>
            <a:latin typeface="Century Gothic" panose="020B0502020202020204" pitchFamily="34" charset="0"/>
          </a:endParaRPr>
        </a:p>
      </dsp:txBody>
      <dsp:txXfrm>
        <a:off x="4265392" y="2109983"/>
        <a:ext cx="252140" cy="344973"/>
      </dsp:txXfrm>
    </dsp:sp>
    <dsp:sp modelId="{33DC9E54-24B3-B049-84A3-C50129EA5FE2}">
      <dsp:nvSpPr>
        <dsp:cNvPr id="0" name=""/>
        <dsp:cNvSpPr/>
      </dsp:nvSpPr>
      <dsp:spPr>
        <a:xfrm>
          <a:off x="4462457" y="2921062"/>
          <a:ext cx="458436" cy="458436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>
            <a:latin typeface="Century Gothic" panose="020B0502020202020204" pitchFamily="34" charset="0"/>
          </a:endParaRPr>
        </a:p>
      </dsp:txBody>
      <dsp:txXfrm>
        <a:off x="4565605" y="2921062"/>
        <a:ext cx="252140" cy="3449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35A06-28D7-9D48-B385-BD0BA5B5082D}">
      <dsp:nvSpPr>
        <dsp:cNvPr id="0" name=""/>
        <dsp:cNvSpPr/>
      </dsp:nvSpPr>
      <dsp:spPr>
        <a:xfrm>
          <a:off x="780129" y="-19516"/>
          <a:ext cx="3728780" cy="3728780"/>
        </a:xfrm>
        <a:prstGeom prst="circularArrow">
          <a:avLst>
            <a:gd name="adj1" fmla="val 5544"/>
            <a:gd name="adj2" fmla="val 330680"/>
            <a:gd name="adj3" fmla="val 13844488"/>
            <a:gd name="adj4" fmla="val 17344377"/>
            <a:gd name="adj5" fmla="val 5757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CDE4ADD6-3FDD-0F4E-9498-178F19120E67}">
      <dsp:nvSpPr>
        <dsp:cNvPr id="0" name=""/>
        <dsp:cNvSpPr/>
      </dsp:nvSpPr>
      <dsp:spPr>
        <a:xfrm>
          <a:off x="1797447" y="1056"/>
          <a:ext cx="1694145" cy="84707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  <a:sym typeface="Arial"/>
            </a:rPr>
            <a:t>Análisis</a:t>
          </a:r>
        </a:p>
      </dsp:txBody>
      <dsp:txXfrm>
        <a:off x="1838798" y="42407"/>
        <a:ext cx="1611443" cy="764370"/>
      </dsp:txXfrm>
    </dsp:sp>
    <dsp:sp modelId="{EB01D0EC-4E33-F545-84D2-D53A0F37F826}">
      <dsp:nvSpPr>
        <dsp:cNvPr id="0" name=""/>
        <dsp:cNvSpPr/>
      </dsp:nvSpPr>
      <dsp:spPr>
        <a:xfrm>
          <a:off x="3309720" y="1099787"/>
          <a:ext cx="1694145" cy="84707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Diseño</a:t>
          </a:r>
        </a:p>
      </dsp:txBody>
      <dsp:txXfrm>
        <a:off x="3351071" y="1141138"/>
        <a:ext cx="1611443" cy="764370"/>
      </dsp:txXfrm>
    </dsp:sp>
    <dsp:sp modelId="{28085737-53C4-6743-8362-09D65462319E}">
      <dsp:nvSpPr>
        <dsp:cNvPr id="0" name=""/>
        <dsp:cNvSpPr/>
      </dsp:nvSpPr>
      <dsp:spPr>
        <a:xfrm>
          <a:off x="2763549" y="2878627"/>
          <a:ext cx="2114124" cy="84707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Implementación</a:t>
          </a:r>
        </a:p>
      </dsp:txBody>
      <dsp:txXfrm>
        <a:off x="2804900" y="2919978"/>
        <a:ext cx="2031422" cy="764370"/>
      </dsp:txXfrm>
    </dsp:sp>
    <dsp:sp modelId="{7E619024-21D5-E54E-AD35-B7842BC12B3B}">
      <dsp:nvSpPr>
        <dsp:cNvPr id="0" name=""/>
        <dsp:cNvSpPr/>
      </dsp:nvSpPr>
      <dsp:spPr>
        <a:xfrm>
          <a:off x="702554" y="2859008"/>
          <a:ext cx="1694145" cy="84707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Verificación</a:t>
          </a:r>
        </a:p>
      </dsp:txBody>
      <dsp:txXfrm>
        <a:off x="743905" y="2900359"/>
        <a:ext cx="1611443" cy="764370"/>
      </dsp:txXfrm>
    </dsp:sp>
    <dsp:sp modelId="{9C0882B4-3EBF-B64A-8467-4BD2EE0D8FFA}">
      <dsp:nvSpPr>
        <dsp:cNvPr id="0" name=""/>
        <dsp:cNvSpPr/>
      </dsp:nvSpPr>
      <dsp:spPr>
        <a:xfrm>
          <a:off x="285173" y="1099787"/>
          <a:ext cx="1694145" cy="84707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0" i="0" u="none" strike="noStrike" kern="1200" cap="none" dirty="0">
              <a:solidFill>
                <a:srgbClr val="FFFFFF"/>
              </a:solidFill>
              <a:latin typeface="Century Gothic" panose="020B0502020202020204" pitchFamily="34" charset="0"/>
              <a:ea typeface="Source Sans Pro"/>
              <a:cs typeface="Arial"/>
            </a:rPr>
            <a:t>Despliegue</a:t>
          </a:r>
        </a:p>
      </dsp:txBody>
      <dsp:txXfrm>
        <a:off x="326524" y="1141138"/>
        <a:ext cx="1611443" cy="7643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84934-567C-1D4B-9CF7-C65104A7A134}">
      <dsp:nvSpPr>
        <dsp:cNvPr id="0" name=""/>
        <dsp:cNvSpPr/>
      </dsp:nvSpPr>
      <dsp:spPr>
        <a:xfrm>
          <a:off x="0" y="0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Requisitos</a:t>
          </a:r>
        </a:p>
      </dsp:txBody>
      <dsp:txXfrm>
        <a:off x="17185" y="17185"/>
        <a:ext cx="2607367" cy="552355"/>
      </dsp:txXfrm>
    </dsp:sp>
    <dsp:sp modelId="{04D466C9-38A4-3249-B5B7-F91B78C250E0}">
      <dsp:nvSpPr>
        <dsp:cNvPr id="0" name=""/>
        <dsp:cNvSpPr/>
      </dsp:nvSpPr>
      <dsp:spPr>
        <a:xfrm>
          <a:off x="275543" y="693403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Diseño</a:t>
          </a:r>
        </a:p>
      </dsp:txBody>
      <dsp:txXfrm>
        <a:off x="292728" y="710588"/>
        <a:ext cx="2598784" cy="552355"/>
      </dsp:txXfrm>
    </dsp:sp>
    <dsp:sp modelId="{FA5ABE27-9F67-564F-A4E4-5C901A812555}">
      <dsp:nvSpPr>
        <dsp:cNvPr id="0" name=""/>
        <dsp:cNvSpPr/>
      </dsp:nvSpPr>
      <dsp:spPr>
        <a:xfrm>
          <a:off x="546974" y="1386806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Implementación</a:t>
          </a:r>
        </a:p>
      </dsp:txBody>
      <dsp:txXfrm>
        <a:off x="564159" y="1403991"/>
        <a:ext cx="2602897" cy="552355"/>
      </dsp:txXfrm>
    </dsp:sp>
    <dsp:sp modelId="{DF9C171E-9671-594F-9D7F-BB07195BCC45}">
      <dsp:nvSpPr>
        <dsp:cNvPr id="0" name=""/>
        <dsp:cNvSpPr/>
      </dsp:nvSpPr>
      <dsp:spPr>
        <a:xfrm>
          <a:off x="822517" y="2080210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Despliegue</a:t>
          </a:r>
        </a:p>
      </dsp:txBody>
      <dsp:txXfrm>
        <a:off x="839702" y="2097395"/>
        <a:ext cx="2598784" cy="552355"/>
      </dsp:txXfrm>
    </dsp:sp>
    <dsp:sp modelId="{6AFAE149-371F-7548-88A0-F8C11B919F5D}">
      <dsp:nvSpPr>
        <dsp:cNvPr id="0" name=""/>
        <dsp:cNvSpPr/>
      </dsp:nvSpPr>
      <dsp:spPr>
        <a:xfrm>
          <a:off x="2908697" y="449378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994505" y="449378"/>
        <a:ext cx="209755" cy="286982"/>
      </dsp:txXfrm>
    </dsp:sp>
    <dsp:sp modelId="{9D1082EF-740C-0E43-9DC6-10C57B704961}">
      <dsp:nvSpPr>
        <dsp:cNvPr id="0" name=""/>
        <dsp:cNvSpPr/>
      </dsp:nvSpPr>
      <dsp:spPr>
        <a:xfrm>
          <a:off x="3184241" y="1142782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3270049" y="1142782"/>
        <a:ext cx="209755" cy="286982"/>
      </dsp:txXfrm>
    </dsp:sp>
    <dsp:sp modelId="{6BD8FC24-E7EC-4747-80BD-E26ED59BF8E7}">
      <dsp:nvSpPr>
        <dsp:cNvPr id="0" name=""/>
        <dsp:cNvSpPr/>
      </dsp:nvSpPr>
      <dsp:spPr>
        <a:xfrm>
          <a:off x="3455671" y="1836185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3541479" y="1836185"/>
        <a:ext cx="209755" cy="2869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84934-567C-1D4B-9CF7-C65104A7A134}">
      <dsp:nvSpPr>
        <dsp:cNvPr id="0" name=""/>
        <dsp:cNvSpPr/>
      </dsp:nvSpPr>
      <dsp:spPr>
        <a:xfrm>
          <a:off x="0" y="0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Requisitos</a:t>
          </a:r>
        </a:p>
      </dsp:txBody>
      <dsp:txXfrm>
        <a:off x="17185" y="17185"/>
        <a:ext cx="2607367" cy="552355"/>
      </dsp:txXfrm>
    </dsp:sp>
    <dsp:sp modelId="{04D466C9-38A4-3249-B5B7-F91B78C250E0}">
      <dsp:nvSpPr>
        <dsp:cNvPr id="0" name=""/>
        <dsp:cNvSpPr/>
      </dsp:nvSpPr>
      <dsp:spPr>
        <a:xfrm>
          <a:off x="275543" y="693403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Diseño</a:t>
          </a:r>
        </a:p>
      </dsp:txBody>
      <dsp:txXfrm>
        <a:off x="292728" y="710588"/>
        <a:ext cx="2598784" cy="552355"/>
      </dsp:txXfrm>
    </dsp:sp>
    <dsp:sp modelId="{FA5ABE27-9F67-564F-A4E4-5C901A812555}">
      <dsp:nvSpPr>
        <dsp:cNvPr id="0" name=""/>
        <dsp:cNvSpPr/>
      </dsp:nvSpPr>
      <dsp:spPr>
        <a:xfrm>
          <a:off x="546974" y="1386806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Implementación</a:t>
          </a:r>
        </a:p>
      </dsp:txBody>
      <dsp:txXfrm>
        <a:off x="564159" y="1403991"/>
        <a:ext cx="2602897" cy="552355"/>
      </dsp:txXfrm>
    </dsp:sp>
    <dsp:sp modelId="{DF9C171E-9671-594F-9D7F-BB07195BCC45}">
      <dsp:nvSpPr>
        <dsp:cNvPr id="0" name=""/>
        <dsp:cNvSpPr/>
      </dsp:nvSpPr>
      <dsp:spPr>
        <a:xfrm>
          <a:off x="822517" y="2080210"/>
          <a:ext cx="3290069" cy="586725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Despliegue</a:t>
          </a:r>
        </a:p>
      </dsp:txBody>
      <dsp:txXfrm>
        <a:off x="839702" y="2097395"/>
        <a:ext cx="2598784" cy="552355"/>
      </dsp:txXfrm>
    </dsp:sp>
    <dsp:sp modelId="{6AFAE149-371F-7548-88A0-F8C11B919F5D}">
      <dsp:nvSpPr>
        <dsp:cNvPr id="0" name=""/>
        <dsp:cNvSpPr/>
      </dsp:nvSpPr>
      <dsp:spPr>
        <a:xfrm>
          <a:off x="2908697" y="449378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2994505" y="449378"/>
        <a:ext cx="209755" cy="286982"/>
      </dsp:txXfrm>
    </dsp:sp>
    <dsp:sp modelId="{9D1082EF-740C-0E43-9DC6-10C57B704961}">
      <dsp:nvSpPr>
        <dsp:cNvPr id="0" name=""/>
        <dsp:cNvSpPr/>
      </dsp:nvSpPr>
      <dsp:spPr>
        <a:xfrm>
          <a:off x="3184241" y="1142782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3270049" y="1142782"/>
        <a:ext cx="209755" cy="286982"/>
      </dsp:txXfrm>
    </dsp:sp>
    <dsp:sp modelId="{6BD8FC24-E7EC-4747-80BD-E26ED59BF8E7}">
      <dsp:nvSpPr>
        <dsp:cNvPr id="0" name=""/>
        <dsp:cNvSpPr/>
      </dsp:nvSpPr>
      <dsp:spPr>
        <a:xfrm>
          <a:off x="3455671" y="1836185"/>
          <a:ext cx="381371" cy="38137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3541479" y="1836185"/>
        <a:ext cx="209755" cy="2869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4C7B9-1D25-5244-9BE1-8879CBE5155D}">
      <dsp:nvSpPr>
        <dsp:cNvPr id="0" name=""/>
        <dsp:cNvSpPr/>
      </dsp:nvSpPr>
      <dsp:spPr>
        <a:xfrm>
          <a:off x="1674226" y="0"/>
          <a:ext cx="4385865" cy="4385865"/>
        </a:xfrm>
        <a:prstGeom prst="diamond">
          <a:avLst/>
        </a:prstGeom>
        <a:solidFill>
          <a:srgbClr val="662F62"/>
        </a:solidFill>
        <a:ln w="19050" cap="rnd" cmpd="sng" algn="ctr">
          <a:solidFill>
            <a:schemeClr val="accent3">
              <a:shade val="50000"/>
            </a:schemeClr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</dsp:sp>
    <dsp:sp modelId="{398DFDB6-5C28-164E-B1B5-B77E90D1F916}">
      <dsp:nvSpPr>
        <dsp:cNvPr id="0" name=""/>
        <dsp:cNvSpPr/>
      </dsp:nvSpPr>
      <dsp:spPr>
        <a:xfrm>
          <a:off x="1545148" y="76834"/>
          <a:ext cx="2093653" cy="2040885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latin typeface="Century Gothic" panose="020B0502020202020204" pitchFamily="34" charset="0"/>
            </a:rPr>
            <a:t>P</a:t>
          </a:r>
          <a:r>
            <a:rPr lang="es-MX" sz="1400" kern="1200" dirty="0">
              <a:latin typeface="Century Gothic" panose="020B0502020202020204" pitchFamily="34" charset="0"/>
            </a:rPr>
            <a:t>royecto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>
              <a:latin typeface="Century Gothic" panose="020B0502020202020204" pitchFamily="34" charset="0"/>
            </a:rPr>
            <a:t>Su finalidad es producir un producto de software</a:t>
          </a:r>
        </a:p>
      </dsp:txBody>
      <dsp:txXfrm>
        <a:off x="1644776" y="176462"/>
        <a:ext cx="1894397" cy="1841629"/>
      </dsp:txXfrm>
    </dsp:sp>
    <dsp:sp modelId="{30B16596-BE33-3841-9DA8-F1EDCB385EE8}">
      <dsp:nvSpPr>
        <dsp:cNvPr id="0" name=""/>
        <dsp:cNvSpPr/>
      </dsp:nvSpPr>
      <dsp:spPr>
        <a:xfrm>
          <a:off x="4095507" y="76834"/>
          <a:ext cx="2093653" cy="2040885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latin typeface="Century Gothic" panose="020B0502020202020204" pitchFamily="34" charset="0"/>
            </a:rPr>
            <a:t>P</a:t>
          </a:r>
          <a:r>
            <a:rPr lang="es-MX" sz="1400" b="0" kern="1200" dirty="0">
              <a:latin typeface="Century Gothic" panose="020B0502020202020204" pitchFamily="34" charset="0"/>
            </a:rPr>
            <a:t>roducto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>
              <a:latin typeface="Century Gothic" panose="020B0502020202020204" pitchFamily="34" charset="0"/>
            </a:rPr>
            <a:t>Son todos los artefactos que se crean durante el ciclo de vida de un proyecto.</a:t>
          </a:r>
        </a:p>
      </dsp:txBody>
      <dsp:txXfrm>
        <a:off x="4195135" y="176462"/>
        <a:ext cx="1894397" cy="1841629"/>
      </dsp:txXfrm>
    </dsp:sp>
    <dsp:sp modelId="{08DD7F50-C773-1E48-9D0D-E0F68DC6DF55}">
      <dsp:nvSpPr>
        <dsp:cNvPr id="0" name=""/>
        <dsp:cNvSpPr/>
      </dsp:nvSpPr>
      <dsp:spPr>
        <a:xfrm>
          <a:off x="1545148" y="2344979"/>
          <a:ext cx="2093653" cy="2040885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latin typeface="Century Gothic" panose="020B0502020202020204" pitchFamily="34" charset="0"/>
            </a:rPr>
            <a:t>P</a:t>
          </a:r>
          <a:r>
            <a:rPr lang="es-MX" sz="1400" b="0" kern="1200" dirty="0">
              <a:latin typeface="Century Gothic" panose="020B0502020202020204" pitchFamily="34" charset="0"/>
            </a:rPr>
            <a:t>roceso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>
              <a:latin typeface="Century Gothic" panose="020B0502020202020204" pitchFamily="34" charset="0"/>
            </a:rPr>
            <a:t>Mediante el cual los proyectos producen productos de manera efectiva.</a:t>
          </a:r>
        </a:p>
      </dsp:txBody>
      <dsp:txXfrm>
        <a:off x="1644776" y="2444607"/>
        <a:ext cx="1894397" cy="1841629"/>
      </dsp:txXfrm>
    </dsp:sp>
    <dsp:sp modelId="{4C0248FC-1D54-0A42-9576-5FCFCEB3FA37}">
      <dsp:nvSpPr>
        <dsp:cNvPr id="0" name=""/>
        <dsp:cNvSpPr/>
      </dsp:nvSpPr>
      <dsp:spPr>
        <a:xfrm>
          <a:off x="4095507" y="2344979"/>
          <a:ext cx="2093653" cy="2040885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>
              <a:latin typeface="Century Gothic" panose="020B0502020202020204" pitchFamily="34" charset="0"/>
            </a:rPr>
            <a:t>P</a:t>
          </a:r>
          <a:r>
            <a:rPr lang="es-MX" sz="1400" kern="1200" dirty="0">
              <a:latin typeface="Century Gothic" panose="020B0502020202020204" pitchFamily="34" charset="0"/>
            </a:rPr>
            <a:t>ersonas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>
              <a:latin typeface="Century Gothic" panose="020B0502020202020204" pitchFamily="34" charset="0"/>
            </a:rPr>
            <a:t>La dinámica interpersonal del equipo influye en los logros del proyecto.</a:t>
          </a:r>
        </a:p>
      </dsp:txBody>
      <dsp:txXfrm>
        <a:off x="4195135" y="2444607"/>
        <a:ext cx="1894397" cy="18416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3BC29-7462-EA4B-A554-662BFB0B2A81}">
      <dsp:nvSpPr>
        <dsp:cNvPr id="0" name=""/>
        <dsp:cNvSpPr/>
      </dsp:nvSpPr>
      <dsp:spPr>
        <a:xfrm>
          <a:off x="1214" y="1107882"/>
          <a:ext cx="2335945" cy="934378"/>
        </a:xfrm>
        <a:prstGeom prst="chevron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latin typeface="Century Gothic" panose="020B0502020202020204" pitchFamily="34" charset="0"/>
            </a:rPr>
            <a:t>Inicio</a:t>
          </a:r>
          <a:endParaRPr lang="es-MX" sz="1600" kern="1200" dirty="0">
            <a:latin typeface="Century Gothic" panose="020B0502020202020204" pitchFamily="34" charset="0"/>
          </a:endParaRPr>
        </a:p>
      </dsp:txBody>
      <dsp:txXfrm>
        <a:off x="468403" y="1107882"/>
        <a:ext cx="1401567" cy="934378"/>
      </dsp:txXfrm>
    </dsp:sp>
    <dsp:sp modelId="{D7B8D736-4AC1-424D-AB2E-8DC0CB9FF2EF}">
      <dsp:nvSpPr>
        <dsp:cNvPr id="0" name=""/>
        <dsp:cNvSpPr/>
      </dsp:nvSpPr>
      <dsp:spPr>
        <a:xfrm>
          <a:off x="1214" y="2159057"/>
          <a:ext cx="1868756" cy="1572187"/>
        </a:xfrm>
        <a:prstGeom prst="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>
              <a:solidFill>
                <a:schemeClr val="bg1"/>
              </a:solidFill>
              <a:latin typeface="Century Gothic" panose="020B0502020202020204" pitchFamily="34" charset="0"/>
            </a:rPr>
            <a:t>Se define el alcance del proyecto y se desarrollan los casos de negocio.</a:t>
          </a:r>
          <a:endParaRPr lang="es-MX" sz="14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1214" y="2159057"/>
        <a:ext cx="1868756" cy="1572187"/>
      </dsp:txXfrm>
    </dsp:sp>
    <dsp:sp modelId="{1BA85DFF-D5EF-3D49-B4B1-35B851E935F1}">
      <dsp:nvSpPr>
        <dsp:cNvPr id="0" name=""/>
        <dsp:cNvSpPr/>
      </dsp:nvSpPr>
      <dsp:spPr>
        <a:xfrm>
          <a:off x="2121159" y="1107882"/>
          <a:ext cx="2335945" cy="934378"/>
        </a:xfrm>
        <a:prstGeom prst="chevron">
          <a:avLst/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kern="1200" dirty="0" err="1">
              <a:latin typeface="Century Gothic" panose="020B0502020202020204" pitchFamily="34" charset="0"/>
            </a:rPr>
            <a:t>Elaboración</a:t>
          </a:r>
          <a:endParaRPr lang="es-MX" sz="1600" b="0" kern="1200" dirty="0">
            <a:latin typeface="Century Gothic" panose="020B0502020202020204" pitchFamily="34" charset="0"/>
          </a:endParaRPr>
        </a:p>
      </dsp:txBody>
      <dsp:txXfrm>
        <a:off x="2588348" y="1107882"/>
        <a:ext cx="1401567" cy="934378"/>
      </dsp:txXfrm>
    </dsp:sp>
    <dsp:sp modelId="{B69812A3-B2E9-FE40-8FE9-B58F0911BDB0}">
      <dsp:nvSpPr>
        <dsp:cNvPr id="0" name=""/>
        <dsp:cNvSpPr/>
      </dsp:nvSpPr>
      <dsp:spPr>
        <a:xfrm>
          <a:off x="2121159" y="2159057"/>
          <a:ext cx="1868756" cy="1572187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>
              <a:solidFill>
                <a:schemeClr val="tx1"/>
              </a:solidFill>
              <a:latin typeface="Century Gothic" panose="020B0502020202020204" pitchFamily="34" charset="0"/>
            </a:rPr>
            <a:t>Se planifica el proyecto, se especifican en detalle la mayoría de los casos de uso y se diseña la arquitectura del sistema.</a:t>
          </a:r>
          <a:endParaRPr lang="es-MX" sz="1400" kern="1200" dirty="0">
            <a:solidFill>
              <a:schemeClr val="tx1"/>
            </a:solidFill>
            <a:latin typeface="Century Gothic" panose="020B0502020202020204" pitchFamily="34" charset="0"/>
          </a:endParaRPr>
        </a:p>
      </dsp:txBody>
      <dsp:txXfrm>
        <a:off x="2121159" y="2159057"/>
        <a:ext cx="1868756" cy="1572187"/>
      </dsp:txXfrm>
    </dsp:sp>
    <dsp:sp modelId="{DC96F400-D3C5-DD48-B751-35210F5FA6EA}">
      <dsp:nvSpPr>
        <dsp:cNvPr id="0" name=""/>
        <dsp:cNvSpPr/>
      </dsp:nvSpPr>
      <dsp:spPr>
        <a:xfrm>
          <a:off x="4241105" y="1107882"/>
          <a:ext cx="2335945" cy="934378"/>
        </a:xfrm>
        <a:prstGeom prst="chevron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kern="1200" dirty="0" err="1">
              <a:latin typeface="Century Gothic" panose="020B0502020202020204" pitchFamily="34" charset="0"/>
            </a:rPr>
            <a:t>Construcción</a:t>
          </a:r>
          <a:endParaRPr lang="es-MX" sz="1600" b="0" kern="1200" dirty="0">
            <a:latin typeface="Century Gothic" panose="020B0502020202020204" pitchFamily="34" charset="0"/>
          </a:endParaRPr>
        </a:p>
      </dsp:txBody>
      <dsp:txXfrm>
        <a:off x="4708294" y="1107882"/>
        <a:ext cx="1401567" cy="934378"/>
      </dsp:txXfrm>
    </dsp:sp>
    <dsp:sp modelId="{A2F9B220-A9FA-734B-A624-2DDC6C1CFA53}">
      <dsp:nvSpPr>
        <dsp:cNvPr id="0" name=""/>
        <dsp:cNvSpPr/>
      </dsp:nvSpPr>
      <dsp:spPr>
        <a:xfrm>
          <a:off x="4241105" y="2159057"/>
          <a:ext cx="1868756" cy="1572187"/>
        </a:xfrm>
        <a:prstGeom prst="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1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>
              <a:solidFill>
                <a:schemeClr val="bg1"/>
              </a:solidFill>
              <a:latin typeface="Century Gothic" panose="020B0502020202020204" pitchFamily="34" charset="0"/>
            </a:rPr>
            <a:t>Se construye el producto.</a:t>
          </a:r>
          <a:endParaRPr lang="es-MX" sz="1400" kern="1200" dirty="0">
            <a:solidFill>
              <a:schemeClr val="bg1"/>
            </a:solidFill>
            <a:latin typeface="Century Gothic" panose="020B0502020202020204" pitchFamily="34" charset="0"/>
          </a:endParaRPr>
        </a:p>
      </dsp:txBody>
      <dsp:txXfrm>
        <a:off x="4241105" y="2159057"/>
        <a:ext cx="1868756" cy="1572187"/>
      </dsp:txXfrm>
    </dsp:sp>
    <dsp:sp modelId="{04A24793-DE66-2845-8E4D-0E3EB2D7A295}">
      <dsp:nvSpPr>
        <dsp:cNvPr id="0" name=""/>
        <dsp:cNvSpPr/>
      </dsp:nvSpPr>
      <dsp:spPr>
        <a:xfrm>
          <a:off x="6361050" y="1107882"/>
          <a:ext cx="2335945" cy="934378"/>
        </a:xfrm>
        <a:prstGeom prst="chevron">
          <a:avLst/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600" b="1" kern="1200" dirty="0" err="1">
              <a:latin typeface="Century Gothic" panose="020B0502020202020204" pitchFamily="34" charset="0"/>
            </a:rPr>
            <a:t>Transición</a:t>
          </a:r>
          <a:endParaRPr lang="es-MX" sz="1600" kern="1200" dirty="0">
            <a:latin typeface="Century Gothic" panose="020B0502020202020204" pitchFamily="34" charset="0"/>
          </a:endParaRPr>
        </a:p>
      </dsp:txBody>
      <dsp:txXfrm>
        <a:off x="6828239" y="1107882"/>
        <a:ext cx="1401567" cy="934378"/>
      </dsp:txXfrm>
    </dsp:sp>
    <dsp:sp modelId="{2C1229CC-2355-8A43-9C7B-ECD6A86DDB4C}">
      <dsp:nvSpPr>
        <dsp:cNvPr id="0" name=""/>
        <dsp:cNvSpPr/>
      </dsp:nvSpPr>
      <dsp:spPr>
        <a:xfrm>
          <a:off x="6361050" y="2159057"/>
          <a:ext cx="1868756" cy="1572187"/>
        </a:xfrm>
        <a:prstGeom prst="rect">
          <a:avLst/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>
              <a:latin typeface="Century Gothic" panose="020B0502020202020204" pitchFamily="34" charset="0"/>
            </a:rPr>
            <a:t>El producto se despliega, se corrigen problemas y se incorporan mejoras sugeridas en la revisión.</a:t>
          </a:r>
          <a:endParaRPr lang="es-MX" sz="1400" kern="1200" dirty="0">
            <a:latin typeface="Century Gothic" panose="020B0502020202020204" pitchFamily="34" charset="0"/>
          </a:endParaRPr>
        </a:p>
      </dsp:txBody>
      <dsp:txXfrm>
        <a:off x="6361050" y="2159057"/>
        <a:ext cx="1868756" cy="15721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0AAA9-2BBC-DE4F-8B81-AB2A6C7C4119}">
      <dsp:nvSpPr>
        <dsp:cNvPr id="0" name=""/>
        <dsp:cNvSpPr/>
      </dsp:nvSpPr>
      <dsp:spPr>
        <a:xfrm>
          <a:off x="1908752" y="0"/>
          <a:ext cx="3817507" cy="3817507"/>
        </a:xfrm>
        <a:prstGeom prst="triangle">
          <a:avLst/>
        </a:prstGeom>
        <a:solidFill>
          <a:schemeClr val="lt1"/>
        </a:solidFill>
        <a:ln w="19050" cap="rnd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4429A89D-421D-DA49-AFAB-A82673B70AD0}">
      <dsp:nvSpPr>
        <dsp:cNvPr id="0" name=""/>
        <dsp:cNvSpPr/>
      </dsp:nvSpPr>
      <dsp:spPr>
        <a:xfrm>
          <a:off x="2576816" y="382123"/>
          <a:ext cx="2481379" cy="67850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b="1" i="0" kern="1200" dirty="0">
              <a:solidFill>
                <a:schemeClr val="bg1"/>
              </a:solidFill>
            </a:rPr>
            <a:t>Abstracción</a:t>
          </a:r>
          <a:endParaRPr lang="es-MX" sz="1900" kern="1200" dirty="0">
            <a:solidFill>
              <a:schemeClr val="bg1"/>
            </a:solidFill>
          </a:endParaRPr>
        </a:p>
      </dsp:txBody>
      <dsp:txXfrm>
        <a:off x="2609938" y="415245"/>
        <a:ext cx="2415135" cy="612258"/>
      </dsp:txXfrm>
    </dsp:sp>
    <dsp:sp modelId="{86F8522A-367A-C04D-A9BF-69B341097C70}">
      <dsp:nvSpPr>
        <dsp:cNvPr id="0" name=""/>
        <dsp:cNvSpPr/>
      </dsp:nvSpPr>
      <dsp:spPr>
        <a:xfrm>
          <a:off x="2576816" y="1145438"/>
          <a:ext cx="2481379" cy="67850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b="1" i="0" kern="1200" dirty="0">
              <a:solidFill>
                <a:schemeClr val="bg1"/>
              </a:solidFill>
            </a:rPr>
            <a:t>Encapsulamiento</a:t>
          </a:r>
          <a:endParaRPr lang="es-MX" sz="1900" kern="1200" dirty="0">
            <a:solidFill>
              <a:schemeClr val="bg1"/>
            </a:solidFill>
          </a:endParaRPr>
        </a:p>
      </dsp:txBody>
      <dsp:txXfrm>
        <a:off x="2609938" y="1178560"/>
        <a:ext cx="2415135" cy="612258"/>
      </dsp:txXfrm>
    </dsp:sp>
    <dsp:sp modelId="{1D4957D9-354A-694D-A886-BEC282459239}">
      <dsp:nvSpPr>
        <dsp:cNvPr id="0" name=""/>
        <dsp:cNvSpPr/>
      </dsp:nvSpPr>
      <dsp:spPr>
        <a:xfrm>
          <a:off x="2576816" y="1908753"/>
          <a:ext cx="2481379" cy="67850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b="1" i="0" kern="1200" dirty="0">
              <a:solidFill>
                <a:schemeClr val="bg1"/>
              </a:solidFill>
            </a:rPr>
            <a:t>Herencia</a:t>
          </a:r>
          <a:endParaRPr lang="es-MX" sz="1900" kern="1200" dirty="0">
            <a:solidFill>
              <a:schemeClr val="bg1"/>
            </a:solidFill>
          </a:endParaRPr>
        </a:p>
      </dsp:txBody>
      <dsp:txXfrm>
        <a:off x="2609938" y="1941875"/>
        <a:ext cx="2415135" cy="612258"/>
      </dsp:txXfrm>
    </dsp:sp>
    <dsp:sp modelId="{79EACA4C-14E8-634B-B02B-C12587999DE7}">
      <dsp:nvSpPr>
        <dsp:cNvPr id="0" name=""/>
        <dsp:cNvSpPr/>
      </dsp:nvSpPr>
      <dsp:spPr>
        <a:xfrm>
          <a:off x="2576816" y="2672068"/>
          <a:ext cx="2481379" cy="678502"/>
        </a:xfrm>
        <a:prstGeom prst="roundRect">
          <a:avLst/>
        </a:prstGeom>
        <a:gradFill rotWithShape="1">
          <a:gsLst>
            <a:gs pos="0">
              <a:schemeClr val="dk1">
                <a:tint val="98000"/>
                <a:lumMod val="114000"/>
              </a:schemeClr>
            </a:gs>
            <a:gs pos="100000">
              <a:schemeClr val="dk1"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b="1" i="0" kern="1200" dirty="0">
              <a:solidFill>
                <a:schemeClr val="bg1"/>
              </a:solidFill>
            </a:rPr>
            <a:t>Polimorfismo</a:t>
          </a:r>
          <a:endParaRPr lang="es-MX" sz="1900" kern="1200" dirty="0">
            <a:solidFill>
              <a:schemeClr val="bg1"/>
            </a:solidFill>
          </a:endParaRPr>
        </a:p>
      </dsp:txBody>
      <dsp:txXfrm>
        <a:off x="2609938" y="2705190"/>
        <a:ext cx="2415135" cy="612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B7AB3-F89B-C743-9500-D531E51F50E2}" type="datetimeFigureOut">
              <a:rPr lang="es-AR" smtClean="0"/>
              <a:t>13/3/26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10FED-7D0E-1C4B-A5F2-72C9FAA32E8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22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Análisis: pone énfasis en la investigación del problema y los requisitos, en vez de ponerlo en una solución. Implica el análisis de requisitos y de objetos del dominio.</a:t>
            </a:r>
          </a:p>
          <a:p>
            <a:r>
              <a:rPr lang="es-AR" dirty="0"/>
              <a:t>Diseño: pone énfasis en una solución conceptual que satisfaga los requisitos, en vez de ponerlo en la implementación.</a:t>
            </a:r>
          </a:p>
          <a:p>
            <a:r>
              <a:rPr lang="es-AR" dirty="0"/>
              <a:t>Durante el análisis orientado a objetos se presta atención a encontrar y describir los objetos en el dominio del problema. Por ejemplo: para un sistema de bibliotecas, algunos conceptos serán Libro, Biblioteca, Socio.</a:t>
            </a:r>
          </a:p>
          <a:p>
            <a:r>
              <a:rPr lang="es-AR" dirty="0"/>
              <a:t>Durante el diseño orientado a objetos se presta atención a la definición de los objetos de software y cómo colaboran para satisfacer los requisitos. Para el ejemplo anterior, el objeto Libro podría tener un atributo título y un método </a:t>
            </a:r>
            <a:r>
              <a:rPr lang="es-AR" dirty="0" err="1"/>
              <a:t>obtenerCapitulo</a:t>
            </a:r>
            <a:r>
              <a:rPr lang="es-AR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7857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Describe un enfoque para la construcción, desarrollo y mantenimiento de software.</a:t>
            </a:r>
          </a:p>
          <a:p>
            <a:r>
              <a:rPr lang="es-AR" dirty="0"/>
              <a:t>¿Por qué vemos el UP?</a:t>
            </a:r>
          </a:p>
          <a:p>
            <a:r>
              <a:rPr lang="es-AR" dirty="0"/>
              <a:t>Pues porque es ampliamente utilizado para el análisis y diseño de software, presentando actividades comunes y buenas prácticas.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630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El nuevo RUP habla sobre las historias de usuario como descripción de funcionalidades del sistema.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5064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La retroalimentación de la iteración N nos lleva a refinar y adaptar los requisitos y diseño de la iteración N+1</a:t>
            </a:r>
          </a:p>
          <a:p>
            <a:r>
              <a:rPr lang="es-AR" dirty="0"/>
              <a:t>La duración de la iteración puede variar según el tipo de proyecto.</a:t>
            </a:r>
          </a:p>
          <a:p>
            <a:r>
              <a:rPr lang="es-AR" dirty="0"/>
              <a:t>El resultado de cada iteración es un sistema ejecutable, pero incompleto.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4608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PRODUCTO: Los productos de un esfuerzo de software consisten en mucho más que el código fuente.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3573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SDLC –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endParaRPr lang="es-A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Inicio: visión aproximada, análisis de negocio, alcance, estimaciones imprecisas.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Elaboración: visión refinada, implementación iterativa del núcleo central de la arquitectura resolución de riesgos altos, identificación de requisitos, estimaciones más realistas.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Construcción: implementación iterativa del resto de los requisitos de menor riesgo y elementos más fáciles preparación para el despliegue.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Transición: pruebas beta, despliegue.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8255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SDLC –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227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Hitos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hitos son puntos de control en los cuales los participantes en el proyecto revisan el progreso del proyecto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pretende</a:t>
            </a:r>
            <a:b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Sincronizar las expectativas y la realidad n Identificar los riesgos</a:t>
            </a:r>
            <a:b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Se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evalúa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situación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 del proyecto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Varios niveles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Hitos principales al final de cada fase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Hitos secundarios final de cada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iteración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Disciplinas de desarrollo</a:t>
            </a:r>
            <a:b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Requisitos,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análisis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diseño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pruebas... </a:t>
            </a:r>
            <a:endParaRPr lang="es-AR" dirty="0">
              <a:effectLst/>
            </a:endParaRPr>
          </a:p>
          <a:p>
            <a: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Disciplinas de </a:t>
            </a:r>
            <a:r>
              <a:rPr lang="es-A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gestión</a:t>
            </a:r>
            <a: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soporte</a:t>
            </a:r>
            <a:b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proyecto,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configuraciones, entorno,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 </a:t>
            </a:r>
            <a:endParaRPr lang="es-AR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A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4099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SDLC –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A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endParaRPr lang="es-A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esfuerzo relativo de las disciplinas cambia entre las fases. Este ejemplo es una sugerencia, no literal.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6771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Etapa de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Ingeniería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Equipos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pequeños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actividades poco predecibles (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análisis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viabilidad,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planificación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s-AR" dirty="0">
              <a:effectLst/>
            </a:endParaRP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Comprende las fases: Inicio y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Elaboración</a:t>
            </a:r>
            <a:b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Etapa de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Equipos grandes, actividades predecibles, menos riesgos (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pruebas) </a:t>
            </a:r>
            <a:endParaRPr lang="es-AR" dirty="0">
              <a:effectLst/>
            </a:endParaRP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Comprende las fases: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s-AR" dirty="0">
              <a:effectLst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6055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Etapa de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Ingeniería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Equipos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pequeños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actividades poco predecibles (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análisis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viabilidad,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planificación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endParaRPr lang="es-AR" dirty="0">
              <a:effectLst/>
            </a:endParaRP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Comprende las fases: Inicio y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Elaboración</a:t>
            </a:r>
            <a:b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Etapa de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Equipos grandes, actividades predecibles, menos riesgos (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programación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pruebas) </a:t>
            </a:r>
            <a:endParaRPr lang="es-AR" dirty="0">
              <a:effectLst/>
            </a:endParaRPr>
          </a:p>
          <a:p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Comprende las fases: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A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Transición</a:t>
            </a:r>
            <a:r>
              <a:rPr lang="es-A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s-AR" dirty="0">
              <a:effectLst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7459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Comportamiento: dan una vista de alto nivel del comportamiento de un sistema.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Interacción: describen la interacción entre diferentes objetos y componentes del sistema.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dirty="0"/>
              <a:t>Estructura: describen los elementos estructurales que componen un sistema. Estos diagramas pueden reflejar la estructura estática del sistema (por ejemplo diagramas de paquetes y de clases) o la estructura del sistema en ejecución (por ejemplo diagramas de objetos).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10FED-7D0E-1C4B-A5F2-72C9FAA32E88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4234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168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118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439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245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39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827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8605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958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135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958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78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6638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556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6968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2498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96724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480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C7C8655-B0C9-8F41-BD0B-59D8FD36A687}" type="datetimeFigureOut">
              <a:rPr lang="es-AR" smtClean="0"/>
              <a:t>13/3/26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A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A7E1035-CDF9-2743-B36F-B4DCB2AF66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100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ADE">
            <a:extLst>
              <a:ext uri="{FF2B5EF4-FFF2-40B4-BE49-F238E27FC236}">
                <a16:creationId xmlns:a16="http://schemas.microsoft.com/office/drawing/2014/main" id="{B9484C9C-1DD8-364F-AB0B-82B9C7729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333" y="0"/>
            <a:ext cx="1370667" cy="8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B48A7C5-9FB7-B694-1EC3-426E44A9C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/>
          <a:lstStyle/>
          <a:p>
            <a:r>
              <a:rPr lang="es-419" dirty="0"/>
              <a:t>Procesos de Desarrollo de Software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B4DDA-FD2B-412B-5EDA-43C091D4D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6626560" cy="86142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Clase 1 – </a:t>
            </a:r>
            <a:r>
              <a:rPr lang="es-419" dirty="0">
                <a:solidFill>
                  <a:schemeClr val="bg1"/>
                </a:solidFill>
              </a:rPr>
              <a:t>Metodologías del desarrollo, clases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Objetivos</a:t>
            </a:r>
            <a:r>
              <a:rPr dirty="0"/>
              <a:t> de la </a:t>
            </a:r>
            <a:r>
              <a:rPr lang="es-419" dirty="0"/>
              <a:t>cursada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382" y="2489200"/>
            <a:ext cx="6787368" cy="3530600"/>
          </a:xfrm>
        </p:spPr>
        <p:txBody>
          <a:bodyPr/>
          <a:lstStyle/>
          <a:p>
            <a:r>
              <a:rPr lang="es-AR" dirty="0">
                <a:solidFill>
                  <a:srgbClr val="282828"/>
                </a:solidFill>
              </a:rPr>
              <a:t>Entender el proceso de desarrollo de software</a:t>
            </a:r>
          </a:p>
          <a:p>
            <a:r>
              <a:rPr lang="es-AR" dirty="0">
                <a:solidFill>
                  <a:srgbClr val="282828"/>
                </a:solidFill>
              </a:rPr>
              <a:t>Modelado de clases</a:t>
            </a:r>
          </a:p>
          <a:p>
            <a:r>
              <a:rPr lang="es-AR" dirty="0">
                <a:solidFill>
                  <a:srgbClr val="282828"/>
                </a:solidFill>
              </a:rPr>
              <a:t>Comprender y aplicar los patrones GRASP y principios SOLID</a:t>
            </a:r>
          </a:p>
          <a:p>
            <a:r>
              <a:rPr lang="es-AR" dirty="0">
                <a:solidFill>
                  <a:srgbClr val="282828"/>
                </a:solidFill>
              </a:rPr>
              <a:t>Comprender patrones de arquitectura. MVC, </a:t>
            </a:r>
            <a:r>
              <a:rPr lang="es-AR" dirty="0" err="1">
                <a:solidFill>
                  <a:srgbClr val="282828"/>
                </a:solidFill>
              </a:rPr>
              <a:t>Clean</a:t>
            </a:r>
            <a:r>
              <a:rPr lang="es-AR" dirty="0">
                <a:solidFill>
                  <a:srgbClr val="282828"/>
                </a:solidFill>
              </a:rPr>
              <a:t> </a:t>
            </a:r>
            <a:r>
              <a:rPr lang="es-AR" dirty="0" err="1">
                <a:solidFill>
                  <a:srgbClr val="282828"/>
                </a:solidFill>
              </a:rPr>
              <a:t>Architecture</a:t>
            </a:r>
            <a:r>
              <a:rPr lang="es-AR" dirty="0">
                <a:solidFill>
                  <a:srgbClr val="282828"/>
                </a:solidFill>
              </a:rPr>
              <a:t>, CQRS.</a:t>
            </a:r>
          </a:p>
          <a:p>
            <a:r>
              <a:rPr lang="es-AR" dirty="0">
                <a:solidFill>
                  <a:srgbClr val="282828"/>
                </a:solidFill>
              </a:rPr>
              <a:t>Entender los tipos de patrones de diseño y su aplicación.</a:t>
            </a:r>
          </a:p>
          <a:p>
            <a:r>
              <a:rPr lang="es-AR" dirty="0">
                <a:solidFill>
                  <a:srgbClr val="282828"/>
                </a:solidFill>
              </a:rPr>
              <a:t>Entender la deuda técnica. </a:t>
            </a:r>
            <a:r>
              <a:rPr lang="es-AR" dirty="0" err="1">
                <a:solidFill>
                  <a:srgbClr val="282828"/>
                </a:solidFill>
              </a:rPr>
              <a:t>Code</a:t>
            </a:r>
            <a:r>
              <a:rPr lang="es-AR" dirty="0">
                <a:solidFill>
                  <a:srgbClr val="282828"/>
                </a:solidFill>
              </a:rPr>
              <a:t> </a:t>
            </a:r>
            <a:r>
              <a:rPr lang="es-AR" dirty="0" err="1">
                <a:solidFill>
                  <a:srgbClr val="282828"/>
                </a:solidFill>
              </a:rPr>
              <a:t>Smells</a:t>
            </a:r>
            <a:r>
              <a:rPr lang="es-AR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Aprobación de la cursada</a:t>
            </a:r>
          </a:p>
          <a:p>
            <a:r>
              <a:rPr lang="es-419" dirty="0"/>
              <a:t>Análisis y Diseño</a:t>
            </a:r>
          </a:p>
          <a:p>
            <a:r>
              <a:rPr lang="es-419" dirty="0"/>
              <a:t>Metodologías del desarrollo</a:t>
            </a:r>
          </a:p>
          <a:p>
            <a:r>
              <a:rPr lang="es-419" dirty="0"/>
              <a:t>Proceso Unificado</a:t>
            </a:r>
          </a:p>
          <a:p>
            <a:r>
              <a:rPr lang="es-419" dirty="0"/>
              <a:t>UML</a:t>
            </a:r>
          </a:p>
          <a:p>
            <a:r>
              <a:rPr lang="es-419" dirty="0"/>
              <a:t>Diagrama de clases, POO.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3095-86A8-C8F4-2920-75997738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BB23-B29E-B19E-0F64-39F7C5CC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Aprobación de la cursada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D370-09D5-8B39-10C3-A6EF76758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382" y="2489200"/>
            <a:ext cx="6738818" cy="3530600"/>
          </a:xfrm>
        </p:spPr>
        <p:txBody>
          <a:bodyPr/>
          <a:lstStyle/>
          <a:p>
            <a:r>
              <a:rPr lang="es-419" dirty="0"/>
              <a:t>2 (</a:t>
            </a:r>
            <a:r>
              <a:rPr lang="es-419" b="1" dirty="0"/>
              <a:t>dos</a:t>
            </a:r>
            <a:r>
              <a:rPr lang="es-419" dirty="0"/>
              <a:t>) examenes parciales</a:t>
            </a:r>
          </a:p>
          <a:p>
            <a:pPr lvl="1"/>
            <a:r>
              <a:rPr lang="es-419" dirty="0"/>
              <a:t>1(</a:t>
            </a:r>
            <a:r>
              <a:rPr lang="es-419" b="1" dirty="0"/>
              <a:t>una</a:t>
            </a:r>
            <a:r>
              <a:rPr lang="es-419" dirty="0"/>
              <a:t>) única instancia de recuperatorio, aplicable a uno de los dos parciales.</a:t>
            </a:r>
          </a:p>
          <a:p>
            <a:r>
              <a:rPr lang="es-419" dirty="0"/>
              <a:t>1 (</a:t>
            </a:r>
            <a:r>
              <a:rPr lang="es-419" b="1" dirty="0"/>
              <a:t>un</a:t>
            </a:r>
            <a:r>
              <a:rPr lang="es-419" dirty="0"/>
              <a:t>) final</a:t>
            </a:r>
          </a:p>
          <a:p>
            <a:pPr lvl="1"/>
            <a:r>
              <a:rPr lang="es-419" dirty="0"/>
              <a:t>posibilidad de rendir final adelantado si ha aprobado ambos parciales.</a:t>
            </a:r>
          </a:p>
          <a:p>
            <a:r>
              <a:rPr lang="es-419" dirty="0"/>
              <a:t>La materia </a:t>
            </a:r>
            <a:r>
              <a:rPr lang="es-419" b="1" dirty="0"/>
              <a:t>NO</a:t>
            </a:r>
            <a:r>
              <a:rPr lang="es-419" dirty="0"/>
              <a:t> es promocionable.</a:t>
            </a:r>
          </a:p>
          <a:p>
            <a:r>
              <a:rPr lang="es-419" dirty="0"/>
              <a:t>Ver cronograma para las fechas de examen.</a:t>
            </a:r>
          </a:p>
        </p:txBody>
      </p:sp>
    </p:spTree>
    <p:extLst>
      <p:ext uri="{BB962C8B-B14F-4D97-AF65-F5344CB8AC3E}">
        <p14:creationId xmlns:p14="http://schemas.microsoft.com/office/powerpoint/2010/main" val="183815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449D-EF83-B664-D005-4D2CB442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3900-42B8-0DB6-B3C3-988B866D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Herramientas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D849-C56E-EB46-E6BA-180F7F923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382" y="2489200"/>
            <a:ext cx="6738818" cy="3530600"/>
          </a:xfrm>
        </p:spPr>
        <p:txBody>
          <a:bodyPr/>
          <a:lstStyle/>
          <a:p>
            <a:r>
              <a:rPr lang="es-419" dirty="0"/>
              <a:t>StarUML para modelado de diagramas.</a:t>
            </a:r>
          </a:p>
          <a:p>
            <a:r>
              <a:rPr lang="es-419" dirty="0"/>
              <a:t>Eclipse o IntelliJ IDEA como IDE de trabajo.</a:t>
            </a:r>
          </a:p>
          <a:p>
            <a:r>
              <a:rPr lang="es-419" dirty="0"/>
              <a:t>Entregas por MS Teams (</a:t>
            </a:r>
            <a:r>
              <a:rPr lang="es-419" b="1" dirty="0"/>
              <a:t>NO</a:t>
            </a:r>
            <a:r>
              <a:rPr lang="es-419" dirty="0"/>
              <a:t> se aceptan entregas atrasadas)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0934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0C8BF-ABB7-3974-769F-D9E108BB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Análisis y Diseño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7A635E-5A67-BD80-2720-341AF3613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Análisis</a:t>
            </a:r>
          </a:p>
          <a:p>
            <a:r>
              <a:rPr lang="es-AR" dirty="0"/>
              <a:t>Investigar el problema.</a:t>
            </a:r>
          </a:p>
          <a:p>
            <a:r>
              <a:rPr lang="es-AR" dirty="0"/>
              <a:t>Determinar los requisitos (¿o requerimientos?)</a:t>
            </a:r>
          </a:p>
          <a:p>
            <a:endParaRPr lang="es-AR" dirty="0"/>
          </a:p>
          <a:p>
            <a:r>
              <a:rPr lang="es-AR" b="1" dirty="0"/>
              <a:t>Diseño</a:t>
            </a:r>
          </a:p>
          <a:p>
            <a:r>
              <a:rPr lang="es-AR" dirty="0"/>
              <a:t>Diagramar la solución conceptual.</a:t>
            </a:r>
          </a:p>
          <a:p>
            <a:r>
              <a:rPr lang="es-AR" dirty="0"/>
              <a:t>Implementar la solución.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FCD57E7-7F9F-3152-BE3B-1EDD284EE654}"/>
              </a:ext>
            </a:extLst>
          </p:cNvPr>
          <p:cNvCxnSpPr>
            <a:cxnSpLocks/>
          </p:cNvCxnSpPr>
          <p:nvPr/>
        </p:nvCxnSpPr>
        <p:spPr>
          <a:xfrm>
            <a:off x="1237856" y="4012324"/>
            <a:ext cx="3372244" cy="0"/>
          </a:xfrm>
          <a:prstGeom prst="line">
            <a:avLst/>
          </a:prstGeom>
          <a:ln w="38100">
            <a:solidFill>
              <a:srgbClr val="B31366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21AA4-DCBD-FBB2-6E8B-72C32301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Metodologías de desarrollo Tradicional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89EE35-14AB-E0E5-581C-30A1DE84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5687806" cy="3416300"/>
          </a:xfrm>
        </p:spPr>
        <p:txBody>
          <a:bodyPr/>
          <a:lstStyle/>
          <a:p>
            <a:r>
              <a:rPr lang="es-AR" dirty="0"/>
              <a:t>El desarrollo está ordenado en etapas.</a:t>
            </a:r>
          </a:p>
          <a:p>
            <a:r>
              <a:rPr lang="es-AR" dirty="0"/>
              <a:t>No puedes avanzar a una etapa hasta completar la anterior.</a:t>
            </a:r>
          </a:p>
          <a:p>
            <a:endParaRPr lang="es-A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177B394-D6B1-55CC-A29F-EF26AC02A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981392"/>
              </p:ext>
            </p:extLst>
          </p:nvPr>
        </p:nvGraphicFramePr>
        <p:xfrm>
          <a:off x="6422090" y="2603500"/>
          <a:ext cx="5221108" cy="3918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099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C3436-4A55-C630-078D-5B5EB95B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Metodologías de desarrollo Iterativo e Incremental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FAC701-908D-A808-43EE-42515E4AB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5200126" cy="3416300"/>
          </a:xfrm>
        </p:spPr>
        <p:txBody>
          <a:bodyPr/>
          <a:lstStyle/>
          <a:p>
            <a:r>
              <a:rPr lang="es-AR" dirty="0"/>
              <a:t>Cada iteración involucra todas las actividades de desarrollo.</a:t>
            </a:r>
          </a:p>
          <a:p>
            <a:r>
              <a:rPr lang="es-AR" dirty="0"/>
              <a:t>En cada iteración se produce un incremento del software.</a:t>
            </a:r>
          </a:p>
          <a:p>
            <a:endParaRPr lang="es-A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F6F0F9BC-C373-0C3F-3964-3660CDE2AD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627264"/>
              </p:ext>
            </p:extLst>
          </p:nvPr>
        </p:nvGraphicFramePr>
        <p:xfrm>
          <a:off x="5535660" y="2448800"/>
          <a:ext cx="5289040" cy="372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6347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69852-C7A4-8CC0-D8A5-37B4A139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Diferencias: tradicional vs iterativo</a:t>
            </a:r>
          </a:p>
        </p:txBody>
      </p:sp>
      <p:graphicFrame>
        <p:nvGraphicFramePr>
          <p:cNvPr id="4" name="Google Shape;215;p25">
            <a:extLst>
              <a:ext uri="{FF2B5EF4-FFF2-40B4-BE49-F238E27FC236}">
                <a16:creationId xmlns:a16="http://schemas.microsoft.com/office/drawing/2014/main" id="{6DA5BEF7-750D-7391-C64E-5998FE9E83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7909792"/>
              </p:ext>
            </p:extLst>
          </p:nvPr>
        </p:nvGraphicFramePr>
        <p:xfrm>
          <a:off x="1154954" y="2399348"/>
          <a:ext cx="9739893" cy="39481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63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88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tx2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Roboto Slab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24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Desarrollo en Cascada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24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Desarrollo Iterativo e Incremental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2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8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Tipo de proyecto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Estructurado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Flexible</a:t>
                      </a:r>
                      <a:endParaRPr sz="1600" b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8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Organizado en forma de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Un gran proyecto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A</a:t>
                      </a: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 base de proyectos pequeños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8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Cuándo usarlos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Situaciones</a:t>
                      </a:r>
                      <a:r>
                        <a:rPr lang="en" sz="1600" b="0" baseline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 donde el cambio es poco común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Proyectos que requieren mejoras continuas o MVPs (Minimum Viable Product)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4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600" b="1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Postura frente a los requisitos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Requisitos</a:t>
                      </a:r>
                      <a:r>
                        <a:rPr lang="es-AR" sz="1600" b="0" baseline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 claramente definidos por adelantado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16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Los requisitos van a evolucionar y cambiar</a:t>
                      </a:r>
                      <a:endParaRPr sz="16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13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60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B1964-859C-2963-90DC-2646D42A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Proceso Unificado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765EE-BB0C-D700-23C4-815002DC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Proceso de desarrollo software para la construcción de sistemas orientados a objetos.</a:t>
            </a:r>
          </a:p>
          <a:p>
            <a:r>
              <a:rPr lang="es-AR" dirty="0"/>
              <a:t>Se ha convertido en un proceso de desarrollo de software de gran éxito para la construcción  de sistemas orientados a objetos.</a:t>
            </a:r>
          </a:p>
          <a:p>
            <a:r>
              <a:rPr lang="es-AR" dirty="0"/>
              <a:t>El Proceso Unificado de </a:t>
            </a:r>
            <a:r>
              <a:rPr lang="es-AR" b="1" dirty="0" err="1"/>
              <a:t>Rational</a:t>
            </a:r>
            <a:r>
              <a:rPr lang="es-AR" dirty="0"/>
              <a:t> (</a:t>
            </a:r>
            <a:r>
              <a:rPr lang="es-AR" b="1" dirty="0"/>
              <a:t>R</a:t>
            </a:r>
            <a:r>
              <a:rPr lang="es-AR" dirty="0"/>
              <a:t>UP) es un refinamiento actualizado y detallado del UP, que es más general.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450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241E-4414-4841-A732-C1184DF6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CDAB5-8AEE-A733-4A7C-98BA2B48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Características</a:t>
            </a:r>
          </a:p>
        </p:txBody>
      </p:sp>
      <p:sp>
        <p:nvSpPr>
          <p:cNvPr id="4" name="Google Shape;141;p20">
            <a:extLst>
              <a:ext uri="{FF2B5EF4-FFF2-40B4-BE49-F238E27FC236}">
                <a16:creationId xmlns:a16="http://schemas.microsoft.com/office/drawing/2014/main" id="{E34ECCA5-6687-4160-8BD7-6912D5B7FC30}"/>
              </a:ext>
            </a:extLst>
          </p:cNvPr>
          <p:cNvSpPr txBox="1">
            <a:spLocks/>
          </p:cNvSpPr>
          <p:nvPr/>
        </p:nvSpPr>
        <p:spPr>
          <a:xfrm>
            <a:off x="1094097" y="2643189"/>
            <a:ext cx="3231387" cy="283559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bg1"/>
                </a:solidFill>
              </a:rPr>
              <a:t>Guiado por Casos de Uso</a:t>
            </a:r>
          </a:p>
          <a:p>
            <a:pPr marL="0" indent="0">
              <a:buNone/>
            </a:pPr>
            <a:r>
              <a:rPr lang="es-AR" sz="1600" dirty="0">
                <a:solidFill>
                  <a:schemeClr val="bg1"/>
                </a:solidFill>
              </a:rPr>
              <a:t>Un Caso de Uso es una funcionalidad del sistema que proporciona al usuario un resultado importante.</a:t>
            </a:r>
          </a:p>
        </p:txBody>
      </p:sp>
      <p:sp>
        <p:nvSpPr>
          <p:cNvPr id="5" name="Google Shape;142;p20">
            <a:extLst>
              <a:ext uri="{FF2B5EF4-FFF2-40B4-BE49-F238E27FC236}">
                <a16:creationId xmlns:a16="http://schemas.microsoft.com/office/drawing/2014/main" id="{6BA460DA-C65C-555A-1BE4-3A9DE268AF5C}"/>
              </a:ext>
            </a:extLst>
          </p:cNvPr>
          <p:cNvSpPr txBox="1">
            <a:spLocks/>
          </p:cNvSpPr>
          <p:nvPr/>
        </p:nvSpPr>
        <p:spPr>
          <a:xfrm>
            <a:off x="4480306" y="2643189"/>
            <a:ext cx="3231387" cy="283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/>
              <a:t>Centrado en Arquitecturas</a:t>
            </a:r>
          </a:p>
          <a:p>
            <a:pPr marL="0" indent="0">
              <a:buNone/>
            </a:pPr>
            <a:r>
              <a:rPr lang="es-AR" sz="1600" dirty="0"/>
              <a:t>Plataforma en la que funcionará el software.</a:t>
            </a:r>
          </a:p>
        </p:txBody>
      </p:sp>
      <p:sp>
        <p:nvSpPr>
          <p:cNvPr id="6" name="Google Shape;143;p20">
            <a:extLst>
              <a:ext uri="{FF2B5EF4-FFF2-40B4-BE49-F238E27FC236}">
                <a16:creationId xmlns:a16="http://schemas.microsoft.com/office/drawing/2014/main" id="{D09975D3-84E3-6DF6-2B3C-978B3EA95270}"/>
              </a:ext>
            </a:extLst>
          </p:cNvPr>
          <p:cNvSpPr txBox="1">
            <a:spLocks/>
          </p:cNvSpPr>
          <p:nvPr/>
        </p:nvSpPr>
        <p:spPr>
          <a:xfrm>
            <a:off x="7866515" y="2643189"/>
            <a:ext cx="3231387" cy="283559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bg1"/>
                </a:solidFill>
              </a:rPr>
              <a:t>Desarrollo Iterativo e Incremental</a:t>
            </a:r>
          </a:p>
          <a:p>
            <a:pPr marL="0" indent="0">
              <a:buNone/>
            </a:pPr>
            <a:r>
              <a:rPr lang="es-AR" sz="1600" dirty="0">
                <a:solidFill>
                  <a:schemeClr val="bg1"/>
                </a:solidFill>
              </a:rPr>
              <a:t>Divide el trabajo en partes pequeñas y manejables.</a:t>
            </a:r>
          </a:p>
          <a:p>
            <a:pPr marL="0" indent="0">
              <a:buNone/>
            </a:pPr>
            <a:r>
              <a:rPr lang="es-AR" sz="1600" dirty="0">
                <a:solidFill>
                  <a:schemeClr val="bg1"/>
                </a:solidFill>
              </a:rPr>
              <a:t>Cada mini proyecto es una iteración que resulta en un incremento.</a:t>
            </a:r>
          </a:p>
        </p:txBody>
      </p:sp>
    </p:spTree>
    <p:extLst>
      <p:ext uri="{BB962C8B-B14F-4D97-AF65-F5344CB8AC3E}">
        <p14:creationId xmlns:p14="http://schemas.microsoft.com/office/powerpoint/2010/main" val="212715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E254-14CF-3922-7599-FC565874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76B55-37AD-EB69-C4D3-2E3EC45B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Desarrollo iterativo e incremental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03F6CCC-EA0A-9918-57FC-478E6A1793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17423"/>
              </p:ext>
            </p:extLst>
          </p:nvPr>
        </p:nvGraphicFramePr>
        <p:xfrm>
          <a:off x="1085706" y="2424129"/>
          <a:ext cx="4112587" cy="2666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18BB5FE4-31D0-9C4A-CB39-DF6018BB16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7345882"/>
              </p:ext>
            </p:extLst>
          </p:nvPr>
        </p:nvGraphicFramePr>
        <p:xfrm>
          <a:off x="6722894" y="2424129"/>
          <a:ext cx="4112587" cy="2666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9CA8B77-9980-D5A7-F131-35746D64D2CB}"/>
              </a:ext>
            </a:extLst>
          </p:cNvPr>
          <p:cNvCxnSpPr>
            <a:cxnSpLocks/>
          </p:cNvCxnSpPr>
          <p:nvPr/>
        </p:nvCxnSpPr>
        <p:spPr>
          <a:xfrm>
            <a:off x="5274731" y="3633971"/>
            <a:ext cx="104752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C315F13C-3E9B-4EFF-48CB-0BAC97367A10}"/>
              </a:ext>
            </a:extLst>
          </p:cNvPr>
          <p:cNvSpPr/>
          <p:nvPr/>
        </p:nvSpPr>
        <p:spPr>
          <a:xfrm>
            <a:off x="2638460" y="5525260"/>
            <a:ext cx="554998" cy="55499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6359D0D-E452-4C4A-8470-3EF717824C61}"/>
              </a:ext>
            </a:extLst>
          </p:cNvPr>
          <p:cNvGrpSpPr/>
          <p:nvPr/>
        </p:nvGrpSpPr>
        <p:grpSpPr>
          <a:xfrm>
            <a:off x="9424760" y="5274711"/>
            <a:ext cx="983213" cy="983213"/>
            <a:chOff x="10867944" y="5451246"/>
            <a:chExt cx="983213" cy="983213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2153211-9CB7-9308-1B84-71D92B424802}"/>
                </a:ext>
              </a:extLst>
            </p:cNvPr>
            <p:cNvSpPr/>
            <p:nvPr/>
          </p:nvSpPr>
          <p:spPr>
            <a:xfrm>
              <a:off x="10867944" y="5451246"/>
              <a:ext cx="983213" cy="983213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A5050D2E-E16A-0472-DDA0-42A5AAA30AF2}"/>
                </a:ext>
              </a:extLst>
            </p:cNvPr>
            <p:cNvSpPr/>
            <p:nvPr/>
          </p:nvSpPr>
          <p:spPr>
            <a:xfrm>
              <a:off x="11082051" y="5665353"/>
              <a:ext cx="554998" cy="55499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6" name="Google Shape;132;p19">
            <a:extLst>
              <a:ext uri="{FF2B5EF4-FFF2-40B4-BE49-F238E27FC236}">
                <a16:creationId xmlns:a16="http://schemas.microsoft.com/office/drawing/2014/main" id="{82344ED4-EF14-2C8F-813B-531AA9C5FB72}"/>
              </a:ext>
            </a:extLst>
          </p:cNvPr>
          <p:cNvSpPr txBox="1">
            <a:spLocks/>
          </p:cNvSpPr>
          <p:nvPr/>
        </p:nvSpPr>
        <p:spPr>
          <a:xfrm>
            <a:off x="4820006" y="5802759"/>
            <a:ext cx="3298748" cy="81710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AR" sz="1600" dirty="0">
                <a:latin typeface="Century Gothic" panose="020B0502020202020204" pitchFamily="34" charset="0"/>
                <a:cs typeface="Calibri" panose="020F0502020204030204" pitchFamily="34" charset="0"/>
              </a:rPr>
              <a:t>El sistema crece de manera incremental</a:t>
            </a:r>
          </a:p>
        </p:txBody>
      </p:sp>
      <p:cxnSp>
        <p:nvCxnSpPr>
          <p:cNvPr id="17" name="Conector angular 16">
            <a:extLst>
              <a:ext uri="{FF2B5EF4-FFF2-40B4-BE49-F238E27FC236}">
                <a16:creationId xmlns:a16="http://schemas.microsoft.com/office/drawing/2014/main" id="{A0D189A0-4A06-12FA-9096-906C210F6132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>
            <a:off x="3193458" y="5802759"/>
            <a:ext cx="1626548" cy="40855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angular 17">
            <a:extLst>
              <a:ext uri="{FF2B5EF4-FFF2-40B4-BE49-F238E27FC236}">
                <a16:creationId xmlns:a16="http://schemas.microsoft.com/office/drawing/2014/main" id="{F834546A-86E8-79AE-79AE-973D7648EC2D}"/>
              </a:ext>
            </a:extLst>
          </p:cNvPr>
          <p:cNvCxnSpPr>
            <a:cxnSpLocks/>
            <a:stCxn id="16" idx="3"/>
            <a:endCxn id="14" idx="2"/>
          </p:cNvCxnSpPr>
          <p:nvPr/>
        </p:nvCxnSpPr>
        <p:spPr>
          <a:xfrm flipV="1">
            <a:off x="8118754" y="5766318"/>
            <a:ext cx="1306006" cy="444992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39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AFD63-4BDB-25C9-5AA4-3059D657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049B6-0489-910F-A66D-78B0D630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Beneficios del desarrollo iterativo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0BF3B0-1602-0B84-6062-1C1E6EB6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b="1" dirty="0"/>
              <a:t>Mitigación</a:t>
            </a:r>
            <a:r>
              <a:rPr lang="es-AR" dirty="0"/>
              <a:t> temprana de </a:t>
            </a:r>
            <a:r>
              <a:rPr lang="es-AR" b="1" dirty="0"/>
              <a:t>riesgos</a:t>
            </a:r>
            <a:r>
              <a:rPr lang="es-AR" dirty="0"/>
              <a:t> </a:t>
            </a:r>
            <a:r>
              <a:rPr lang="es-AR" b="1" dirty="0"/>
              <a:t>altos</a:t>
            </a:r>
            <a:r>
              <a:rPr lang="es-AR" dirty="0"/>
              <a:t>.</a:t>
            </a:r>
          </a:p>
          <a:p>
            <a:r>
              <a:rPr lang="es-AR" dirty="0"/>
              <a:t>Progreso visible en las primeras etapas.</a:t>
            </a:r>
          </a:p>
          <a:p>
            <a:r>
              <a:rPr lang="es-AR" dirty="0"/>
              <a:t>Una temprana </a:t>
            </a:r>
            <a:r>
              <a:rPr lang="es-AR" b="1" dirty="0"/>
              <a:t>retroalimentación</a:t>
            </a:r>
            <a:r>
              <a:rPr lang="es-AR" dirty="0"/>
              <a:t>, compromiso de los usuarios y adaptación.</a:t>
            </a:r>
          </a:p>
          <a:p>
            <a:r>
              <a:rPr lang="es-AR" b="1" dirty="0"/>
              <a:t>Gestión</a:t>
            </a:r>
            <a:r>
              <a:rPr lang="es-AR" dirty="0"/>
              <a:t> de la </a:t>
            </a:r>
            <a:r>
              <a:rPr lang="es-AR" b="1" dirty="0"/>
              <a:t>complejidad</a:t>
            </a:r>
            <a:r>
              <a:rPr lang="es-AR" dirty="0"/>
              <a:t>: tareas complejas se dividen en problemas más simples.</a:t>
            </a:r>
          </a:p>
          <a:p>
            <a:r>
              <a:rPr lang="es-AR" dirty="0"/>
              <a:t>El conocimiento adquirido durante una iteración se puede utilizar metódicamente para mejorar el propio proceso de desarrollo.</a:t>
            </a:r>
          </a:p>
        </p:txBody>
      </p:sp>
    </p:spTree>
    <p:extLst>
      <p:ext uri="{BB962C8B-B14F-4D97-AF65-F5344CB8AC3E}">
        <p14:creationId xmlns:p14="http://schemas.microsoft.com/office/powerpoint/2010/main" val="363031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2096-B6B1-F0DC-02F9-5ED71250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1AD19-51CA-4F37-B9DF-49776D47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Las </a:t>
            </a:r>
            <a:r>
              <a:rPr lang="es-AR" b="1" dirty="0"/>
              <a:t>4</a:t>
            </a:r>
            <a:r>
              <a:rPr lang="es-AR" dirty="0"/>
              <a:t> </a:t>
            </a:r>
            <a:r>
              <a:rPr lang="es-AR" dirty="0" err="1"/>
              <a:t>P’s</a:t>
            </a:r>
            <a:endParaRPr lang="es-A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F9EC389-58F0-8F16-756E-977BDBB741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237085"/>
              </p:ext>
            </p:extLst>
          </p:nvPr>
        </p:nvGraphicFramePr>
        <p:xfrm>
          <a:off x="2228845" y="2331720"/>
          <a:ext cx="7402835" cy="4385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8871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D2FB-2AB2-F946-B23F-EF4C01B9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2AD64-1F61-75F6-E7E1-48509C13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Las cuatro fases del SDLC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79E8599-394A-F659-1D09-8E6E4B07D6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343859"/>
              </p:ext>
            </p:extLst>
          </p:nvPr>
        </p:nvGraphicFramePr>
        <p:xfrm>
          <a:off x="1746895" y="1840652"/>
          <a:ext cx="8698210" cy="4839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9005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DE35-E416-2917-E14D-9743CA9D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841D6-5295-03D5-388F-101DCB26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Ciclo de vida</a:t>
            </a:r>
          </a:p>
        </p:txBody>
      </p:sp>
      <p:sp>
        <p:nvSpPr>
          <p:cNvPr id="4" name="Cubo 3">
            <a:extLst>
              <a:ext uri="{FF2B5EF4-FFF2-40B4-BE49-F238E27FC236}">
                <a16:creationId xmlns:a16="http://schemas.microsoft.com/office/drawing/2014/main" id="{B2C99E4C-50BC-0659-A9A8-E3D7935C759D}"/>
              </a:ext>
            </a:extLst>
          </p:cNvPr>
          <p:cNvSpPr/>
          <p:nvPr/>
        </p:nvSpPr>
        <p:spPr>
          <a:xfrm>
            <a:off x="1001636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Inicio</a:t>
            </a:r>
          </a:p>
        </p:txBody>
      </p:sp>
      <p:sp>
        <p:nvSpPr>
          <p:cNvPr id="5" name="Cubo 4">
            <a:extLst>
              <a:ext uri="{FF2B5EF4-FFF2-40B4-BE49-F238E27FC236}">
                <a16:creationId xmlns:a16="http://schemas.microsoft.com/office/drawing/2014/main" id="{D1CF1F6E-E252-9A5D-1099-C955835CCF48}"/>
              </a:ext>
            </a:extLst>
          </p:cNvPr>
          <p:cNvSpPr/>
          <p:nvPr/>
        </p:nvSpPr>
        <p:spPr>
          <a:xfrm>
            <a:off x="2126188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6" name="Cubo 5">
            <a:extLst>
              <a:ext uri="{FF2B5EF4-FFF2-40B4-BE49-F238E27FC236}">
                <a16:creationId xmlns:a16="http://schemas.microsoft.com/office/drawing/2014/main" id="{A7937D34-08BE-65A2-BB24-414AFEFE3B06}"/>
              </a:ext>
            </a:extLst>
          </p:cNvPr>
          <p:cNvSpPr/>
          <p:nvPr/>
        </p:nvSpPr>
        <p:spPr>
          <a:xfrm>
            <a:off x="2836854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7" name="Cubo 6">
            <a:extLst>
              <a:ext uri="{FF2B5EF4-FFF2-40B4-BE49-F238E27FC236}">
                <a16:creationId xmlns:a16="http://schemas.microsoft.com/office/drawing/2014/main" id="{25EF962A-939F-B1FB-B83D-3ED809DA106A}"/>
              </a:ext>
            </a:extLst>
          </p:cNvPr>
          <p:cNvSpPr/>
          <p:nvPr/>
        </p:nvSpPr>
        <p:spPr>
          <a:xfrm>
            <a:off x="3551531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8" name="Cubo 7">
            <a:extLst>
              <a:ext uri="{FF2B5EF4-FFF2-40B4-BE49-F238E27FC236}">
                <a16:creationId xmlns:a16="http://schemas.microsoft.com/office/drawing/2014/main" id="{D84D0F43-9D46-A50F-A79D-65D87D93B044}"/>
              </a:ext>
            </a:extLst>
          </p:cNvPr>
          <p:cNvSpPr/>
          <p:nvPr/>
        </p:nvSpPr>
        <p:spPr>
          <a:xfrm>
            <a:off x="4675282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9" name="Cubo 8">
            <a:extLst>
              <a:ext uri="{FF2B5EF4-FFF2-40B4-BE49-F238E27FC236}">
                <a16:creationId xmlns:a16="http://schemas.microsoft.com/office/drawing/2014/main" id="{EACC2FFA-784E-1DB5-0541-C319443C1685}"/>
              </a:ext>
            </a:extLst>
          </p:cNvPr>
          <p:cNvSpPr/>
          <p:nvPr/>
        </p:nvSpPr>
        <p:spPr>
          <a:xfrm>
            <a:off x="5381135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0" name="Cubo 9">
            <a:extLst>
              <a:ext uri="{FF2B5EF4-FFF2-40B4-BE49-F238E27FC236}">
                <a16:creationId xmlns:a16="http://schemas.microsoft.com/office/drawing/2014/main" id="{4870FD85-24D8-2830-89CB-3CE7C78826EA}"/>
              </a:ext>
            </a:extLst>
          </p:cNvPr>
          <p:cNvSpPr/>
          <p:nvPr/>
        </p:nvSpPr>
        <p:spPr>
          <a:xfrm>
            <a:off x="6090196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1" name="Cubo 10">
            <a:extLst>
              <a:ext uri="{FF2B5EF4-FFF2-40B4-BE49-F238E27FC236}">
                <a16:creationId xmlns:a16="http://schemas.microsoft.com/office/drawing/2014/main" id="{B1BD84AB-FF0D-BEBA-BD72-081E9E6DC981}"/>
              </a:ext>
            </a:extLst>
          </p:cNvPr>
          <p:cNvSpPr/>
          <p:nvPr/>
        </p:nvSpPr>
        <p:spPr>
          <a:xfrm>
            <a:off x="6796049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2" name="Cubo 11">
            <a:extLst>
              <a:ext uri="{FF2B5EF4-FFF2-40B4-BE49-F238E27FC236}">
                <a16:creationId xmlns:a16="http://schemas.microsoft.com/office/drawing/2014/main" id="{6E7C2431-C134-604C-0F3D-82DCE1050DBC}"/>
              </a:ext>
            </a:extLst>
          </p:cNvPr>
          <p:cNvSpPr/>
          <p:nvPr/>
        </p:nvSpPr>
        <p:spPr>
          <a:xfrm>
            <a:off x="7501902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3" name="Cubo 12">
            <a:extLst>
              <a:ext uri="{FF2B5EF4-FFF2-40B4-BE49-F238E27FC236}">
                <a16:creationId xmlns:a16="http://schemas.microsoft.com/office/drawing/2014/main" id="{C6F66CB8-C9C5-D31C-03EE-C02BC5AB7231}"/>
              </a:ext>
            </a:extLst>
          </p:cNvPr>
          <p:cNvSpPr/>
          <p:nvPr/>
        </p:nvSpPr>
        <p:spPr>
          <a:xfrm>
            <a:off x="8210963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4" name="Cubo 13">
            <a:extLst>
              <a:ext uri="{FF2B5EF4-FFF2-40B4-BE49-F238E27FC236}">
                <a16:creationId xmlns:a16="http://schemas.microsoft.com/office/drawing/2014/main" id="{49DE1350-00B0-CE7F-B63D-8B0496CF9F14}"/>
              </a:ext>
            </a:extLst>
          </p:cNvPr>
          <p:cNvSpPr/>
          <p:nvPr/>
        </p:nvSpPr>
        <p:spPr>
          <a:xfrm>
            <a:off x="9298612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5" name="Cubo 14">
            <a:extLst>
              <a:ext uri="{FF2B5EF4-FFF2-40B4-BE49-F238E27FC236}">
                <a16:creationId xmlns:a16="http://schemas.microsoft.com/office/drawing/2014/main" id="{3DE6C634-7039-A273-3506-BAE464CAD68D}"/>
              </a:ext>
            </a:extLst>
          </p:cNvPr>
          <p:cNvSpPr/>
          <p:nvPr/>
        </p:nvSpPr>
        <p:spPr>
          <a:xfrm>
            <a:off x="10009278" y="3826203"/>
            <a:ext cx="943276" cy="1597794"/>
          </a:xfrm>
          <a:prstGeom prst="cub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600" dirty="0"/>
          </a:p>
        </p:txBody>
      </p:sp>
      <p:sp>
        <p:nvSpPr>
          <p:cNvPr id="16" name="Google Shape;132;p19">
            <a:extLst>
              <a:ext uri="{FF2B5EF4-FFF2-40B4-BE49-F238E27FC236}">
                <a16:creationId xmlns:a16="http://schemas.microsoft.com/office/drawing/2014/main" id="{D586A897-FC90-F0E3-4ED5-874DA8898C17}"/>
              </a:ext>
            </a:extLst>
          </p:cNvPr>
          <p:cNvSpPr txBox="1">
            <a:spLocks/>
          </p:cNvSpPr>
          <p:nvPr/>
        </p:nvSpPr>
        <p:spPr>
          <a:xfrm>
            <a:off x="2331744" y="4407615"/>
            <a:ext cx="1760622" cy="74446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solidFill>
                  <a:schemeClr val="bg1"/>
                </a:solidFill>
              </a:rPr>
              <a:t>Elaboración</a:t>
            </a:r>
          </a:p>
        </p:txBody>
      </p:sp>
      <p:sp>
        <p:nvSpPr>
          <p:cNvPr id="17" name="Google Shape;132;p19">
            <a:extLst>
              <a:ext uri="{FF2B5EF4-FFF2-40B4-BE49-F238E27FC236}">
                <a16:creationId xmlns:a16="http://schemas.microsoft.com/office/drawing/2014/main" id="{AA61E238-22F6-C8F3-EC88-A2045BF28E76}"/>
              </a:ext>
            </a:extLst>
          </p:cNvPr>
          <p:cNvSpPr txBox="1">
            <a:spLocks/>
          </p:cNvSpPr>
          <p:nvPr/>
        </p:nvSpPr>
        <p:spPr>
          <a:xfrm>
            <a:off x="6003378" y="4407615"/>
            <a:ext cx="1760622" cy="74446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solidFill>
                  <a:schemeClr val="bg1"/>
                </a:solidFill>
              </a:rPr>
              <a:t>Construcción</a:t>
            </a:r>
          </a:p>
        </p:txBody>
      </p:sp>
      <p:sp>
        <p:nvSpPr>
          <p:cNvPr id="18" name="Google Shape;132;p19">
            <a:extLst>
              <a:ext uri="{FF2B5EF4-FFF2-40B4-BE49-F238E27FC236}">
                <a16:creationId xmlns:a16="http://schemas.microsoft.com/office/drawing/2014/main" id="{AB4F2C24-1F28-BF7A-34FC-10F02CC01909}"/>
              </a:ext>
            </a:extLst>
          </p:cNvPr>
          <p:cNvSpPr txBox="1">
            <a:spLocks/>
          </p:cNvSpPr>
          <p:nvPr/>
        </p:nvSpPr>
        <p:spPr>
          <a:xfrm>
            <a:off x="9169289" y="4407615"/>
            <a:ext cx="1760622" cy="74446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solidFill>
                  <a:schemeClr val="bg1"/>
                </a:solidFill>
              </a:rPr>
              <a:t>Transición</a:t>
            </a:r>
          </a:p>
        </p:txBody>
      </p:sp>
      <p:sp>
        <p:nvSpPr>
          <p:cNvPr id="19" name="Cerrar llave 21">
            <a:extLst>
              <a:ext uri="{FF2B5EF4-FFF2-40B4-BE49-F238E27FC236}">
                <a16:creationId xmlns:a16="http://schemas.microsoft.com/office/drawing/2014/main" id="{0CF3AA34-BA95-3D19-5848-602C84BBB40F}"/>
              </a:ext>
            </a:extLst>
          </p:cNvPr>
          <p:cNvSpPr/>
          <p:nvPr/>
        </p:nvSpPr>
        <p:spPr>
          <a:xfrm rot="16200000">
            <a:off x="3240711" y="3147034"/>
            <a:ext cx="232425" cy="767906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sz="1600"/>
          </a:p>
        </p:txBody>
      </p:sp>
      <p:sp>
        <p:nvSpPr>
          <p:cNvPr id="20" name="Google Shape;132;p19">
            <a:extLst>
              <a:ext uri="{FF2B5EF4-FFF2-40B4-BE49-F238E27FC236}">
                <a16:creationId xmlns:a16="http://schemas.microsoft.com/office/drawing/2014/main" id="{1D67A571-72DC-0FD3-88D8-3603F742648F}"/>
              </a:ext>
            </a:extLst>
          </p:cNvPr>
          <p:cNvSpPr txBox="1">
            <a:spLocks/>
          </p:cNvSpPr>
          <p:nvPr/>
        </p:nvSpPr>
        <p:spPr>
          <a:xfrm>
            <a:off x="2476612" y="2858908"/>
            <a:ext cx="1760622" cy="74446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Iteración</a:t>
            </a:r>
          </a:p>
        </p:txBody>
      </p:sp>
      <p:sp>
        <p:nvSpPr>
          <p:cNvPr id="21" name="Cerrar llave 23">
            <a:extLst>
              <a:ext uri="{FF2B5EF4-FFF2-40B4-BE49-F238E27FC236}">
                <a16:creationId xmlns:a16="http://schemas.microsoft.com/office/drawing/2014/main" id="{91409DDF-E859-60DB-0B8A-326E32F89140}"/>
              </a:ext>
            </a:extLst>
          </p:cNvPr>
          <p:cNvSpPr/>
          <p:nvPr/>
        </p:nvSpPr>
        <p:spPr>
          <a:xfrm rot="16200000">
            <a:off x="6873874" y="1366833"/>
            <a:ext cx="232425" cy="4328308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sz="1600"/>
          </a:p>
        </p:txBody>
      </p:sp>
      <p:sp>
        <p:nvSpPr>
          <p:cNvPr id="22" name="Google Shape;132;p19">
            <a:extLst>
              <a:ext uri="{FF2B5EF4-FFF2-40B4-BE49-F238E27FC236}">
                <a16:creationId xmlns:a16="http://schemas.microsoft.com/office/drawing/2014/main" id="{E1B113A6-8B3D-B7B6-97D8-1BC194929D6B}"/>
              </a:ext>
            </a:extLst>
          </p:cNvPr>
          <p:cNvSpPr txBox="1">
            <a:spLocks/>
          </p:cNvSpPr>
          <p:nvPr/>
        </p:nvSpPr>
        <p:spPr>
          <a:xfrm>
            <a:off x="6109775" y="2858908"/>
            <a:ext cx="1760622" cy="5558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Fase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AF324DE-1A26-CBB5-4477-756AD079F52F}"/>
              </a:ext>
            </a:extLst>
          </p:cNvPr>
          <p:cNvCxnSpPr>
            <a:cxnSpLocks/>
          </p:cNvCxnSpPr>
          <p:nvPr/>
        </p:nvCxnSpPr>
        <p:spPr>
          <a:xfrm flipV="1">
            <a:off x="4494807" y="5580419"/>
            <a:ext cx="0" cy="6521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Google Shape;132;p19">
            <a:extLst>
              <a:ext uri="{FF2B5EF4-FFF2-40B4-BE49-F238E27FC236}">
                <a16:creationId xmlns:a16="http://schemas.microsoft.com/office/drawing/2014/main" id="{B3F81ABD-3E46-6647-262B-D690BB27D159}"/>
              </a:ext>
            </a:extLst>
          </p:cNvPr>
          <p:cNvSpPr txBox="1">
            <a:spLocks/>
          </p:cNvSpPr>
          <p:nvPr/>
        </p:nvSpPr>
        <p:spPr>
          <a:xfrm>
            <a:off x="3614496" y="6115841"/>
            <a:ext cx="1760622" cy="54622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Hito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1D79C1D-6AF4-D035-8959-85C28FEB7EC7}"/>
              </a:ext>
            </a:extLst>
          </p:cNvPr>
          <p:cNvCxnSpPr>
            <a:cxnSpLocks/>
          </p:cNvCxnSpPr>
          <p:nvPr/>
        </p:nvCxnSpPr>
        <p:spPr>
          <a:xfrm flipV="1">
            <a:off x="7159401" y="5580420"/>
            <a:ext cx="0" cy="6521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Google Shape;132;p19">
            <a:extLst>
              <a:ext uri="{FF2B5EF4-FFF2-40B4-BE49-F238E27FC236}">
                <a16:creationId xmlns:a16="http://schemas.microsoft.com/office/drawing/2014/main" id="{EBA996FA-CEAB-7F5A-83B9-D5EECABD49B5}"/>
              </a:ext>
            </a:extLst>
          </p:cNvPr>
          <p:cNvSpPr txBox="1">
            <a:spLocks/>
          </p:cNvSpPr>
          <p:nvPr/>
        </p:nvSpPr>
        <p:spPr>
          <a:xfrm>
            <a:off x="6279090" y="6115841"/>
            <a:ext cx="1760622" cy="54622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Versión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D16C4F1-46E9-A3FC-66C4-4F5EE60A1E5B}"/>
              </a:ext>
            </a:extLst>
          </p:cNvPr>
          <p:cNvCxnSpPr>
            <a:cxnSpLocks/>
          </p:cNvCxnSpPr>
          <p:nvPr/>
        </p:nvCxnSpPr>
        <p:spPr>
          <a:xfrm flipV="1">
            <a:off x="10882293" y="5472404"/>
            <a:ext cx="0" cy="6521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Google Shape;132;p19">
            <a:extLst>
              <a:ext uri="{FF2B5EF4-FFF2-40B4-BE49-F238E27FC236}">
                <a16:creationId xmlns:a16="http://schemas.microsoft.com/office/drawing/2014/main" id="{BDBCB178-B3CC-C7BA-878A-2634090399D6}"/>
              </a:ext>
            </a:extLst>
          </p:cNvPr>
          <p:cNvSpPr txBox="1">
            <a:spLocks/>
          </p:cNvSpPr>
          <p:nvPr/>
        </p:nvSpPr>
        <p:spPr>
          <a:xfrm>
            <a:off x="9768841" y="6007826"/>
            <a:ext cx="2049774" cy="54622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Versión final para producción</a:t>
            </a:r>
          </a:p>
        </p:txBody>
      </p:sp>
      <p:sp>
        <p:nvSpPr>
          <p:cNvPr id="29" name="Cerrar llave 33">
            <a:extLst>
              <a:ext uri="{FF2B5EF4-FFF2-40B4-BE49-F238E27FC236}">
                <a16:creationId xmlns:a16="http://schemas.microsoft.com/office/drawing/2014/main" id="{B19AA70B-BB35-3965-A063-99EB4ABFFC3C}"/>
              </a:ext>
            </a:extLst>
          </p:cNvPr>
          <p:cNvSpPr/>
          <p:nvPr/>
        </p:nvSpPr>
        <p:spPr>
          <a:xfrm rot="16200000">
            <a:off x="5825753" y="-2031630"/>
            <a:ext cx="232425" cy="9880658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 sz="1600"/>
          </a:p>
        </p:txBody>
      </p:sp>
      <p:sp>
        <p:nvSpPr>
          <p:cNvPr id="30" name="Google Shape;132;p19">
            <a:extLst>
              <a:ext uri="{FF2B5EF4-FFF2-40B4-BE49-F238E27FC236}">
                <a16:creationId xmlns:a16="http://schemas.microsoft.com/office/drawing/2014/main" id="{99DC670D-0685-0889-B546-C1F0BD8D1EB5}"/>
              </a:ext>
            </a:extLst>
          </p:cNvPr>
          <p:cNvSpPr txBox="1">
            <a:spLocks/>
          </p:cNvSpPr>
          <p:nvPr/>
        </p:nvSpPr>
        <p:spPr>
          <a:xfrm>
            <a:off x="4603129" y="2223847"/>
            <a:ext cx="2677671" cy="5558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/>
              <a:t>Ciclo de desarrollo</a:t>
            </a:r>
          </a:p>
        </p:txBody>
      </p:sp>
    </p:spTree>
    <p:extLst>
      <p:ext uri="{BB962C8B-B14F-4D97-AF65-F5344CB8AC3E}">
        <p14:creationId xmlns:p14="http://schemas.microsoft.com/office/powerpoint/2010/main" val="1412833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119CB-4091-8DC1-FDF0-33A293D9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Glosario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242E6A1-0158-00EB-CEF4-DAC9A14EC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431" y="2498332"/>
            <a:ext cx="3353655" cy="1861336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t">
            <a:normAutofit/>
          </a:bodyPr>
          <a:lstStyle/>
          <a:p>
            <a:pPr marL="0" indent="0">
              <a:buNone/>
            </a:pPr>
            <a:r>
              <a:rPr lang="en" b="1" dirty="0"/>
              <a:t>Hito</a:t>
            </a:r>
            <a:endParaRPr lang="es-AR" sz="1400" dirty="0"/>
          </a:p>
          <a:p>
            <a:pPr marL="0" indent="0">
              <a:buNone/>
            </a:pPr>
            <a:r>
              <a:rPr lang="es-AR" sz="1400" dirty="0"/>
              <a:t>Punto de control para los participantes del desarrollo de software.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7B52269-607F-A5ED-6131-475AB3838605}"/>
              </a:ext>
            </a:extLst>
          </p:cNvPr>
          <p:cNvSpPr txBox="1">
            <a:spLocks/>
          </p:cNvSpPr>
          <p:nvPr/>
        </p:nvSpPr>
        <p:spPr>
          <a:xfrm>
            <a:off x="1043941" y="2498332"/>
            <a:ext cx="3353655" cy="186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sz="1800" b="1" dirty="0" err="1"/>
              <a:t>Iteración</a:t>
            </a:r>
            <a:endParaRPr lang="es-A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400" dirty="0"/>
              <a:t>Es una secuencia de actividades con un plan establecido y unos criterios de evaluación, cuyo resultado es un hito.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FB32D46-58F5-5FB1-1BA5-AB5E44989AC9}"/>
              </a:ext>
            </a:extLst>
          </p:cNvPr>
          <p:cNvSpPr txBox="1">
            <a:spLocks/>
          </p:cNvSpPr>
          <p:nvPr/>
        </p:nvSpPr>
        <p:spPr>
          <a:xfrm>
            <a:off x="8050921" y="2498331"/>
            <a:ext cx="3353655" cy="186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sz="1800" b="1" dirty="0" err="1"/>
              <a:t>Disciplina</a:t>
            </a:r>
            <a:endParaRPr lang="es-AR" sz="1400" dirty="0"/>
          </a:p>
          <a:p>
            <a:pPr marL="0" lvl="0" indent="0">
              <a:buNone/>
            </a:pPr>
            <a:r>
              <a:rPr lang="es-AR" sz="1400" dirty="0"/>
              <a:t>Conjunto de actividades y artefactos relacionados en un área determinada.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BF64670-9B3E-99D9-F5E4-7E62369A9396}"/>
              </a:ext>
            </a:extLst>
          </p:cNvPr>
          <p:cNvSpPr txBox="1">
            <a:spLocks/>
          </p:cNvSpPr>
          <p:nvPr/>
        </p:nvSpPr>
        <p:spPr>
          <a:xfrm>
            <a:off x="4547431" y="4759967"/>
            <a:ext cx="3353655" cy="186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sz="1800" b="1" dirty="0"/>
              <a:t>Stakeholders</a:t>
            </a:r>
            <a:endParaRPr lang="es-AR" sz="1400" dirty="0"/>
          </a:p>
          <a:p>
            <a:pPr marL="0" indent="0">
              <a:buNone/>
            </a:pPr>
            <a:r>
              <a:rPr lang="es-AR" sz="1400" dirty="0"/>
              <a:t>Personas involucradas en el desarrollo de software.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18ECBA80-5B08-834E-41F8-EAAFD528AAB4}"/>
              </a:ext>
            </a:extLst>
          </p:cNvPr>
          <p:cNvSpPr txBox="1">
            <a:spLocks/>
          </p:cNvSpPr>
          <p:nvPr/>
        </p:nvSpPr>
        <p:spPr>
          <a:xfrm>
            <a:off x="1043940" y="4777076"/>
            <a:ext cx="3353655" cy="186133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sz="1800" b="1" dirty="0" err="1">
                <a:solidFill>
                  <a:schemeClr val="bg1"/>
                </a:solidFill>
              </a:rPr>
              <a:t>Artefacto</a:t>
            </a:r>
            <a:endParaRPr lang="es-AR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AR" sz="1400" dirty="0">
                <a:solidFill>
                  <a:schemeClr val="bg1"/>
                </a:solidFill>
              </a:rPr>
              <a:t>Cualquier tipo de información creada, producida, cambiada o utilizada por los </a:t>
            </a:r>
            <a:r>
              <a:rPr lang="es-AR" sz="1400" dirty="0" err="1">
                <a:solidFill>
                  <a:schemeClr val="bg1"/>
                </a:solidFill>
              </a:rPr>
              <a:t>stakeholders</a:t>
            </a:r>
            <a:r>
              <a:rPr lang="es-AR" sz="1400" dirty="0">
                <a:solidFill>
                  <a:schemeClr val="bg1"/>
                </a:solidFill>
              </a:rPr>
              <a:t> en el desarrollo del sistema.</a:t>
            </a:r>
          </a:p>
        </p:txBody>
      </p:sp>
    </p:spTree>
    <p:extLst>
      <p:ext uri="{BB962C8B-B14F-4D97-AF65-F5344CB8AC3E}">
        <p14:creationId xmlns:p14="http://schemas.microsoft.com/office/powerpoint/2010/main" val="400533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5DDCD-76BB-9111-44C6-B5005037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Ciclo de vida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D31CF6-EC61-F00A-A4D2-5D7414D3E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346" y="2554564"/>
            <a:ext cx="7045308" cy="392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714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D887A-94E4-5962-DFE1-EDE1F6B5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</a:t>
            </a:r>
            <a:r>
              <a:rPr lang="es-AR" dirty="0" err="1"/>
              <a:t>Iteratividad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C1F46C-DE76-76B4-9270-62546736C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231" y="2600722"/>
            <a:ext cx="7226396" cy="407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3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2C249-5D48-7D40-74B6-6E263E06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RUP</a:t>
            </a:r>
            <a:r>
              <a:rPr lang="es-AR" dirty="0"/>
              <a:t> / </a:t>
            </a:r>
            <a:r>
              <a:rPr lang="es-AR" dirty="0" err="1"/>
              <a:t>Iteratividad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490616-9026-A024-C2EC-8A9C6DD9D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231" y="2600723"/>
            <a:ext cx="7245538" cy="397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27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962A1-DF46-D092-08BC-B631B343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UML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9B164-CF92-96E0-3CE0-39BA80293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Es un lenguaje universal para especificar, visualizar, construir y documentar los artefactos de los sistemas software.</a:t>
            </a:r>
          </a:p>
          <a:p>
            <a:r>
              <a:rPr lang="es-AR" dirty="0"/>
              <a:t>Brinda a arquitectos de sistemas, ingenieros y desarrolladores de software las herramientas para el análisis, el diseño y la implementación de sistemas basados en software, así como para el modelado de procesos de negocios y similares.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3441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99537-6247-C57E-7394-151AF3DF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UML</a:t>
            </a:r>
            <a:r>
              <a:rPr lang="es-AR" dirty="0"/>
              <a:t> / Diagramas y vistas</a:t>
            </a:r>
          </a:p>
        </p:txBody>
      </p:sp>
      <p:graphicFrame>
        <p:nvGraphicFramePr>
          <p:cNvPr id="4" name="Google Shape;215;p25">
            <a:extLst>
              <a:ext uri="{FF2B5EF4-FFF2-40B4-BE49-F238E27FC236}">
                <a16:creationId xmlns:a16="http://schemas.microsoft.com/office/drawing/2014/main" id="{46F930EB-FD89-B576-4540-ED39A31D87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211129"/>
              </p:ext>
            </p:extLst>
          </p:nvPr>
        </p:nvGraphicFramePr>
        <p:xfrm>
          <a:off x="1919189" y="2366404"/>
          <a:ext cx="8353622" cy="42670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74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1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Tipo de Vista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AR" sz="11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Roboto Slab"/>
                        </a:rPr>
                        <a:t>Diagrama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03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Comportamiento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Casos de </a:t>
                      </a:r>
                      <a:r>
                        <a:rPr lang="en" sz="1100" b="0" dirty="0" err="1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Uso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Actividades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Quicksand"/>
                          <a:cs typeface="Calibri" panose="020F0502020204030204" pitchFamily="34" charset="0"/>
                          <a:sym typeface="Quicksand"/>
                        </a:rPr>
                        <a:t>Maquina de estados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Quicksand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103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Interacción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Secuencia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13418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Colaboración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474696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Tiempo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1236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Interacción Global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10886"/>
                  </a:ext>
                </a:extLst>
              </a:tr>
              <a:tr h="299103">
                <a:tc row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Estructura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Paquetes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97593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Clases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344997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Objetos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943584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Estructura Compuesta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070562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Componentes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37200"/>
                  </a:ext>
                </a:extLst>
              </a:tr>
              <a:tr h="299103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607D8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0" dirty="0">
                          <a:solidFill>
                            <a:schemeClr val="dk1"/>
                          </a:solidFill>
                          <a:latin typeface="Century Gothic" panose="020B0502020202020204" pitchFamily="34" charset="0"/>
                          <a:ea typeface="Roboto Slab"/>
                          <a:cs typeface="Calibri" panose="020F0502020204030204" pitchFamily="34" charset="0"/>
                          <a:sym typeface="Quicksand"/>
                        </a:rPr>
                        <a:t>Despliegue</a:t>
                      </a:r>
                      <a:endParaRPr sz="1100" b="0" dirty="0">
                        <a:solidFill>
                          <a:schemeClr val="dk1"/>
                        </a:solidFill>
                        <a:latin typeface="Century Gothic" panose="020B0502020202020204" pitchFamily="34" charset="0"/>
                        <a:ea typeface="Roboto Slab"/>
                        <a:cs typeface="Calibri" panose="020F0502020204030204" pitchFamily="34" charset="0"/>
                        <a:sym typeface="Quicksand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4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0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Clases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Una </a:t>
            </a:r>
            <a:r>
              <a:rPr dirty="0" err="1"/>
              <a:t>clase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plantilla</a:t>
            </a:r>
            <a:r>
              <a:rPr dirty="0"/>
              <a:t> o </a:t>
            </a:r>
            <a:r>
              <a:rPr dirty="0" err="1"/>
              <a:t>molde</a:t>
            </a:r>
            <a:r>
              <a:rPr dirty="0"/>
              <a:t>.</a:t>
            </a:r>
          </a:p>
          <a:p>
            <a:r>
              <a:rPr dirty="0"/>
              <a:t>Define </a:t>
            </a:r>
            <a:r>
              <a:rPr dirty="0" err="1"/>
              <a:t>atributos</a:t>
            </a:r>
            <a:r>
              <a:rPr dirty="0"/>
              <a:t> y </a:t>
            </a:r>
            <a:r>
              <a:rPr dirty="0" err="1"/>
              <a:t>métodos</a:t>
            </a:r>
            <a:r>
              <a:rPr dirty="0"/>
              <a:t>.</a:t>
            </a:r>
          </a:p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CD9CCD-0F75-FDE8-79D7-2896BDCB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840" y="3483922"/>
            <a:ext cx="3595617" cy="896400"/>
          </a:xfrm>
          <a:prstGeom prst="rect">
            <a:avLst/>
          </a:prstGeom>
        </p:spPr>
      </p:pic>
      <p:sp>
        <p:nvSpPr>
          <p:cNvPr id="5" name="Google Shape;141;p20">
            <a:extLst>
              <a:ext uri="{FF2B5EF4-FFF2-40B4-BE49-F238E27FC236}">
                <a16:creationId xmlns:a16="http://schemas.microsoft.com/office/drawing/2014/main" id="{D9FD4BE1-2366-7ABB-652A-6D660D51FA0D}"/>
              </a:ext>
            </a:extLst>
          </p:cNvPr>
          <p:cNvSpPr txBox="1">
            <a:spLocks/>
          </p:cNvSpPr>
          <p:nvPr/>
        </p:nvSpPr>
        <p:spPr>
          <a:xfrm>
            <a:off x="2388382" y="4657954"/>
            <a:ext cx="2419800" cy="174284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bg1"/>
                </a:solidFill>
              </a:rPr>
              <a:t>+ Pública</a:t>
            </a:r>
          </a:p>
          <a:p>
            <a:pPr marL="0" indent="0">
              <a:buNone/>
            </a:pPr>
            <a:r>
              <a:rPr lang="es-AR" sz="1200" dirty="0">
                <a:solidFill>
                  <a:schemeClr val="bg1"/>
                </a:solidFill>
              </a:rPr>
              <a:t>Representa que se puede acceder al atributo o función desde cualquier lugar de la aplicación.</a:t>
            </a:r>
          </a:p>
        </p:txBody>
      </p:sp>
      <p:sp>
        <p:nvSpPr>
          <p:cNvPr id="6" name="Google Shape;142;p20">
            <a:extLst>
              <a:ext uri="{FF2B5EF4-FFF2-40B4-BE49-F238E27FC236}">
                <a16:creationId xmlns:a16="http://schemas.microsoft.com/office/drawing/2014/main" id="{614B3F11-2AD5-4AAF-88D7-AC4C8FFB5536}"/>
              </a:ext>
            </a:extLst>
          </p:cNvPr>
          <p:cNvSpPr txBox="1">
            <a:spLocks/>
          </p:cNvSpPr>
          <p:nvPr/>
        </p:nvSpPr>
        <p:spPr>
          <a:xfrm>
            <a:off x="5105519" y="4657954"/>
            <a:ext cx="2419800" cy="1742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/>
              <a:t>- Privada</a:t>
            </a:r>
          </a:p>
          <a:p>
            <a:pPr marL="0" indent="0">
              <a:buNone/>
            </a:pPr>
            <a:r>
              <a:rPr lang="es-AR" sz="1200" dirty="0"/>
              <a:t>Representa que se puede acceder al atributo o función únicamente desde la misma clase.</a:t>
            </a:r>
          </a:p>
        </p:txBody>
      </p:sp>
      <p:sp>
        <p:nvSpPr>
          <p:cNvPr id="7" name="Google Shape;143;p20">
            <a:extLst>
              <a:ext uri="{FF2B5EF4-FFF2-40B4-BE49-F238E27FC236}">
                <a16:creationId xmlns:a16="http://schemas.microsoft.com/office/drawing/2014/main" id="{CA385515-E6BD-1CA0-22B7-AC1F6386E205}"/>
              </a:ext>
            </a:extLst>
          </p:cNvPr>
          <p:cNvSpPr txBox="1">
            <a:spLocks/>
          </p:cNvSpPr>
          <p:nvPr/>
        </p:nvSpPr>
        <p:spPr>
          <a:xfrm>
            <a:off x="7822656" y="4657954"/>
            <a:ext cx="2419800" cy="1742846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bg1"/>
                </a:solidFill>
              </a:rPr>
              <a:t># Protegida</a:t>
            </a:r>
          </a:p>
          <a:p>
            <a:pPr marL="0" indent="0">
              <a:buNone/>
            </a:pPr>
            <a:r>
              <a:rPr lang="es-AR" sz="1200" dirty="0">
                <a:solidFill>
                  <a:schemeClr val="bg1"/>
                </a:solidFill>
              </a:rPr>
              <a:t>Representa que el atributo o función puede ser accedida únicamente desde la misma clase o desde las clases que hereden de ella (clases derivadas).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clase en Java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5BB126-202F-997D-C45C-C966687E5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441" y="2470150"/>
            <a:ext cx="5551877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objeto?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objeto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instancia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.</a:t>
            </a:r>
          </a:p>
          <a:p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r>
              <a:rPr dirty="0"/>
              <a:t>Los </a:t>
            </a: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.</a:t>
            </a:r>
            <a:endParaRPr lang="es-419" dirty="0"/>
          </a:p>
          <a:p>
            <a:r>
              <a:rPr lang="es-AR" dirty="0"/>
              <a:t>Todo objeto cuenta con tres características que lo diferencia del resto:</a:t>
            </a:r>
          </a:p>
          <a:p>
            <a:pPr lvl="1"/>
            <a:r>
              <a:rPr lang="es-AR" b="1" dirty="0"/>
              <a:t>Identidad</a:t>
            </a:r>
          </a:p>
          <a:p>
            <a:pPr lvl="1"/>
            <a:r>
              <a:rPr lang="es-AR" b="1" dirty="0"/>
              <a:t>Comportamiento</a:t>
            </a:r>
          </a:p>
          <a:p>
            <a:pPr lvl="1"/>
            <a:r>
              <a:rPr lang="es-AR" b="1" dirty="0"/>
              <a:t>Estado Interno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un objeto en Java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FF5F05-B2B3-03E1-AADF-BA8BB48FC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441" y="2457451"/>
            <a:ext cx="4486610" cy="22936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Pilares de la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382" y="2489200"/>
            <a:ext cx="3802868" cy="3530600"/>
          </a:xfrm>
        </p:spPr>
        <p:txBody>
          <a:bodyPr/>
          <a:lstStyle/>
          <a:p>
            <a:r>
              <a:rPr lang="es-AR" dirty="0"/>
              <a:t>Organizar el código fuente, y</a:t>
            </a:r>
          </a:p>
          <a:p>
            <a:r>
              <a:rPr lang="es-AR" dirty="0"/>
              <a:t>re-usar código fuente en similares contextos.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A5ECED0-2273-412E-9F20-F6849EEAD309}"/>
              </a:ext>
            </a:extLst>
          </p:cNvPr>
          <p:cNvGraphicFramePr/>
          <p:nvPr/>
        </p:nvGraphicFramePr>
        <p:xfrm>
          <a:off x="4211424" y="2561647"/>
          <a:ext cx="5726260" cy="3817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382" y="2489200"/>
            <a:ext cx="7339818" cy="3530600"/>
          </a:xfrm>
        </p:spPr>
        <p:txBody>
          <a:bodyPr/>
          <a:lstStyle/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modelar</a:t>
            </a:r>
            <a:r>
              <a:rPr dirty="0"/>
              <a:t> las </a:t>
            </a:r>
            <a:r>
              <a:rPr dirty="0" err="1"/>
              <a:t>características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.</a:t>
            </a:r>
          </a:p>
          <a:p>
            <a:r>
              <a:rPr dirty="0" err="1"/>
              <a:t>Oculta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detalles</a:t>
            </a:r>
            <a:r>
              <a:rPr dirty="0"/>
              <a:t> </a:t>
            </a:r>
            <a:r>
              <a:rPr dirty="0" err="1"/>
              <a:t>innecesarios</a:t>
            </a:r>
            <a:r>
              <a:rPr dirty="0"/>
              <a:t>.</a:t>
            </a:r>
            <a:endParaRPr lang="es-419" dirty="0"/>
          </a:p>
          <a:p>
            <a:r>
              <a:rPr lang="es-AR" dirty="0"/>
              <a:t>Los atributos y métodos de una clase deben ser relevantes para el dominio que estamos modelando.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BE68-55D4-067F-41EF-56056C59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58C1-5657-4AF0-D98D-3F4A91BD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a</a:t>
            </a:r>
            <a:r>
              <a:rPr dirty="0" err="1"/>
              <a:t>bstracción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ED7C-B4F8-9B0E-F19B-FB9886ECF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En un sistema podemos modelar un </a:t>
            </a:r>
            <a:r>
              <a:rPr lang="es-AR" b="1" dirty="0"/>
              <a:t>Auto</a:t>
            </a:r>
            <a:r>
              <a:rPr lang="es-AR" dirty="0"/>
              <a:t>.</a:t>
            </a:r>
          </a:p>
          <a:p>
            <a:r>
              <a:rPr lang="es-AR" dirty="0"/>
              <a:t>En la realidad un auto tiene:</a:t>
            </a:r>
          </a:p>
          <a:p>
            <a:pPr lvl="1"/>
            <a:r>
              <a:rPr lang="es-AR" dirty="0"/>
              <a:t>motor</a:t>
            </a:r>
          </a:p>
          <a:p>
            <a:pPr lvl="1"/>
            <a:r>
              <a:rPr lang="es-AR" dirty="0"/>
              <a:t>pistones</a:t>
            </a:r>
          </a:p>
          <a:p>
            <a:pPr lvl="1"/>
            <a:r>
              <a:rPr lang="es-AR" dirty="0"/>
              <a:t>sistema de inyección</a:t>
            </a:r>
          </a:p>
          <a:p>
            <a:pPr lvl="1"/>
            <a:r>
              <a:rPr lang="es-AR" dirty="0"/>
              <a:t>combustible</a:t>
            </a:r>
          </a:p>
          <a:p>
            <a:pPr lvl="1"/>
            <a:r>
              <a:rPr lang="es-AR" dirty="0"/>
              <a:t>sensores</a:t>
            </a:r>
          </a:p>
          <a:p>
            <a:pPr lvl="1"/>
            <a:r>
              <a:rPr lang="es-AR" dirty="0"/>
              <a:t>transmisión</a:t>
            </a:r>
          </a:p>
          <a:p>
            <a:pPr lvl="1"/>
            <a:r>
              <a:rPr lang="es-AR" dirty="0"/>
              <a:t>etc.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2183A4-3D92-618E-07FF-2F77A9E4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0" y="2959100"/>
            <a:ext cx="27178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4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Protege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un </a:t>
            </a:r>
            <a:r>
              <a:rPr dirty="0" err="1"/>
              <a:t>objeto</a:t>
            </a:r>
            <a:r>
              <a:rPr dirty="0"/>
              <a:t>.</a:t>
            </a:r>
          </a:p>
          <a:p>
            <a:r>
              <a:rPr dirty="0"/>
              <a:t>Se accede a </a:t>
            </a:r>
            <a:r>
              <a:rPr dirty="0" err="1"/>
              <a:t>ellos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métodos</a:t>
            </a:r>
            <a:r>
              <a:rPr dirty="0"/>
              <a:t>.</a:t>
            </a:r>
            <a:endParaRPr lang="es-419" dirty="0"/>
          </a:p>
          <a:p>
            <a:r>
              <a:rPr lang="es-AR" dirty="0"/>
              <a:t>El encapsulamiento nos permite controlar quien puede ver y utilizar los distintos módulos internos de nuestro sistema.</a:t>
            </a:r>
          </a:p>
          <a:p>
            <a:r>
              <a:rPr lang="es-AR" dirty="0"/>
              <a:t>En términos de clases, con el encapsulamiento definimos el acceso a los miembros de la clase.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312F-A3BA-ADC8-3463-50E52E60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3954-E2BA-DCE0-2FCD-06D1BD0A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e</a:t>
            </a:r>
            <a:r>
              <a:rPr dirty="0" err="1"/>
              <a:t>ncapsulamiento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1F0A5C-5EF5-ECA4-AACE-080EA66C1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28" y="2456695"/>
            <a:ext cx="3455621" cy="3338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582432-1952-6383-2481-ED1BAA6FF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400" y="1905000"/>
            <a:ext cx="3412958" cy="4863465"/>
          </a:xfrm>
          <a:prstGeom prst="rect">
            <a:avLst/>
          </a:prstGeom>
        </p:spPr>
      </p:pic>
      <p:sp>
        <p:nvSpPr>
          <p:cNvPr id="8" name="Flecha derecha 7">
            <a:extLst>
              <a:ext uri="{FF2B5EF4-FFF2-40B4-BE49-F238E27FC236}">
                <a16:creationId xmlns:a16="http://schemas.microsoft.com/office/drawing/2014/main" id="{AF555E3C-9CD0-67E7-B5F2-E2E766E0214A}"/>
              </a:ext>
            </a:extLst>
          </p:cNvPr>
          <p:cNvSpPr/>
          <p:nvPr/>
        </p:nvSpPr>
        <p:spPr>
          <a:xfrm>
            <a:off x="5749424" y="3755890"/>
            <a:ext cx="812800" cy="387350"/>
          </a:xfrm>
          <a:prstGeom prst="rightArrow">
            <a:avLst/>
          </a:prstGeom>
          <a:gradFill>
            <a:gsLst>
              <a:gs pos="0">
                <a:srgbClr val="5F2D60"/>
              </a:gs>
              <a:gs pos="22000">
                <a:srgbClr val="5F2D60"/>
              </a:gs>
              <a:gs pos="100000">
                <a:srgbClr val="36234D"/>
              </a:gs>
              <a:gs pos="100000">
                <a:srgbClr val="36234D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4782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8382" y="2489200"/>
            <a:ext cx="7549368" cy="3530600"/>
          </a:xfrm>
        </p:spPr>
        <p:txBody>
          <a:bodyPr/>
          <a:lstStyle/>
          <a:p>
            <a:r>
              <a:rPr lang="es-AR" dirty="0"/>
              <a:t>La herencia es una relación especial entre dos clases, la clase </a:t>
            </a:r>
            <a:r>
              <a:rPr lang="es-AR" b="1" dirty="0"/>
              <a:t>base</a:t>
            </a:r>
            <a:r>
              <a:rPr lang="es-AR" dirty="0"/>
              <a:t> y la clase </a:t>
            </a:r>
            <a:r>
              <a:rPr lang="es-AR" b="1" dirty="0"/>
              <a:t>derivada</a:t>
            </a:r>
            <a:r>
              <a:rPr lang="es-AR" dirty="0"/>
              <a:t>, en donde la clase </a:t>
            </a:r>
            <a:r>
              <a:rPr lang="es-AR" b="1" dirty="0"/>
              <a:t>derivada</a:t>
            </a:r>
            <a:r>
              <a:rPr lang="es-AR" dirty="0"/>
              <a:t> obtiene la habilidad de utilizar ciertas </a:t>
            </a:r>
            <a:r>
              <a:rPr lang="es-AR" b="1" dirty="0"/>
              <a:t>propiedades</a:t>
            </a:r>
            <a:r>
              <a:rPr lang="es-AR" dirty="0"/>
              <a:t> y </a:t>
            </a:r>
            <a:r>
              <a:rPr lang="es-AR" b="1" dirty="0"/>
              <a:t>funcionalidades</a:t>
            </a:r>
            <a:r>
              <a:rPr lang="es-AR" dirty="0"/>
              <a:t> de la clase </a:t>
            </a:r>
            <a:r>
              <a:rPr lang="es-AR" b="1" dirty="0"/>
              <a:t>base</a:t>
            </a:r>
            <a:r>
              <a:rPr lang="es-AR" dirty="0"/>
              <a:t>, incluso </a:t>
            </a:r>
            <a:r>
              <a:rPr lang="es-AR" b="1" dirty="0"/>
              <a:t>pudiendo sustituir</a:t>
            </a:r>
            <a:r>
              <a:rPr lang="es-AR" dirty="0"/>
              <a:t> funcionalidad de la clase </a:t>
            </a:r>
            <a:r>
              <a:rPr lang="es-AR" b="1" dirty="0"/>
              <a:t>base</a:t>
            </a:r>
            <a:r>
              <a:rPr lang="es-AR" dirty="0"/>
              <a:t>. La idea es que la clase </a:t>
            </a:r>
            <a:r>
              <a:rPr lang="es-AR" b="1" dirty="0"/>
              <a:t>derivada</a:t>
            </a:r>
            <a:r>
              <a:rPr lang="es-AR" dirty="0"/>
              <a:t> “</a:t>
            </a:r>
            <a:r>
              <a:rPr lang="es-AR" b="1" dirty="0"/>
              <a:t>hereda</a:t>
            </a:r>
            <a:r>
              <a:rPr lang="es-AR" dirty="0"/>
              <a:t>” algunas de las características de la clase </a:t>
            </a:r>
            <a:r>
              <a:rPr lang="es-AR" b="1" dirty="0"/>
              <a:t>base</a:t>
            </a:r>
            <a:r>
              <a:rPr lang="es-AR" dirty="0"/>
              <a:t>.</a:t>
            </a:r>
          </a:p>
          <a:p>
            <a:r>
              <a:rPr lang="es-AR" dirty="0"/>
              <a:t>Permite crear nuevas clases a partir de otras.</a:t>
            </a:r>
          </a:p>
          <a:p>
            <a:r>
              <a:rPr lang="es-AR" dirty="0"/>
              <a:t>Facilita reutilización de código.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herencia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0A5B30-CC63-0853-5CDB-153292737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1887169"/>
            <a:ext cx="3451306" cy="221237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E7AC586-CD78-B0AD-ECBF-EBEDCAAC5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51" y="4589195"/>
            <a:ext cx="3844617" cy="19468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613176-41F5-A01F-7EF5-69D5070D9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4800601"/>
            <a:ext cx="3854450" cy="1524081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BC1B597-47B9-B127-D985-4BE410AAA35F}"/>
              </a:ext>
            </a:extLst>
          </p:cNvPr>
          <p:cNvCxnSpPr/>
          <p:nvPr/>
        </p:nvCxnSpPr>
        <p:spPr>
          <a:xfrm flipV="1">
            <a:off x="4610100" y="4146550"/>
            <a:ext cx="412750" cy="393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716D906-0929-668D-E6D4-F71E6E9F06A6}"/>
              </a:ext>
            </a:extLst>
          </p:cNvPr>
          <p:cNvCxnSpPr>
            <a:cxnSpLocks/>
          </p:cNvCxnSpPr>
          <p:nvPr/>
        </p:nvCxnSpPr>
        <p:spPr>
          <a:xfrm flipH="1" flipV="1">
            <a:off x="6997702" y="4177022"/>
            <a:ext cx="342900" cy="54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Polimorfismo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tratar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objetos</a:t>
            </a:r>
            <a:r>
              <a:rPr dirty="0"/>
              <a:t> de forma </a:t>
            </a:r>
            <a:r>
              <a:rPr dirty="0" err="1"/>
              <a:t>uniforme</a:t>
            </a:r>
            <a:r>
              <a:rPr dirty="0"/>
              <a:t>.</a:t>
            </a:r>
          </a:p>
          <a:p>
            <a:r>
              <a:rPr dirty="0"/>
              <a:t>Una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comportarse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.</a:t>
            </a:r>
            <a:endParaRPr lang="es-419" dirty="0"/>
          </a:p>
          <a:p>
            <a:r>
              <a:rPr lang="es-AR" dirty="0"/>
              <a:t>Polimorfismo significa de </a:t>
            </a:r>
            <a:r>
              <a:rPr lang="es-AR" b="1" dirty="0"/>
              <a:t>muchas formas</a:t>
            </a:r>
            <a:r>
              <a:rPr lang="es-AR" dirty="0"/>
              <a:t>.</a:t>
            </a:r>
          </a:p>
          <a:p>
            <a:r>
              <a:rPr lang="es-AR" dirty="0"/>
              <a:t>Polimorfismo significa que distintos objetos pueden responder de forma diferente al mismo mensaje.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752B4-3278-31D2-D5FD-A582E799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8C7A-53DC-CF16-8A98-8EE21A3F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p</a:t>
            </a:r>
            <a:r>
              <a:rPr dirty="0" err="1"/>
              <a:t>olimorfismo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AA29E0-9763-7A48-544A-612A169E6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023" y="2218089"/>
            <a:ext cx="3136900" cy="17997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94AA2E-9A20-3918-2C05-942A4EC08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023" y="4113163"/>
            <a:ext cx="3111670" cy="126989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7AED90-7718-D0B6-3226-C1A7DF621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973" y="5478413"/>
            <a:ext cx="3178950" cy="126989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7BE49F8-B7EE-FE29-BFD7-99B31C6B1F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1" y="2302187"/>
            <a:ext cx="3271459" cy="16315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75EFA1-43EA-F865-8DA0-B2E4B61CA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150" y="4208515"/>
            <a:ext cx="4254500" cy="1269898"/>
          </a:xfrm>
        </p:spPr>
        <p:txBody>
          <a:bodyPr>
            <a:normAutofit/>
          </a:bodyPr>
          <a:lstStyle/>
          <a:p>
            <a:r>
              <a:rPr lang="es-AR" dirty="0"/>
              <a:t>Por qué puede ser peligroso sobrescribir un método ya implementado?</a:t>
            </a:r>
          </a:p>
        </p:txBody>
      </p:sp>
    </p:spTree>
    <p:extLst>
      <p:ext uri="{BB962C8B-B14F-4D97-AF65-F5344CB8AC3E}">
        <p14:creationId xmlns:p14="http://schemas.microsoft.com/office/powerpoint/2010/main" val="2052026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4624-BFF1-346C-5EB1-489CFC41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62E909B2-DEE9-040E-95EB-97FDE184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Repasando: Biblioteca Universitaria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DCA0D2-21AA-50E5-BD4A-1860A9135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382" y="2489200"/>
            <a:ext cx="6345260" cy="353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dirty="0"/>
              <a:t>La biblioteca de la universidad desea modelar los </a:t>
            </a:r>
            <a:r>
              <a:rPr lang="es-AR" b="1" dirty="0"/>
              <a:t>materiales que pueden prestarse</a:t>
            </a:r>
            <a:r>
              <a:rPr lang="es-AR" dirty="0"/>
              <a:t>.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/>
              <a:t>Todos los materiales tienen:</a:t>
            </a:r>
          </a:p>
          <a:p>
            <a:pPr lvl="1"/>
            <a:r>
              <a:rPr lang="es-AR" dirty="0"/>
              <a:t>título</a:t>
            </a:r>
          </a:p>
          <a:p>
            <a:pPr lvl="1"/>
            <a:r>
              <a:rPr lang="es-AR" dirty="0"/>
              <a:t>año de publicación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r>
              <a:rPr lang="es-AR" dirty="0"/>
              <a:t>Existen dos tipos de materiales:</a:t>
            </a:r>
          </a:p>
          <a:p>
            <a:pPr lvl="1"/>
            <a:r>
              <a:rPr lang="es-AR" b="1" dirty="0"/>
              <a:t>Libro</a:t>
            </a:r>
            <a:r>
              <a:rPr lang="es-AR" dirty="0"/>
              <a:t> → préstamo por </a:t>
            </a:r>
            <a:r>
              <a:rPr lang="es-AR" b="1" dirty="0"/>
              <a:t>15 días</a:t>
            </a:r>
            <a:endParaRPr lang="es-AR" dirty="0"/>
          </a:p>
          <a:p>
            <a:pPr lvl="1"/>
            <a:r>
              <a:rPr lang="es-AR" b="1" dirty="0"/>
              <a:t>Revista</a:t>
            </a:r>
            <a:r>
              <a:rPr lang="es-AR" dirty="0"/>
              <a:t> → préstamo por </a:t>
            </a:r>
            <a:r>
              <a:rPr lang="es-AR" b="1" dirty="0"/>
              <a:t>7 días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1612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FDD73-6F1D-8638-6E3A-7F5BFA56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070215D1-5CDF-6619-9AF3-AC47FE6C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Repasando: Biblioteca Universitaria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EC1256-758A-3046-1A73-FB127C86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0" y="2298700"/>
            <a:ext cx="5435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2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96D6-91AA-66E3-A31C-954EA9FC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AF2067EF-6477-9092-F9D9-5849255D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Repasando: Biblioteca Universitaria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073CF7-DA30-FC20-C679-638FBC6B6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442303"/>
            <a:ext cx="4057650" cy="19733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F9209F5-6F35-DF89-1187-1B2C2E2F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49" y="2425672"/>
            <a:ext cx="4013304" cy="20066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1D781F-D8D8-DF71-0040-D108CA69C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539" y="4620379"/>
            <a:ext cx="6784923" cy="198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44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8CADC-5FA9-19B3-1F46-83F76A20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Gracias!</a:t>
            </a:r>
          </a:p>
        </p:txBody>
      </p:sp>
      <p:pic>
        <p:nvPicPr>
          <p:cNvPr id="1030" name="Picture 6" descr="Para qué sirven las Preguntas? - INSM Blog ¿Para qué sirven las Preguntas?">
            <a:extLst>
              <a:ext uri="{FF2B5EF4-FFF2-40B4-BE49-F238E27FC236}">
                <a16:creationId xmlns:a16="http://schemas.microsoft.com/office/drawing/2014/main" id="{AEFA8919-1401-F664-2C40-645A64028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01" y="4685465"/>
            <a:ext cx="2454023" cy="17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24076-C980-5F13-DE86-6AFDCD413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382" y="2489200"/>
            <a:ext cx="6213218" cy="3530600"/>
          </a:xfrm>
        </p:spPr>
        <p:txBody>
          <a:bodyPr>
            <a:normAutofit/>
          </a:bodyPr>
          <a:lstStyle/>
          <a:p>
            <a:r>
              <a:rPr lang="es-419" sz="2400" dirty="0"/>
              <a:t>1. PDS Ejercicio 1</a:t>
            </a:r>
          </a:p>
          <a:p>
            <a:r>
              <a:rPr lang="es-419" sz="2400" dirty="0"/>
              <a:t>Preguntas?</a:t>
            </a:r>
          </a:p>
          <a:p>
            <a:r>
              <a:rPr lang="es-419" sz="2400" dirty="0"/>
              <a:t>mailto: </a:t>
            </a:r>
            <a:r>
              <a:rPr lang="es-419" sz="2400" dirty="0">
                <a:solidFill>
                  <a:srgbClr val="0070C0"/>
                </a:solidFill>
              </a:rPr>
              <a:t>mstricagnoli@uade.edu.ar</a:t>
            </a:r>
            <a:endParaRPr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485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358434839BD0E4EAAAF06F450293D30" ma:contentTypeVersion="0" ma:contentTypeDescription="Crear nuevo documento." ma:contentTypeScope="" ma:versionID="7c85281e88bc7375bc6693dada57822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8BCED0-8F07-435D-B6D4-4261F1219997}"/>
</file>

<file path=customXml/itemProps2.xml><?xml version="1.0" encoding="utf-8"?>
<ds:datastoreItem xmlns:ds="http://schemas.openxmlformats.org/officeDocument/2006/customXml" ds:itemID="{3E54E055-523F-4248-A7A0-F525B000C8FD}"/>
</file>

<file path=customXml/itemProps3.xml><?xml version="1.0" encoding="utf-8"?>
<ds:datastoreItem xmlns:ds="http://schemas.openxmlformats.org/officeDocument/2006/customXml" ds:itemID="{ADAA7CDB-AAEC-44E3-9846-812F4862706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</TotalTime>
  <Words>1982</Words>
  <Application>Microsoft Macintosh PowerPoint</Application>
  <PresentationFormat>Panorámica</PresentationFormat>
  <Paragraphs>287</Paragraphs>
  <Slides>39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Arial</vt:lpstr>
      <vt:lpstr>Calibri</vt:lpstr>
      <vt:lpstr>Century Gothic</vt:lpstr>
      <vt:lpstr>Wingdings 3</vt:lpstr>
      <vt:lpstr>Sala de reuniones Ion</vt:lpstr>
      <vt:lpstr>Procesos de Desarrollo de Software</vt:lpstr>
      <vt:lpstr>Objetivos de la cursada</vt:lpstr>
      <vt:lpstr>Agenda de la clase</vt:lpstr>
      <vt:lpstr>Aprobación de la cursada</vt:lpstr>
      <vt:lpstr>Herramientas</vt:lpstr>
      <vt:lpstr>Análisis y Diseño</vt:lpstr>
      <vt:lpstr>Metodologías de desarrollo Tradicional</vt:lpstr>
      <vt:lpstr>Metodologías de desarrollo Iterativo e Incremental</vt:lpstr>
      <vt:lpstr>Diferencias: tradicional vs iterativo</vt:lpstr>
      <vt:lpstr>Proceso Unificado</vt:lpstr>
      <vt:lpstr>RUP / Características</vt:lpstr>
      <vt:lpstr>RUP / Desarrollo iterativo e incremental</vt:lpstr>
      <vt:lpstr>RUP / Beneficios del desarrollo iterativo</vt:lpstr>
      <vt:lpstr>RUP / Las 4 P’s</vt:lpstr>
      <vt:lpstr>RUP / Las cuatro fases del SDLC</vt:lpstr>
      <vt:lpstr>RUP / Ciclo de vida</vt:lpstr>
      <vt:lpstr>RUP / Glosario</vt:lpstr>
      <vt:lpstr>RUP / Ciclo de vida</vt:lpstr>
      <vt:lpstr>RUP / Iteratividad</vt:lpstr>
      <vt:lpstr>RUP / Iteratividad</vt:lpstr>
      <vt:lpstr>UML</vt:lpstr>
      <vt:lpstr>UML / Diagramas y vistas</vt:lpstr>
      <vt:lpstr>Clases</vt:lpstr>
      <vt:lpstr>Ejemplo de clase en Java</vt:lpstr>
      <vt:lpstr>¿Qué es un objeto?</vt:lpstr>
      <vt:lpstr>Crear un objeto en Java</vt:lpstr>
      <vt:lpstr>Pilares de la programación orientada a objetos</vt:lpstr>
      <vt:lpstr>Abstracción</vt:lpstr>
      <vt:lpstr>Ejemplo abstracción</vt:lpstr>
      <vt:lpstr>Encapsulamiento</vt:lpstr>
      <vt:lpstr>Ejemplo encapsulamiento</vt:lpstr>
      <vt:lpstr>Herencia</vt:lpstr>
      <vt:lpstr>Ejemplo herencia</vt:lpstr>
      <vt:lpstr>Polimorfismo</vt:lpstr>
      <vt:lpstr>Ejemplo polimorfismo</vt:lpstr>
      <vt:lpstr>Repasando: Biblioteca Universitaria</vt:lpstr>
      <vt:lpstr>Repasando: Biblioteca Universitaria</vt:lpstr>
      <vt:lpstr>Repasando: Biblioteca Universitaria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Diseño Orientado a Objetos</dc:title>
  <dc:creator>Microsoft Office User</dc:creator>
  <cp:lastModifiedBy>Stricagnoli Matias Damian</cp:lastModifiedBy>
  <cp:revision>160</cp:revision>
  <dcterms:created xsi:type="dcterms:W3CDTF">2020-10-08T15:31:09Z</dcterms:created>
  <dcterms:modified xsi:type="dcterms:W3CDTF">2026-03-13T17:28:04Z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0x010100F358434839BD0E4EAAAF06F450293D30</vt:lpwstr>
  </property>
</Properties>
</file>