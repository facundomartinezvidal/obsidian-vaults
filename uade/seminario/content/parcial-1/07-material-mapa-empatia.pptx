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</p:sldIdLst>
  <p:sldSz cx="13004800" cy="7315200"/>
  <p:notesSz cx="9753600" cy="7315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883" y="53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2267712"/>
            <a:ext cx="11054080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4096512"/>
            <a:ext cx="9103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1682496"/>
            <a:ext cx="56570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1682496"/>
            <a:ext cx="565708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83980" y="1003110"/>
            <a:ext cx="12633960" cy="4709795"/>
          </a:xfrm>
          <a:custGeom>
            <a:avLst/>
            <a:gdLst/>
            <a:ahLst/>
            <a:cxnLst/>
            <a:rect l="l" t="t" r="r" b="b"/>
            <a:pathLst>
              <a:path w="9475470" h="4709795">
                <a:moveTo>
                  <a:pt x="19735" y="4700016"/>
                </a:moveTo>
                <a:lnTo>
                  <a:pt x="19570" y="4697590"/>
                </a:lnTo>
                <a:lnTo>
                  <a:pt x="17233" y="4692878"/>
                </a:lnTo>
                <a:lnTo>
                  <a:pt x="15405" y="4691278"/>
                </a:lnTo>
                <a:lnTo>
                  <a:pt x="10414" y="4689602"/>
                </a:lnTo>
                <a:lnTo>
                  <a:pt x="7988" y="4689767"/>
                </a:lnTo>
                <a:lnTo>
                  <a:pt x="3276" y="4692104"/>
                </a:lnTo>
                <a:lnTo>
                  <a:pt x="1676" y="4693932"/>
                </a:lnTo>
                <a:lnTo>
                  <a:pt x="0" y="4698924"/>
                </a:lnTo>
                <a:lnTo>
                  <a:pt x="165" y="4701349"/>
                </a:lnTo>
                <a:lnTo>
                  <a:pt x="2501" y="4706061"/>
                </a:lnTo>
                <a:lnTo>
                  <a:pt x="4330" y="4707648"/>
                </a:lnTo>
                <a:lnTo>
                  <a:pt x="9321" y="4709338"/>
                </a:lnTo>
                <a:lnTo>
                  <a:pt x="11747" y="4709172"/>
                </a:lnTo>
                <a:lnTo>
                  <a:pt x="16459" y="4706836"/>
                </a:lnTo>
                <a:lnTo>
                  <a:pt x="18059" y="4705007"/>
                </a:lnTo>
                <a:lnTo>
                  <a:pt x="19735" y="4700016"/>
                </a:lnTo>
                <a:close/>
              </a:path>
              <a:path w="9475470" h="4709795">
                <a:moveTo>
                  <a:pt x="30518" y="9321"/>
                </a:moveTo>
                <a:lnTo>
                  <a:pt x="28841" y="4343"/>
                </a:lnTo>
                <a:lnTo>
                  <a:pt x="27241" y="2501"/>
                </a:lnTo>
                <a:lnTo>
                  <a:pt x="22529" y="165"/>
                </a:lnTo>
                <a:lnTo>
                  <a:pt x="20104" y="0"/>
                </a:lnTo>
                <a:lnTo>
                  <a:pt x="15113" y="1676"/>
                </a:lnTo>
                <a:lnTo>
                  <a:pt x="13284" y="3276"/>
                </a:lnTo>
                <a:lnTo>
                  <a:pt x="10947" y="7988"/>
                </a:lnTo>
                <a:lnTo>
                  <a:pt x="10782" y="10414"/>
                </a:lnTo>
                <a:lnTo>
                  <a:pt x="12458" y="15392"/>
                </a:lnTo>
                <a:lnTo>
                  <a:pt x="14058" y="17233"/>
                </a:lnTo>
                <a:lnTo>
                  <a:pt x="18770" y="19570"/>
                </a:lnTo>
                <a:lnTo>
                  <a:pt x="21196" y="19735"/>
                </a:lnTo>
                <a:lnTo>
                  <a:pt x="26174" y="18059"/>
                </a:lnTo>
                <a:lnTo>
                  <a:pt x="28016" y="16459"/>
                </a:lnTo>
                <a:lnTo>
                  <a:pt x="30353" y="11747"/>
                </a:lnTo>
                <a:lnTo>
                  <a:pt x="30518" y="9321"/>
                </a:lnTo>
                <a:close/>
              </a:path>
              <a:path w="9475470" h="4709795">
                <a:moveTo>
                  <a:pt x="53873" y="4683087"/>
                </a:moveTo>
                <a:lnTo>
                  <a:pt x="53708" y="4680661"/>
                </a:lnTo>
                <a:lnTo>
                  <a:pt x="51371" y="4675949"/>
                </a:lnTo>
                <a:lnTo>
                  <a:pt x="49542" y="4674349"/>
                </a:lnTo>
                <a:lnTo>
                  <a:pt x="44551" y="4672673"/>
                </a:lnTo>
                <a:lnTo>
                  <a:pt x="42125" y="4672838"/>
                </a:lnTo>
                <a:lnTo>
                  <a:pt x="37414" y="4675175"/>
                </a:lnTo>
                <a:lnTo>
                  <a:pt x="35814" y="4677003"/>
                </a:lnTo>
                <a:lnTo>
                  <a:pt x="34137" y="4681994"/>
                </a:lnTo>
                <a:lnTo>
                  <a:pt x="34302" y="4684420"/>
                </a:lnTo>
                <a:lnTo>
                  <a:pt x="36639" y="4689132"/>
                </a:lnTo>
                <a:lnTo>
                  <a:pt x="38468" y="4690732"/>
                </a:lnTo>
                <a:lnTo>
                  <a:pt x="43459" y="4692408"/>
                </a:lnTo>
                <a:lnTo>
                  <a:pt x="45872" y="4692243"/>
                </a:lnTo>
                <a:lnTo>
                  <a:pt x="50596" y="4689907"/>
                </a:lnTo>
                <a:lnTo>
                  <a:pt x="52184" y="4688078"/>
                </a:lnTo>
                <a:lnTo>
                  <a:pt x="53873" y="4683087"/>
                </a:lnTo>
                <a:close/>
              </a:path>
              <a:path w="9475470" h="4709795">
                <a:moveTo>
                  <a:pt x="64643" y="26263"/>
                </a:moveTo>
                <a:lnTo>
                  <a:pt x="62966" y="21272"/>
                </a:lnTo>
                <a:lnTo>
                  <a:pt x="61366" y="19443"/>
                </a:lnTo>
                <a:lnTo>
                  <a:pt x="56654" y="17106"/>
                </a:lnTo>
                <a:lnTo>
                  <a:pt x="54229" y="16941"/>
                </a:lnTo>
                <a:lnTo>
                  <a:pt x="49237" y="18618"/>
                </a:lnTo>
                <a:lnTo>
                  <a:pt x="47409" y="20218"/>
                </a:lnTo>
                <a:lnTo>
                  <a:pt x="45072" y="24930"/>
                </a:lnTo>
                <a:lnTo>
                  <a:pt x="44907" y="27355"/>
                </a:lnTo>
                <a:lnTo>
                  <a:pt x="46583" y="32334"/>
                </a:lnTo>
                <a:lnTo>
                  <a:pt x="48183" y="34175"/>
                </a:lnTo>
                <a:lnTo>
                  <a:pt x="52895" y="36512"/>
                </a:lnTo>
                <a:lnTo>
                  <a:pt x="55321" y="36677"/>
                </a:lnTo>
                <a:lnTo>
                  <a:pt x="60312" y="35001"/>
                </a:lnTo>
                <a:lnTo>
                  <a:pt x="62141" y="33401"/>
                </a:lnTo>
                <a:lnTo>
                  <a:pt x="64477" y="28689"/>
                </a:lnTo>
                <a:lnTo>
                  <a:pt x="64643" y="26263"/>
                </a:lnTo>
                <a:close/>
              </a:path>
              <a:path w="9475470" h="4709795">
                <a:moveTo>
                  <a:pt x="88011" y="4666170"/>
                </a:moveTo>
                <a:lnTo>
                  <a:pt x="87845" y="4663745"/>
                </a:lnTo>
                <a:lnTo>
                  <a:pt x="85509" y="4659033"/>
                </a:lnTo>
                <a:lnTo>
                  <a:pt x="83680" y="4657433"/>
                </a:lnTo>
                <a:lnTo>
                  <a:pt x="78689" y="4655744"/>
                </a:lnTo>
                <a:lnTo>
                  <a:pt x="76263" y="4655909"/>
                </a:lnTo>
                <a:lnTo>
                  <a:pt x="71551" y="4658245"/>
                </a:lnTo>
                <a:lnTo>
                  <a:pt x="69951" y="4660087"/>
                </a:lnTo>
                <a:lnTo>
                  <a:pt x="68275" y="4665065"/>
                </a:lnTo>
                <a:lnTo>
                  <a:pt x="68440" y="4667491"/>
                </a:lnTo>
                <a:lnTo>
                  <a:pt x="70777" y="4672203"/>
                </a:lnTo>
                <a:lnTo>
                  <a:pt x="72605" y="4673803"/>
                </a:lnTo>
                <a:lnTo>
                  <a:pt x="77584" y="4675479"/>
                </a:lnTo>
                <a:lnTo>
                  <a:pt x="80010" y="4675314"/>
                </a:lnTo>
                <a:lnTo>
                  <a:pt x="84734" y="4672977"/>
                </a:lnTo>
                <a:lnTo>
                  <a:pt x="86321" y="4671149"/>
                </a:lnTo>
                <a:lnTo>
                  <a:pt x="88011" y="4666170"/>
                </a:lnTo>
                <a:close/>
              </a:path>
              <a:path w="9475470" h="4709795">
                <a:moveTo>
                  <a:pt x="98767" y="43205"/>
                </a:moveTo>
                <a:lnTo>
                  <a:pt x="97091" y="38214"/>
                </a:lnTo>
                <a:lnTo>
                  <a:pt x="95491" y="36385"/>
                </a:lnTo>
                <a:lnTo>
                  <a:pt x="90779" y="34048"/>
                </a:lnTo>
                <a:lnTo>
                  <a:pt x="88353" y="33883"/>
                </a:lnTo>
                <a:lnTo>
                  <a:pt x="83375" y="35560"/>
                </a:lnTo>
                <a:lnTo>
                  <a:pt x="81546" y="37160"/>
                </a:lnTo>
                <a:lnTo>
                  <a:pt x="79197" y="41871"/>
                </a:lnTo>
                <a:lnTo>
                  <a:pt x="79032" y="44297"/>
                </a:lnTo>
                <a:lnTo>
                  <a:pt x="80721" y="49276"/>
                </a:lnTo>
                <a:lnTo>
                  <a:pt x="82308" y="51117"/>
                </a:lnTo>
                <a:lnTo>
                  <a:pt x="87020" y="53454"/>
                </a:lnTo>
                <a:lnTo>
                  <a:pt x="89446" y="53619"/>
                </a:lnTo>
                <a:lnTo>
                  <a:pt x="94437" y="51943"/>
                </a:lnTo>
                <a:lnTo>
                  <a:pt x="96266" y="50342"/>
                </a:lnTo>
                <a:lnTo>
                  <a:pt x="98602" y="45631"/>
                </a:lnTo>
                <a:lnTo>
                  <a:pt x="98767" y="43205"/>
                </a:lnTo>
                <a:close/>
              </a:path>
              <a:path w="9475470" h="4709795">
                <a:moveTo>
                  <a:pt x="122148" y="4649241"/>
                </a:moveTo>
                <a:lnTo>
                  <a:pt x="121983" y="4646815"/>
                </a:lnTo>
                <a:lnTo>
                  <a:pt x="119646" y="4642104"/>
                </a:lnTo>
                <a:lnTo>
                  <a:pt x="117805" y="4640504"/>
                </a:lnTo>
                <a:lnTo>
                  <a:pt x="112826" y="4638827"/>
                </a:lnTo>
                <a:lnTo>
                  <a:pt x="110401" y="4638992"/>
                </a:lnTo>
                <a:lnTo>
                  <a:pt x="105689" y="4641329"/>
                </a:lnTo>
                <a:lnTo>
                  <a:pt x="104089" y="4643158"/>
                </a:lnTo>
                <a:lnTo>
                  <a:pt x="102412" y="4648136"/>
                </a:lnTo>
                <a:lnTo>
                  <a:pt x="102577" y="4650562"/>
                </a:lnTo>
                <a:lnTo>
                  <a:pt x="104914" y="4655274"/>
                </a:lnTo>
                <a:lnTo>
                  <a:pt x="106743" y="4656874"/>
                </a:lnTo>
                <a:lnTo>
                  <a:pt x="111721" y="4658550"/>
                </a:lnTo>
                <a:lnTo>
                  <a:pt x="114147" y="4658398"/>
                </a:lnTo>
                <a:lnTo>
                  <a:pt x="118859" y="4656048"/>
                </a:lnTo>
                <a:lnTo>
                  <a:pt x="120459" y="4654220"/>
                </a:lnTo>
                <a:lnTo>
                  <a:pt x="122148" y="4649241"/>
                </a:lnTo>
                <a:close/>
              </a:path>
              <a:path w="9475470" h="4709795">
                <a:moveTo>
                  <a:pt x="132905" y="60147"/>
                </a:moveTo>
                <a:lnTo>
                  <a:pt x="131216" y="55156"/>
                </a:lnTo>
                <a:lnTo>
                  <a:pt x="129628" y="53327"/>
                </a:lnTo>
                <a:lnTo>
                  <a:pt x="124917" y="50990"/>
                </a:lnTo>
                <a:lnTo>
                  <a:pt x="122491" y="50825"/>
                </a:lnTo>
                <a:lnTo>
                  <a:pt x="117500" y="52501"/>
                </a:lnTo>
                <a:lnTo>
                  <a:pt x="115671" y="54102"/>
                </a:lnTo>
                <a:lnTo>
                  <a:pt x="113334" y="58813"/>
                </a:lnTo>
                <a:lnTo>
                  <a:pt x="113169" y="61239"/>
                </a:lnTo>
                <a:lnTo>
                  <a:pt x="114846" y="66217"/>
                </a:lnTo>
                <a:lnTo>
                  <a:pt x="116446" y="68059"/>
                </a:lnTo>
                <a:lnTo>
                  <a:pt x="121158" y="70396"/>
                </a:lnTo>
                <a:lnTo>
                  <a:pt x="123583" y="70561"/>
                </a:lnTo>
                <a:lnTo>
                  <a:pt x="128562" y="68884"/>
                </a:lnTo>
                <a:lnTo>
                  <a:pt x="130390" y="67284"/>
                </a:lnTo>
                <a:lnTo>
                  <a:pt x="132740" y="62572"/>
                </a:lnTo>
                <a:lnTo>
                  <a:pt x="132905" y="60147"/>
                </a:lnTo>
                <a:close/>
              </a:path>
              <a:path w="9475470" h="4709795">
                <a:moveTo>
                  <a:pt x="156273" y="4632312"/>
                </a:moveTo>
                <a:lnTo>
                  <a:pt x="156108" y="4629886"/>
                </a:lnTo>
                <a:lnTo>
                  <a:pt x="153771" y="4625175"/>
                </a:lnTo>
                <a:lnTo>
                  <a:pt x="151942" y="4623574"/>
                </a:lnTo>
                <a:lnTo>
                  <a:pt x="146964" y="4621898"/>
                </a:lnTo>
                <a:lnTo>
                  <a:pt x="144538" y="4622063"/>
                </a:lnTo>
                <a:lnTo>
                  <a:pt x="139827" y="4624400"/>
                </a:lnTo>
                <a:lnTo>
                  <a:pt x="138226" y="4626229"/>
                </a:lnTo>
                <a:lnTo>
                  <a:pt x="136550" y="4631220"/>
                </a:lnTo>
                <a:lnTo>
                  <a:pt x="136702" y="4633633"/>
                </a:lnTo>
                <a:lnTo>
                  <a:pt x="139039" y="4638357"/>
                </a:lnTo>
                <a:lnTo>
                  <a:pt x="140881" y="4639945"/>
                </a:lnTo>
                <a:lnTo>
                  <a:pt x="145859" y="4641634"/>
                </a:lnTo>
                <a:lnTo>
                  <a:pt x="148285" y="4641469"/>
                </a:lnTo>
                <a:lnTo>
                  <a:pt x="152996" y="4639132"/>
                </a:lnTo>
                <a:lnTo>
                  <a:pt x="154597" y="4637303"/>
                </a:lnTo>
                <a:lnTo>
                  <a:pt x="156273" y="4632312"/>
                </a:lnTo>
                <a:close/>
              </a:path>
              <a:path w="9475470" h="4709795">
                <a:moveTo>
                  <a:pt x="167030" y="77089"/>
                </a:moveTo>
                <a:lnTo>
                  <a:pt x="165354" y="72097"/>
                </a:lnTo>
                <a:lnTo>
                  <a:pt x="163753" y="70269"/>
                </a:lnTo>
                <a:lnTo>
                  <a:pt x="159042" y="67932"/>
                </a:lnTo>
                <a:lnTo>
                  <a:pt x="156616" y="67767"/>
                </a:lnTo>
                <a:lnTo>
                  <a:pt x="151625" y="69443"/>
                </a:lnTo>
                <a:lnTo>
                  <a:pt x="149796" y="71043"/>
                </a:lnTo>
                <a:lnTo>
                  <a:pt x="147459" y="75755"/>
                </a:lnTo>
                <a:lnTo>
                  <a:pt x="147294" y="78181"/>
                </a:lnTo>
                <a:lnTo>
                  <a:pt x="148971" y="83159"/>
                </a:lnTo>
                <a:lnTo>
                  <a:pt x="150571" y="85001"/>
                </a:lnTo>
                <a:lnTo>
                  <a:pt x="155282" y="87337"/>
                </a:lnTo>
                <a:lnTo>
                  <a:pt x="157708" y="87503"/>
                </a:lnTo>
                <a:lnTo>
                  <a:pt x="162687" y="85826"/>
                </a:lnTo>
                <a:lnTo>
                  <a:pt x="164528" y="84226"/>
                </a:lnTo>
                <a:lnTo>
                  <a:pt x="166865" y="79514"/>
                </a:lnTo>
                <a:lnTo>
                  <a:pt x="167030" y="77089"/>
                </a:lnTo>
                <a:close/>
              </a:path>
              <a:path w="9475470" h="4709795">
                <a:moveTo>
                  <a:pt x="190411" y="4615383"/>
                </a:moveTo>
                <a:lnTo>
                  <a:pt x="190246" y="4612957"/>
                </a:lnTo>
                <a:lnTo>
                  <a:pt x="187909" y="4608246"/>
                </a:lnTo>
                <a:lnTo>
                  <a:pt x="186080" y="4606645"/>
                </a:lnTo>
                <a:lnTo>
                  <a:pt x="181102" y="4604969"/>
                </a:lnTo>
                <a:lnTo>
                  <a:pt x="178676" y="4605134"/>
                </a:lnTo>
                <a:lnTo>
                  <a:pt x="173964" y="4607471"/>
                </a:lnTo>
                <a:lnTo>
                  <a:pt x="172364" y="4609300"/>
                </a:lnTo>
                <a:lnTo>
                  <a:pt x="170675" y="4614291"/>
                </a:lnTo>
                <a:lnTo>
                  <a:pt x="170840" y="4616716"/>
                </a:lnTo>
                <a:lnTo>
                  <a:pt x="173177" y="4621428"/>
                </a:lnTo>
                <a:lnTo>
                  <a:pt x="175006" y="4623028"/>
                </a:lnTo>
                <a:lnTo>
                  <a:pt x="179997" y="4624705"/>
                </a:lnTo>
                <a:lnTo>
                  <a:pt x="182422" y="4624540"/>
                </a:lnTo>
                <a:lnTo>
                  <a:pt x="187134" y="4622203"/>
                </a:lnTo>
                <a:lnTo>
                  <a:pt x="188734" y="4620374"/>
                </a:lnTo>
                <a:lnTo>
                  <a:pt x="190411" y="4615383"/>
                </a:lnTo>
                <a:close/>
              </a:path>
              <a:path w="9475470" h="4709795">
                <a:moveTo>
                  <a:pt x="201155" y="94030"/>
                </a:moveTo>
                <a:lnTo>
                  <a:pt x="199478" y="89039"/>
                </a:lnTo>
                <a:lnTo>
                  <a:pt x="197878" y="87210"/>
                </a:lnTo>
                <a:lnTo>
                  <a:pt x="193167" y="84874"/>
                </a:lnTo>
                <a:lnTo>
                  <a:pt x="190741" y="84709"/>
                </a:lnTo>
                <a:lnTo>
                  <a:pt x="185762" y="86385"/>
                </a:lnTo>
                <a:lnTo>
                  <a:pt x="183921" y="87985"/>
                </a:lnTo>
                <a:lnTo>
                  <a:pt x="181584" y="92697"/>
                </a:lnTo>
                <a:lnTo>
                  <a:pt x="181419" y="95123"/>
                </a:lnTo>
                <a:lnTo>
                  <a:pt x="183095" y="100101"/>
                </a:lnTo>
                <a:lnTo>
                  <a:pt x="184696" y="101942"/>
                </a:lnTo>
                <a:lnTo>
                  <a:pt x="189407" y="104279"/>
                </a:lnTo>
                <a:lnTo>
                  <a:pt x="191833" y="104444"/>
                </a:lnTo>
                <a:lnTo>
                  <a:pt x="196824" y="102768"/>
                </a:lnTo>
                <a:lnTo>
                  <a:pt x="198653" y="101168"/>
                </a:lnTo>
                <a:lnTo>
                  <a:pt x="200990" y="96456"/>
                </a:lnTo>
                <a:lnTo>
                  <a:pt x="201155" y="94030"/>
                </a:lnTo>
                <a:close/>
              </a:path>
              <a:path w="9475470" h="4709795">
                <a:moveTo>
                  <a:pt x="224548" y="4598467"/>
                </a:moveTo>
                <a:lnTo>
                  <a:pt x="224383" y="4596041"/>
                </a:lnTo>
                <a:lnTo>
                  <a:pt x="222046" y="4591329"/>
                </a:lnTo>
                <a:lnTo>
                  <a:pt x="220218" y="4589729"/>
                </a:lnTo>
                <a:lnTo>
                  <a:pt x="215239" y="4588040"/>
                </a:lnTo>
                <a:lnTo>
                  <a:pt x="212813" y="4588205"/>
                </a:lnTo>
                <a:lnTo>
                  <a:pt x="208089" y="4590542"/>
                </a:lnTo>
                <a:lnTo>
                  <a:pt x="206502" y="4592383"/>
                </a:lnTo>
                <a:lnTo>
                  <a:pt x="204812" y="4597362"/>
                </a:lnTo>
                <a:lnTo>
                  <a:pt x="204978" y="4599787"/>
                </a:lnTo>
                <a:lnTo>
                  <a:pt x="207314" y="4604499"/>
                </a:lnTo>
                <a:lnTo>
                  <a:pt x="209143" y="4606099"/>
                </a:lnTo>
                <a:lnTo>
                  <a:pt x="214134" y="4607776"/>
                </a:lnTo>
                <a:lnTo>
                  <a:pt x="216560" y="4607611"/>
                </a:lnTo>
                <a:lnTo>
                  <a:pt x="221272" y="4605274"/>
                </a:lnTo>
                <a:lnTo>
                  <a:pt x="222872" y="4603445"/>
                </a:lnTo>
                <a:lnTo>
                  <a:pt x="224548" y="4598467"/>
                </a:lnTo>
                <a:close/>
              </a:path>
              <a:path w="9475470" h="4709795">
                <a:moveTo>
                  <a:pt x="235280" y="110972"/>
                </a:moveTo>
                <a:lnTo>
                  <a:pt x="233603" y="105981"/>
                </a:lnTo>
                <a:lnTo>
                  <a:pt x="232003" y="104152"/>
                </a:lnTo>
                <a:lnTo>
                  <a:pt x="227291" y="101815"/>
                </a:lnTo>
                <a:lnTo>
                  <a:pt x="224866" y="101650"/>
                </a:lnTo>
                <a:lnTo>
                  <a:pt x="219887" y="103327"/>
                </a:lnTo>
                <a:lnTo>
                  <a:pt x="218059" y="104927"/>
                </a:lnTo>
                <a:lnTo>
                  <a:pt x="215709" y="109639"/>
                </a:lnTo>
                <a:lnTo>
                  <a:pt x="215544" y="112064"/>
                </a:lnTo>
                <a:lnTo>
                  <a:pt x="217233" y="117043"/>
                </a:lnTo>
                <a:lnTo>
                  <a:pt x="218821" y="118884"/>
                </a:lnTo>
                <a:lnTo>
                  <a:pt x="223532" y="121221"/>
                </a:lnTo>
                <a:lnTo>
                  <a:pt x="225958" y="121386"/>
                </a:lnTo>
                <a:lnTo>
                  <a:pt x="230949" y="119710"/>
                </a:lnTo>
                <a:lnTo>
                  <a:pt x="232778" y="118110"/>
                </a:lnTo>
                <a:lnTo>
                  <a:pt x="235115" y="113398"/>
                </a:lnTo>
                <a:lnTo>
                  <a:pt x="235280" y="110972"/>
                </a:lnTo>
                <a:close/>
              </a:path>
              <a:path w="9475470" h="4709795">
                <a:moveTo>
                  <a:pt x="258686" y="4581537"/>
                </a:moveTo>
                <a:lnTo>
                  <a:pt x="258521" y="4579112"/>
                </a:lnTo>
                <a:lnTo>
                  <a:pt x="256184" y="4574400"/>
                </a:lnTo>
                <a:lnTo>
                  <a:pt x="254355" y="4572800"/>
                </a:lnTo>
                <a:lnTo>
                  <a:pt x="249364" y="4571123"/>
                </a:lnTo>
                <a:lnTo>
                  <a:pt x="246951" y="4571289"/>
                </a:lnTo>
                <a:lnTo>
                  <a:pt x="242227" y="4573625"/>
                </a:lnTo>
                <a:lnTo>
                  <a:pt x="240626" y="4575454"/>
                </a:lnTo>
                <a:lnTo>
                  <a:pt x="238950" y="4580433"/>
                </a:lnTo>
                <a:lnTo>
                  <a:pt x="239115" y="4582858"/>
                </a:lnTo>
                <a:lnTo>
                  <a:pt x="241452" y="4587570"/>
                </a:lnTo>
                <a:lnTo>
                  <a:pt x="243281" y="4589170"/>
                </a:lnTo>
                <a:lnTo>
                  <a:pt x="248272" y="4590847"/>
                </a:lnTo>
                <a:lnTo>
                  <a:pt x="250698" y="4590681"/>
                </a:lnTo>
                <a:lnTo>
                  <a:pt x="255409" y="4588345"/>
                </a:lnTo>
                <a:lnTo>
                  <a:pt x="257009" y="4586516"/>
                </a:lnTo>
                <a:lnTo>
                  <a:pt x="258686" y="4581537"/>
                </a:lnTo>
                <a:close/>
              </a:path>
              <a:path w="9475470" h="4709795">
                <a:moveTo>
                  <a:pt x="269417" y="127914"/>
                </a:moveTo>
                <a:lnTo>
                  <a:pt x="267741" y="122923"/>
                </a:lnTo>
                <a:lnTo>
                  <a:pt x="266141" y="121094"/>
                </a:lnTo>
                <a:lnTo>
                  <a:pt x="261429" y="118757"/>
                </a:lnTo>
                <a:lnTo>
                  <a:pt x="259003" y="118592"/>
                </a:lnTo>
                <a:lnTo>
                  <a:pt x="254012" y="120269"/>
                </a:lnTo>
                <a:lnTo>
                  <a:pt x="252183" y="121869"/>
                </a:lnTo>
                <a:lnTo>
                  <a:pt x="249847" y="126580"/>
                </a:lnTo>
                <a:lnTo>
                  <a:pt x="249682" y="129006"/>
                </a:lnTo>
                <a:lnTo>
                  <a:pt x="251358" y="133985"/>
                </a:lnTo>
                <a:lnTo>
                  <a:pt x="252958" y="135826"/>
                </a:lnTo>
                <a:lnTo>
                  <a:pt x="257670" y="138163"/>
                </a:lnTo>
                <a:lnTo>
                  <a:pt x="260096" y="138328"/>
                </a:lnTo>
                <a:lnTo>
                  <a:pt x="265074" y="136652"/>
                </a:lnTo>
                <a:lnTo>
                  <a:pt x="266903" y="135051"/>
                </a:lnTo>
                <a:lnTo>
                  <a:pt x="269252" y="130340"/>
                </a:lnTo>
                <a:lnTo>
                  <a:pt x="269417" y="127914"/>
                </a:lnTo>
                <a:close/>
              </a:path>
              <a:path w="9475470" h="4709795">
                <a:moveTo>
                  <a:pt x="292823" y="4564608"/>
                </a:moveTo>
                <a:lnTo>
                  <a:pt x="292658" y="4562183"/>
                </a:lnTo>
                <a:lnTo>
                  <a:pt x="290322" y="4557471"/>
                </a:lnTo>
                <a:lnTo>
                  <a:pt x="288493" y="4555871"/>
                </a:lnTo>
                <a:lnTo>
                  <a:pt x="283502" y="4554194"/>
                </a:lnTo>
                <a:lnTo>
                  <a:pt x="281076" y="4554359"/>
                </a:lnTo>
                <a:lnTo>
                  <a:pt x="276364" y="4556696"/>
                </a:lnTo>
                <a:lnTo>
                  <a:pt x="274764" y="4558525"/>
                </a:lnTo>
                <a:lnTo>
                  <a:pt x="273088" y="4563516"/>
                </a:lnTo>
                <a:lnTo>
                  <a:pt x="273253" y="4565929"/>
                </a:lnTo>
                <a:lnTo>
                  <a:pt x="275590" y="4570654"/>
                </a:lnTo>
                <a:lnTo>
                  <a:pt x="277418" y="4572241"/>
                </a:lnTo>
                <a:lnTo>
                  <a:pt x="282409" y="4573930"/>
                </a:lnTo>
                <a:lnTo>
                  <a:pt x="284822" y="4573765"/>
                </a:lnTo>
                <a:lnTo>
                  <a:pt x="289547" y="4571428"/>
                </a:lnTo>
                <a:lnTo>
                  <a:pt x="291147" y="4569599"/>
                </a:lnTo>
                <a:lnTo>
                  <a:pt x="292823" y="4564608"/>
                </a:lnTo>
                <a:close/>
              </a:path>
              <a:path w="9475470" h="4709795">
                <a:moveTo>
                  <a:pt x="303542" y="144856"/>
                </a:moveTo>
                <a:lnTo>
                  <a:pt x="301866" y="139865"/>
                </a:lnTo>
                <a:lnTo>
                  <a:pt x="300266" y="138036"/>
                </a:lnTo>
                <a:lnTo>
                  <a:pt x="295554" y="135699"/>
                </a:lnTo>
                <a:lnTo>
                  <a:pt x="293128" y="135534"/>
                </a:lnTo>
                <a:lnTo>
                  <a:pt x="288137" y="137210"/>
                </a:lnTo>
                <a:lnTo>
                  <a:pt x="286308" y="138811"/>
                </a:lnTo>
                <a:lnTo>
                  <a:pt x="283972" y="143522"/>
                </a:lnTo>
                <a:lnTo>
                  <a:pt x="283806" y="145948"/>
                </a:lnTo>
                <a:lnTo>
                  <a:pt x="285483" y="150926"/>
                </a:lnTo>
                <a:lnTo>
                  <a:pt x="287083" y="152755"/>
                </a:lnTo>
                <a:lnTo>
                  <a:pt x="291795" y="155105"/>
                </a:lnTo>
                <a:lnTo>
                  <a:pt x="294220" y="155270"/>
                </a:lnTo>
                <a:lnTo>
                  <a:pt x="299212" y="153593"/>
                </a:lnTo>
                <a:lnTo>
                  <a:pt x="301040" y="151993"/>
                </a:lnTo>
                <a:lnTo>
                  <a:pt x="303377" y="147281"/>
                </a:lnTo>
                <a:lnTo>
                  <a:pt x="303542" y="144856"/>
                </a:lnTo>
                <a:close/>
              </a:path>
              <a:path w="9475470" h="4709795">
                <a:moveTo>
                  <a:pt x="326961" y="4547679"/>
                </a:moveTo>
                <a:lnTo>
                  <a:pt x="326796" y="4545254"/>
                </a:lnTo>
                <a:lnTo>
                  <a:pt x="324459" y="4540542"/>
                </a:lnTo>
                <a:lnTo>
                  <a:pt x="322630" y="4538942"/>
                </a:lnTo>
                <a:lnTo>
                  <a:pt x="317639" y="4537265"/>
                </a:lnTo>
                <a:lnTo>
                  <a:pt x="315214" y="4537430"/>
                </a:lnTo>
                <a:lnTo>
                  <a:pt x="310502" y="4539767"/>
                </a:lnTo>
                <a:lnTo>
                  <a:pt x="308902" y="4541596"/>
                </a:lnTo>
                <a:lnTo>
                  <a:pt x="307225" y="4546587"/>
                </a:lnTo>
                <a:lnTo>
                  <a:pt x="307390" y="4549013"/>
                </a:lnTo>
                <a:lnTo>
                  <a:pt x="309727" y="4553724"/>
                </a:lnTo>
                <a:lnTo>
                  <a:pt x="311556" y="4555325"/>
                </a:lnTo>
                <a:lnTo>
                  <a:pt x="316534" y="4557001"/>
                </a:lnTo>
                <a:lnTo>
                  <a:pt x="318960" y="4556836"/>
                </a:lnTo>
                <a:lnTo>
                  <a:pt x="323684" y="4554499"/>
                </a:lnTo>
                <a:lnTo>
                  <a:pt x="325272" y="4552670"/>
                </a:lnTo>
                <a:lnTo>
                  <a:pt x="326961" y="4547679"/>
                </a:lnTo>
                <a:close/>
              </a:path>
              <a:path w="9475470" h="4709795">
                <a:moveTo>
                  <a:pt x="337667" y="161798"/>
                </a:moveTo>
                <a:lnTo>
                  <a:pt x="335991" y="156806"/>
                </a:lnTo>
                <a:lnTo>
                  <a:pt x="334391" y="154978"/>
                </a:lnTo>
                <a:lnTo>
                  <a:pt x="329679" y="152641"/>
                </a:lnTo>
                <a:lnTo>
                  <a:pt x="327253" y="152476"/>
                </a:lnTo>
                <a:lnTo>
                  <a:pt x="322275" y="154152"/>
                </a:lnTo>
                <a:lnTo>
                  <a:pt x="320433" y="155752"/>
                </a:lnTo>
                <a:lnTo>
                  <a:pt x="318096" y="160464"/>
                </a:lnTo>
                <a:lnTo>
                  <a:pt x="317931" y="162890"/>
                </a:lnTo>
                <a:lnTo>
                  <a:pt x="319608" y="167868"/>
                </a:lnTo>
                <a:lnTo>
                  <a:pt x="321208" y="169697"/>
                </a:lnTo>
                <a:lnTo>
                  <a:pt x="325920" y="172046"/>
                </a:lnTo>
                <a:lnTo>
                  <a:pt x="328345" y="172212"/>
                </a:lnTo>
                <a:lnTo>
                  <a:pt x="333336" y="170535"/>
                </a:lnTo>
                <a:lnTo>
                  <a:pt x="335165" y="168935"/>
                </a:lnTo>
                <a:lnTo>
                  <a:pt x="337502" y="164223"/>
                </a:lnTo>
                <a:lnTo>
                  <a:pt x="337667" y="161798"/>
                </a:lnTo>
                <a:close/>
              </a:path>
              <a:path w="9475470" h="4709795">
                <a:moveTo>
                  <a:pt x="361099" y="4530750"/>
                </a:moveTo>
                <a:lnTo>
                  <a:pt x="360934" y="4528337"/>
                </a:lnTo>
                <a:lnTo>
                  <a:pt x="358597" y="4523613"/>
                </a:lnTo>
                <a:lnTo>
                  <a:pt x="356768" y="4522025"/>
                </a:lnTo>
                <a:lnTo>
                  <a:pt x="351777" y="4520336"/>
                </a:lnTo>
                <a:lnTo>
                  <a:pt x="349351" y="4520501"/>
                </a:lnTo>
                <a:lnTo>
                  <a:pt x="344639" y="4522838"/>
                </a:lnTo>
                <a:lnTo>
                  <a:pt x="343039" y="4524667"/>
                </a:lnTo>
                <a:lnTo>
                  <a:pt x="341363" y="4529658"/>
                </a:lnTo>
                <a:lnTo>
                  <a:pt x="341528" y="4532084"/>
                </a:lnTo>
                <a:lnTo>
                  <a:pt x="343865" y="4536795"/>
                </a:lnTo>
                <a:lnTo>
                  <a:pt x="345694" y="4538396"/>
                </a:lnTo>
                <a:lnTo>
                  <a:pt x="350672" y="4540072"/>
                </a:lnTo>
                <a:lnTo>
                  <a:pt x="353098" y="4539907"/>
                </a:lnTo>
                <a:lnTo>
                  <a:pt x="357809" y="4537570"/>
                </a:lnTo>
                <a:lnTo>
                  <a:pt x="359410" y="4535741"/>
                </a:lnTo>
                <a:lnTo>
                  <a:pt x="361099" y="4530750"/>
                </a:lnTo>
                <a:close/>
              </a:path>
              <a:path w="9475470" h="4709795">
                <a:moveTo>
                  <a:pt x="371792" y="178739"/>
                </a:moveTo>
                <a:lnTo>
                  <a:pt x="370116" y="173748"/>
                </a:lnTo>
                <a:lnTo>
                  <a:pt x="368528" y="171919"/>
                </a:lnTo>
                <a:lnTo>
                  <a:pt x="363804" y="169583"/>
                </a:lnTo>
                <a:lnTo>
                  <a:pt x="361378" y="169418"/>
                </a:lnTo>
                <a:lnTo>
                  <a:pt x="356400" y="171094"/>
                </a:lnTo>
                <a:lnTo>
                  <a:pt x="354571" y="172694"/>
                </a:lnTo>
                <a:lnTo>
                  <a:pt x="352234" y="177406"/>
                </a:lnTo>
                <a:lnTo>
                  <a:pt x="352069" y="179832"/>
                </a:lnTo>
                <a:lnTo>
                  <a:pt x="353745" y="184810"/>
                </a:lnTo>
                <a:lnTo>
                  <a:pt x="355333" y="186639"/>
                </a:lnTo>
                <a:lnTo>
                  <a:pt x="360057" y="188988"/>
                </a:lnTo>
                <a:lnTo>
                  <a:pt x="362470" y="189153"/>
                </a:lnTo>
                <a:lnTo>
                  <a:pt x="367461" y="187477"/>
                </a:lnTo>
                <a:lnTo>
                  <a:pt x="369290" y="185877"/>
                </a:lnTo>
                <a:lnTo>
                  <a:pt x="371627" y="181165"/>
                </a:lnTo>
                <a:lnTo>
                  <a:pt x="371792" y="178739"/>
                </a:lnTo>
                <a:close/>
              </a:path>
              <a:path w="9475470" h="4709795">
                <a:moveTo>
                  <a:pt x="395224" y="4513834"/>
                </a:moveTo>
                <a:lnTo>
                  <a:pt x="395071" y="4511408"/>
                </a:lnTo>
                <a:lnTo>
                  <a:pt x="392734" y="4506696"/>
                </a:lnTo>
                <a:lnTo>
                  <a:pt x="390893" y="4505096"/>
                </a:lnTo>
                <a:lnTo>
                  <a:pt x="385914" y="4503420"/>
                </a:lnTo>
                <a:lnTo>
                  <a:pt x="383489" y="4503585"/>
                </a:lnTo>
                <a:lnTo>
                  <a:pt x="378777" y="4505922"/>
                </a:lnTo>
                <a:lnTo>
                  <a:pt x="377177" y="4507750"/>
                </a:lnTo>
                <a:lnTo>
                  <a:pt x="375500" y="4512729"/>
                </a:lnTo>
                <a:lnTo>
                  <a:pt x="375666" y="4515155"/>
                </a:lnTo>
                <a:lnTo>
                  <a:pt x="378002" y="4519866"/>
                </a:lnTo>
                <a:lnTo>
                  <a:pt x="379831" y="4521466"/>
                </a:lnTo>
                <a:lnTo>
                  <a:pt x="384810" y="4523143"/>
                </a:lnTo>
                <a:lnTo>
                  <a:pt x="387235" y="4522978"/>
                </a:lnTo>
                <a:lnTo>
                  <a:pt x="391947" y="4520641"/>
                </a:lnTo>
                <a:lnTo>
                  <a:pt x="393547" y="4518812"/>
                </a:lnTo>
                <a:lnTo>
                  <a:pt x="395224" y="4513834"/>
                </a:lnTo>
                <a:close/>
              </a:path>
              <a:path w="9475470" h="4709795">
                <a:moveTo>
                  <a:pt x="405930" y="195681"/>
                </a:moveTo>
                <a:lnTo>
                  <a:pt x="404253" y="190690"/>
                </a:lnTo>
                <a:lnTo>
                  <a:pt x="402653" y="188861"/>
                </a:lnTo>
                <a:lnTo>
                  <a:pt x="397941" y="186524"/>
                </a:lnTo>
                <a:lnTo>
                  <a:pt x="395516" y="186359"/>
                </a:lnTo>
                <a:lnTo>
                  <a:pt x="390525" y="188036"/>
                </a:lnTo>
                <a:lnTo>
                  <a:pt x="388696" y="189636"/>
                </a:lnTo>
                <a:lnTo>
                  <a:pt x="386359" y="194348"/>
                </a:lnTo>
                <a:lnTo>
                  <a:pt x="386194" y="196773"/>
                </a:lnTo>
                <a:lnTo>
                  <a:pt x="387870" y="201752"/>
                </a:lnTo>
                <a:lnTo>
                  <a:pt x="389470" y="203581"/>
                </a:lnTo>
                <a:lnTo>
                  <a:pt x="394182" y="205930"/>
                </a:lnTo>
                <a:lnTo>
                  <a:pt x="396608" y="206095"/>
                </a:lnTo>
                <a:lnTo>
                  <a:pt x="401586" y="204419"/>
                </a:lnTo>
                <a:lnTo>
                  <a:pt x="403415" y="202819"/>
                </a:lnTo>
                <a:lnTo>
                  <a:pt x="405765" y="198107"/>
                </a:lnTo>
                <a:lnTo>
                  <a:pt x="405930" y="195681"/>
                </a:lnTo>
                <a:close/>
              </a:path>
              <a:path w="9475470" h="4709795">
                <a:moveTo>
                  <a:pt x="429361" y="4496905"/>
                </a:moveTo>
                <a:lnTo>
                  <a:pt x="429196" y="4494479"/>
                </a:lnTo>
                <a:lnTo>
                  <a:pt x="426859" y="4489767"/>
                </a:lnTo>
                <a:lnTo>
                  <a:pt x="425030" y="4488167"/>
                </a:lnTo>
                <a:lnTo>
                  <a:pt x="420052" y="4486491"/>
                </a:lnTo>
                <a:lnTo>
                  <a:pt x="417626" y="4486656"/>
                </a:lnTo>
                <a:lnTo>
                  <a:pt x="412915" y="4488993"/>
                </a:lnTo>
                <a:lnTo>
                  <a:pt x="411314" y="4490821"/>
                </a:lnTo>
                <a:lnTo>
                  <a:pt x="409625" y="4495800"/>
                </a:lnTo>
                <a:lnTo>
                  <a:pt x="409790" y="4498225"/>
                </a:lnTo>
                <a:lnTo>
                  <a:pt x="412127" y="4502937"/>
                </a:lnTo>
                <a:lnTo>
                  <a:pt x="413969" y="4504537"/>
                </a:lnTo>
                <a:lnTo>
                  <a:pt x="418947" y="4506226"/>
                </a:lnTo>
                <a:lnTo>
                  <a:pt x="421373" y="4506061"/>
                </a:lnTo>
                <a:lnTo>
                  <a:pt x="426085" y="4503725"/>
                </a:lnTo>
                <a:lnTo>
                  <a:pt x="427685" y="4501883"/>
                </a:lnTo>
                <a:lnTo>
                  <a:pt x="429361" y="4496905"/>
                </a:lnTo>
                <a:close/>
              </a:path>
              <a:path w="9475470" h="4709795">
                <a:moveTo>
                  <a:pt x="440055" y="212623"/>
                </a:moveTo>
                <a:lnTo>
                  <a:pt x="438378" y="207632"/>
                </a:lnTo>
                <a:lnTo>
                  <a:pt x="436778" y="205803"/>
                </a:lnTo>
                <a:lnTo>
                  <a:pt x="432066" y="203466"/>
                </a:lnTo>
                <a:lnTo>
                  <a:pt x="429641" y="203301"/>
                </a:lnTo>
                <a:lnTo>
                  <a:pt x="424649" y="204978"/>
                </a:lnTo>
                <a:lnTo>
                  <a:pt x="422821" y="206578"/>
                </a:lnTo>
                <a:lnTo>
                  <a:pt x="420484" y="211289"/>
                </a:lnTo>
                <a:lnTo>
                  <a:pt x="420319" y="213715"/>
                </a:lnTo>
                <a:lnTo>
                  <a:pt x="421995" y="218694"/>
                </a:lnTo>
                <a:lnTo>
                  <a:pt x="423595" y="220522"/>
                </a:lnTo>
                <a:lnTo>
                  <a:pt x="428307" y="222872"/>
                </a:lnTo>
                <a:lnTo>
                  <a:pt x="430733" y="223037"/>
                </a:lnTo>
                <a:lnTo>
                  <a:pt x="435724" y="221361"/>
                </a:lnTo>
                <a:lnTo>
                  <a:pt x="437553" y="219760"/>
                </a:lnTo>
                <a:lnTo>
                  <a:pt x="439889" y="215049"/>
                </a:lnTo>
                <a:lnTo>
                  <a:pt x="440055" y="212623"/>
                </a:lnTo>
                <a:close/>
              </a:path>
              <a:path w="9475470" h="4709795">
                <a:moveTo>
                  <a:pt x="463499" y="4479976"/>
                </a:moveTo>
                <a:lnTo>
                  <a:pt x="463334" y="4477550"/>
                </a:lnTo>
                <a:lnTo>
                  <a:pt x="460997" y="4472838"/>
                </a:lnTo>
                <a:lnTo>
                  <a:pt x="459168" y="4471238"/>
                </a:lnTo>
                <a:lnTo>
                  <a:pt x="454190" y="4469562"/>
                </a:lnTo>
                <a:lnTo>
                  <a:pt x="451764" y="4469727"/>
                </a:lnTo>
                <a:lnTo>
                  <a:pt x="447052" y="4472063"/>
                </a:lnTo>
                <a:lnTo>
                  <a:pt x="445452" y="4473892"/>
                </a:lnTo>
                <a:lnTo>
                  <a:pt x="443763" y="4478883"/>
                </a:lnTo>
                <a:lnTo>
                  <a:pt x="443928" y="4481309"/>
                </a:lnTo>
                <a:lnTo>
                  <a:pt x="446265" y="4486021"/>
                </a:lnTo>
                <a:lnTo>
                  <a:pt x="448094" y="4487621"/>
                </a:lnTo>
                <a:lnTo>
                  <a:pt x="453085" y="4489297"/>
                </a:lnTo>
                <a:lnTo>
                  <a:pt x="455510" y="4489132"/>
                </a:lnTo>
                <a:lnTo>
                  <a:pt x="460222" y="4486795"/>
                </a:lnTo>
                <a:lnTo>
                  <a:pt x="461822" y="4484967"/>
                </a:lnTo>
                <a:lnTo>
                  <a:pt x="463499" y="4479976"/>
                </a:lnTo>
                <a:close/>
              </a:path>
              <a:path w="9475470" h="4709795">
                <a:moveTo>
                  <a:pt x="474179" y="229565"/>
                </a:moveTo>
                <a:lnTo>
                  <a:pt x="472503" y="224574"/>
                </a:lnTo>
                <a:lnTo>
                  <a:pt x="470903" y="222745"/>
                </a:lnTo>
                <a:lnTo>
                  <a:pt x="466191" y="220408"/>
                </a:lnTo>
                <a:lnTo>
                  <a:pt x="463765" y="220243"/>
                </a:lnTo>
                <a:lnTo>
                  <a:pt x="458787" y="221919"/>
                </a:lnTo>
                <a:lnTo>
                  <a:pt x="456958" y="223520"/>
                </a:lnTo>
                <a:lnTo>
                  <a:pt x="454609" y="228231"/>
                </a:lnTo>
                <a:lnTo>
                  <a:pt x="454444" y="230657"/>
                </a:lnTo>
                <a:lnTo>
                  <a:pt x="456120" y="235635"/>
                </a:lnTo>
                <a:lnTo>
                  <a:pt x="457720" y="237464"/>
                </a:lnTo>
                <a:lnTo>
                  <a:pt x="462432" y="239814"/>
                </a:lnTo>
                <a:lnTo>
                  <a:pt x="464858" y="239979"/>
                </a:lnTo>
                <a:lnTo>
                  <a:pt x="469849" y="238302"/>
                </a:lnTo>
                <a:lnTo>
                  <a:pt x="471678" y="236702"/>
                </a:lnTo>
                <a:lnTo>
                  <a:pt x="474014" y="231990"/>
                </a:lnTo>
                <a:lnTo>
                  <a:pt x="474179" y="229565"/>
                </a:lnTo>
                <a:close/>
              </a:path>
              <a:path w="9475470" h="4709795">
                <a:moveTo>
                  <a:pt x="497636" y="4463046"/>
                </a:moveTo>
                <a:lnTo>
                  <a:pt x="497471" y="4460633"/>
                </a:lnTo>
                <a:lnTo>
                  <a:pt x="495134" y="4455909"/>
                </a:lnTo>
                <a:lnTo>
                  <a:pt x="493306" y="4454322"/>
                </a:lnTo>
                <a:lnTo>
                  <a:pt x="488327" y="4452632"/>
                </a:lnTo>
                <a:lnTo>
                  <a:pt x="485902" y="4452798"/>
                </a:lnTo>
                <a:lnTo>
                  <a:pt x="481177" y="4455134"/>
                </a:lnTo>
                <a:lnTo>
                  <a:pt x="479590" y="4456963"/>
                </a:lnTo>
                <a:lnTo>
                  <a:pt x="477901" y="4461954"/>
                </a:lnTo>
                <a:lnTo>
                  <a:pt x="478066" y="4464380"/>
                </a:lnTo>
                <a:lnTo>
                  <a:pt x="480402" y="4469092"/>
                </a:lnTo>
                <a:lnTo>
                  <a:pt x="482231" y="4470692"/>
                </a:lnTo>
                <a:lnTo>
                  <a:pt x="487222" y="4472368"/>
                </a:lnTo>
                <a:lnTo>
                  <a:pt x="489648" y="4472203"/>
                </a:lnTo>
                <a:lnTo>
                  <a:pt x="494360" y="4469866"/>
                </a:lnTo>
                <a:lnTo>
                  <a:pt x="495960" y="4468038"/>
                </a:lnTo>
                <a:lnTo>
                  <a:pt x="497636" y="4463046"/>
                </a:lnTo>
                <a:close/>
              </a:path>
              <a:path w="9475470" h="4709795">
                <a:moveTo>
                  <a:pt x="508304" y="246507"/>
                </a:moveTo>
                <a:lnTo>
                  <a:pt x="506628" y="241515"/>
                </a:lnTo>
                <a:lnTo>
                  <a:pt x="505040" y="239687"/>
                </a:lnTo>
                <a:lnTo>
                  <a:pt x="500316" y="237350"/>
                </a:lnTo>
                <a:lnTo>
                  <a:pt x="497903" y="237185"/>
                </a:lnTo>
                <a:lnTo>
                  <a:pt x="492912" y="238861"/>
                </a:lnTo>
                <a:lnTo>
                  <a:pt x="491083" y="240461"/>
                </a:lnTo>
                <a:lnTo>
                  <a:pt x="488746" y="245173"/>
                </a:lnTo>
                <a:lnTo>
                  <a:pt x="488581" y="247599"/>
                </a:lnTo>
                <a:lnTo>
                  <a:pt x="490258" y="252577"/>
                </a:lnTo>
                <a:lnTo>
                  <a:pt x="491845" y="254406"/>
                </a:lnTo>
                <a:lnTo>
                  <a:pt x="496570" y="256755"/>
                </a:lnTo>
                <a:lnTo>
                  <a:pt x="498995" y="256921"/>
                </a:lnTo>
                <a:lnTo>
                  <a:pt x="503974" y="255244"/>
                </a:lnTo>
                <a:lnTo>
                  <a:pt x="505802" y="253644"/>
                </a:lnTo>
                <a:lnTo>
                  <a:pt x="508139" y="248932"/>
                </a:lnTo>
                <a:lnTo>
                  <a:pt x="508304" y="246507"/>
                </a:lnTo>
                <a:close/>
              </a:path>
              <a:path w="9475470" h="4709795">
                <a:moveTo>
                  <a:pt x="531774" y="4446130"/>
                </a:moveTo>
                <a:lnTo>
                  <a:pt x="531609" y="4443704"/>
                </a:lnTo>
                <a:lnTo>
                  <a:pt x="529272" y="4438993"/>
                </a:lnTo>
                <a:lnTo>
                  <a:pt x="527443" y="4437392"/>
                </a:lnTo>
                <a:lnTo>
                  <a:pt x="522452" y="4435716"/>
                </a:lnTo>
                <a:lnTo>
                  <a:pt x="520026" y="4435868"/>
                </a:lnTo>
                <a:lnTo>
                  <a:pt x="515315" y="4438218"/>
                </a:lnTo>
                <a:lnTo>
                  <a:pt x="513715" y="4440047"/>
                </a:lnTo>
                <a:lnTo>
                  <a:pt x="512038" y="4445025"/>
                </a:lnTo>
                <a:lnTo>
                  <a:pt x="512203" y="4447451"/>
                </a:lnTo>
                <a:lnTo>
                  <a:pt x="514540" y="4452163"/>
                </a:lnTo>
                <a:lnTo>
                  <a:pt x="516369" y="4453763"/>
                </a:lnTo>
                <a:lnTo>
                  <a:pt x="521360" y="4455439"/>
                </a:lnTo>
                <a:lnTo>
                  <a:pt x="523786" y="4455274"/>
                </a:lnTo>
                <a:lnTo>
                  <a:pt x="528497" y="4452937"/>
                </a:lnTo>
                <a:lnTo>
                  <a:pt x="530098" y="4451108"/>
                </a:lnTo>
                <a:lnTo>
                  <a:pt x="531774" y="4446130"/>
                </a:lnTo>
                <a:close/>
              </a:path>
              <a:path w="9475470" h="4709795">
                <a:moveTo>
                  <a:pt x="542442" y="263448"/>
                </a:moveTo>
                <a:lnTo>
                  <a:pt x="540766" y="258457"/>
                </a:lnTo>
                <a:lnTo>
                  <a:pt x="539165" y="256628"/>
                </a:lnTo>
                <a:lnTo>
                  <a:pt x="534454" y="254292"/>
                </a:lnTo>
                <a:lnTo>
                  <a:pt x="532028" y="254127"/>
                </a:lnTo>
                <a:lnTo>
                  <a:pt x="527037" y="255803"/>
                </a:lnTo>
                <a:lnTo>
                  <a:pt x="525208" y="257403"/>
                </a:lnTo>
                <a:lnTo>
                  <a:pt x="522871" y="262115"/>
                </a:lnTo>
                <a:lnTo>
                  <a:pt x="522706" y="264541"/>
                </a:lnTo>
                <a:lnTo>
                  <a:pt x="524383" y="269519"/>
                </a:lnTo>
                <a:lnTo>
                  <a:pt x="525983" y="271348"/>
                </a:lnTo>
                <a:lnTo>
                  <a:pt x="530694" y="273697"/>
                </a:lnTo>
                <a:lnTo>
                  <a:pt x="533120" y="273862"/>
                </a:lnTo>
                <a:lnTo>
                  <a:pt x="538099" y="272173"/>
                </a:lnTo>
                <a:lnTo>
                  <a:pt x="539940" y="270586"/>
                </a:lnTo>
                <a:lnTo>
                  <a:pt x="542277" y="265874"/>
                </a:lnTo>
                <a:lnTo>
                  <a:pt x="542442" y="263448"/>
                </a:lnTo>
                <a:close/>
              </a:path>
              <a:path w="9475470" h="4709795">
                <a:moveTo>
                  <a:pt x="565912" y="4429201"/>
                </a:moveTo>
                <a:lnTo>
                  <a:pt x="565746" y="4426775"/>
                </a:lnTo>
                <a:lnTo>
                  <a:pt x="563410" y="4422064"/>
                </a:lnTo>
                <a:lnTo>
                  <a:pt x="561581" y="4420463"/>
                </a:lnTo>
                <a:lnTo>
                  <a:pt x="556590" y="4418787"/>
                </a:lnTo>
                <a:lnTo>
                  <a:pt x="554164" y="4418952"/>
                </a:lnTo>
                <a:lnTo>
                  <a:pt x="549452" y="4421289"/>
                </a:lnTo>
                <a:lnTo>
                  <a:pt x="547852" y="4423118"/>
                </a:lnTo>
                <a:lnTo>
                  <a:pt x="546176" y="4428096"/>
                </a:lnTo>
                <a:lnTo>
                  <a:pt x="546341" y="4430522"/>
                </a:lnTo>
                <a:lnTo>
                  <a:pt x="548678" y="4435233"/>
                </a:lnTo>
                <a:lnTo>
                  <a:pt x="550506" y="4436834"/>
                </a:lnTo>
                <a:lnTo>
                  <a:pt x="555498" y="4438523"/>
                </a:lnTo>
                <a:lnTo>
                  <a:pt x="557911" y="4438358"/>
                </a:lnTo>
                <a:lnTo>
                  <a:pt x="562635" y="4436021"/>
                </a:lnTo>
                <a:lnTo>
                  <a:pt x="564235" y="4434179"/>
                </a:lnTo>
                <a:lnTo>
                  <a:pt x="565912" y="4429201"/>
                </a:lnTo>
                <a:close/>
              </a:path>
              <a:path w="9475470" h="4709795">
                <a:moveTo>
                  <a:pt x="576567" y="280390"/>
                </a:moveTo>
                <a:lnTo>
                  <a:pt x="574890" y="275399"/>
                </a:lnTo>
                <a:lnTo>
                  <a:pt x="573290" y="273570"/>
                </a:lnTo>
                <a:lnTo>
                  <a:pt x="568579" y="271233"/>
                </a:lnTo>
                <a:lnTo>
                  <a:pt x="566153" y="271068"/>
                </a:lnTo>
                <a:lnTo>
                  <a:pt x="561162" y="272745"/>
                </a:lnTo>
                <a:lnTo>
                  <a:pt x="559333" y="274345"/>
                </a:lnTo>
                <a:lnTo>
                  <a:pt x="556996" y="279057"/>
                </a:lnTo>
                <a:lnTo>
                  <a:pt x="556831" y="281482"/>
                </a:lnTo>
                <a:lnTo>
                  <a:pt x="558507" y="286461"/>
                </a:lnTo>
                <a:lnTo>
                  <a:pt x="560108" y="288290"/>
                </a:lnTo>
                <a:lnTo>
                  <a:pt x="564819" y="290639"/>
                </a:lnTo>
                <a:lnTo>
                  <a:pt x="567245" y="290804"/>
                </a:lnTo>
                <a:lnTo>
                  <a:pt x="572236" y="289115"/>
                </a:lnTo>
                <a:lnTo>
                  <a:pt x="574065" y="287528"/>
                </a:lnTo>
                <a:lnTo>
                  <a:pt x="576402" y="282816"/>
                </a:lnTo>
                <a:lnTo>
                  <a:pt x="576567" y="280390"/>
                </a:lnTo>
                <a:close/>
              </a:path>
              <a:path w="9475470" h="4709795">
                <a:moveTo>
                  <a:pt x="600049" y="4412272"/>
                </a:moveTo>
                <a:lnTo>
                  <a:pt x="599884" y="4409846"/>
                </a:lnTo>
                <a:lnTo>
                  <a:pt x="597547" y="4405134"/>
                </a:lnTo>
                <a:lnTo>
                  <a:pt x="595718" y="4403534"/>
                </a:lnTo>
                <a:lnTo>
                  <a:pt x="590727" y="4401858"/>
                </a:lnTo>
                <a:lnTo>
                  <a:pt x="588302" y="4402023"/>
                </a:lnTo>
                <a:lnTo>
                  <a:pt x="583590" y="4404360"/>
                </a:lnTo>
                <a:lnTo>
                  <a:pt x="581990" y="4406189"/>
                </a:lnTo>
                <a:lnTo>
                  <a:pt x="580313" y="4411180"/>
                </a:lnTo>
                <a:lnTo>
                  <a:pt x="580478" y="4413605"/>
                </a:lnTo>
                <a:lnTo>
                  <a:pt x="582815" y="4418317"/>
                </a:lnTo>
                <a:lnTo>
                  <a:pt x="584644" y="4419917"/>
                </a:lnTo>
                <a:lnTo>
                  <a:pt x="589622" y="4421594"/>
                </a:lnTo>
                <a:lnTo>
                  <a:pt x="592048" y="4421429"/>
                </a:lnTo>
                <a:lnTo>
                  <a:pt x="596773" y="4419092"/>
                </a:lnTo>
                <a:lnTo>
                  <a:pt x="598360" y="4417263"/>
                </a:lnTo>
                <a:lnTo>
                  <a:pt x="600049" y="4412272"/>
                </a:lnTo>
                <a:close/>
              </a:path>
              <a:path w="9475470" h="4709795">
                <a:moveTo>
                  <a:pt x="610692" y="297332"/>
                </a:moveTo>
                <a:lnTo>
                  <a:pt x="609015" y="292341"/>
                </a:lnTo>
                <a:lnTo>
                  <a:pt x="607415" y="290512"/>
                </a:lnTo>
                <a:lnTo>
                  <a:pt x="602703" y="288175"/>
                </a:lnTo>
                <a:lnTo>
                  <a:pt x="600278" y="288010"/>
                </a:lnTo>
                <a:lnTo>
                  <a:pt x="595299" y="289687"/>
                </a:lnTo>
                <a:lnTo>
                  <a:pt x="593471" y="291287"/>
                </a:lnTo>
                <a:lnTo>
                  <a:pt x="591121" y="295998"/>
                </a:lnTo>
                <a:lnTo>
                  <a:pt x="590956" y="298424"/>
                </a:lnTo>
                <a:lnTo>
                  <a:pt x="592632" y="303403"/>
                </a:lnTo>
                <a:lnTo>
                  <a:pt x="594233" y="305231"/>
                </a:lnTo>
                <a:lnTo>
                  <a:pt x="598944" y="307581"/>
                </a:lnTo>
                <a:lnTo>
                  <a:pt x="601370" y="307746"/>
                </a:lnTo>
                <a:lnTo>
                  <a:pt x="606361" y="306057"/>
                </a:lnTo>
                <a:lnTo>
                  <a:pt x="608190" y="304469"/>
                </a:lnTo>
                <a:lnTo>
                  <a:pt x="610527" y="299758"/>
                </a:lnTo>
                <a:lnTo>
                  <a:pt x="610692" y="297332"/>
                </a:lnTo>
                <a:close/>
              </a:path>
              <a:path w="9475470" h="4709795">
                <a:moveTo>
                  <a:pt x="634187" y="4395343"/>
                </a:moveTo>
                <a:lnTo>
                  <a:pt x="634022" y="4392917"/>
                </a:lnTo>
                <a:lnTo>
                  <a:pt x="631685" y="4388205"/>
                </a:lnTo>
                <a:lnTo>
                  <a:pt x="629856" y="4386618"/>
                </a:lnTo>
                <a:lnTo>
                  <a:pt x="624865" y="4384929"/>
                </a:lnTo>
                <a:lnTo>
                  <a:pt x="622439" y="4385094"/>
                </a:lnTo>
                <a:lnTo>
                  <a:pt x="617728" y="4387431"/>
                </a:lnTo>
                <a:lnTo>
                  <a:pt x="616127" y="4389259"/>
                </a:lnTo>
                <a:lnTo>
                  <a:pt x="614451" y="4394251"/>
                </a:lnTo>
                <a:lnTo>
                  <a:pt x="614616" y="4396676"/>
                </a:lnTo>
                <a:lnTo>
                  <a:pt x="616953" y="4401388"/>
                </a:lnTo>
                <a:lnTo>
                  <a:pt x="618782" y="4402988"/>
                </a:lnTo>
                <a:lnTo>
                  <a:pt x="623760" y="4404665"/>
                </a:lnTo>
                <a:lnTo>
                  <a:pt x="626186" y="4404499"/>
                </a:lnTo>
                <a:lnTo>
                  <a:pt x="630897" y="4402163"/>
                </a:lnTo>
                <a:lnTo>
                  <a:pt x="632498" y="4400334"/>
                </a:lnTo>
                <a:lnTo>
                  <a:pt x="634187" y="4395343"/>
                </a:lnTo>
                <a:close/>
              </a:path>
              <a:path w="9475470" h="4709795">
                <a:moveTo>
                  <a:pt x="644829" y="314274"/>
                </a:moveTo>
                <a:lnTo>
                  <a:pt x="643140" y="309283"/>
                </a:lnTo>
                <a:lnTo>
                  <a:pt x="641553" y="307454"/>
                </a:lnTo>
                <a:lnTo>
                  <a:pt x="636828" y="305117"/>
                </a:lnTo>
                <a:lnTo>
                  <a:pt x="634415" y="304952"/>
                </a:lnTo>
                <a:lnTo>
                  <a:pt x="629424" y="306628"/>
                </a:lnTo>
                <a:lnTo>
                  <a:pt x="627595" y="308229"/>
                </a:lnTo>
                <a:lnTo>
                  <a:pt x="625259" y="312940"/>
                </a:lnTo>
                <a:lnTo>
                  <a:pt x="625094" y="315366"/>
                </a:lnTo>
                <a:lnTo>
                  <a:pt x="626770" y="320344"/>
                </a:lnTo>
                <a:lnTo>
                  <a:pt x="628370" y="322173"/>
                </a:lnTo>
                <a:lnTo>
                  <a:pt x="633082" y="324523"/>
                </a:lnTo>
                <a:lnTo>
                  <a:pt x="635508" y="324688"/>
                </a:lnTo>
                <a:lnTo>
                  <a:pt x="640486" y="322999"/>
                </a:lnTo>
                <a:lnTo>
                  <a:pt x="642315" y="321411"/>
                </a:lnTo>
                <a:lnTo>
                  <a:pt x="644664" y="316699"/>
                </a:lnTo>
                <a:lnTo>
                  <a:pt x="644829" y="314274"/>
                </a:lnTo>
                <a:close/>
              </a:path>
              <a:path w="9475470" h="4709795">
                <a:moveTo>
                  <a:pt x="668312" y="4378426"/>
                </a:moveTo>
                <a:lnTo>
                  <a:pt x="668159" y="4376001"/>
                </a:lnTo>
                <a:lnTo>
                  <a:pt x="665822" y="4371289"/>
                </a:lnTo>
                <a:lnTo>
                  <a:pt x="663981" y="4369689"/>
                </a:lnTo>
                <a:lnTo>
                  <a:pt x="659003" y="4368000"/>
                </a:lnTo>
                <a:lnTo>
                  <a:pt x="656577" y="4368165"/>
                </a:lnTo>
                <a:lnTo>
                  <a:pt x="651865" y="4370502"/>
                </a:lnTo>
                <a:lnTo>
                  <a:pt x="650265" y="4372343"/>
                </a:lnTo>
                <a:lnTo>
                  <a:pt x="648589" y="4377321"/>
                </a:lnTo>
                <a:lnTo>
                  <a:pt x="648754" y="4379747"/>
                </a:lnTo>
                <a:lnTo>
                  <a:pt x="651090" y="4384459"/>
                </a:lnTo>
                <a:lnTo>
                  <a:pt x="652919" y="4386059"/>
                </a:lnTo>
                <a:lnTo>
                  <a:pt x="657898" y="4387735"/>
                </a:lnTo>
                <a:lnTo>
                  <a:pt x="660323" y="4387570"/>
                </a:lnTo>
                <a:lnTo>
                  <a:pt x="665035" y="4385234"/>
                </a:lnTo>
                <a:lnTo>
                  <a:pt x="666635" y="4383405"/>
                </a:lnTo>
                <a:lnTo>
                  <a:pt x="668312" y="4378426"/>
                </a:lnTo>
                <a:close/>
              </a:path>
              <a:path w="9475470" h="4709795">
                <a:moveTo>
                  <a:pt x="678954" y="331216"/>
                </a:moveTo>
                <a:lnTo>
                  <a:pt x="677278" y="326224"/>
                </a:lnTo>
                <a:lnTo>
                  <a:pt x="675678" y="324396"/>
                </a:lnTo>
                <a:lnTo>
                  <a:pt x="670966" y="322059"/>
                </a:lnTo>
                <a:lnTo>
                  <a:pt x="668540" y="321894"/>
                </a:lnTo>
                <a:lnTo>
                  <a:pt x="663549" y="323570"/>
                </a:lnTo>
                <a:lnTo>
                  <a:pt x="661720" y="325170"/>
                </a:lnTo>
                <a:lnTo>
                  <a:pt x="659384" y="329882"/>
                </a:lnTo>
                <a:lnTo>
                  <a:pt x="659218" y="332295"/>
                </a:lnTo>
                <a:lnTo>
                  <a:pt x="660895" y="337286"/>
                </a:lnTo>
                <a:lnTo>
                  <a:pt x="662495" y="339115"/>
                </a:lnTo>
                <a:lnTo>
                  <a:pt x="667207" y="341464"/>
                </a:lnTo>
                <a:lnTo>
                  <a:pt x="669632" y="341630"/>
                </a:lnTo>
                <a:lnTo>
                  <a:pt x="674611" y="339940"/>
                </a:lnTo>
                <a:lnTo>
                  <a:pt x="676452" y="338353"/>
                </a:lnTo>
                <a:lnTo>
                  <a:pt x="678789" y="333641"/>
                </a:lnTo>
                <a:lnTo>
                  <a:pt x="678954" y="331216"/>
                </a:lnTo>
                <a:close/>
              </a:path>
              <a:path w="9475470" h="4709795">
                <a:moveTo>
                  <a:pt x="702449" y="4361497"/>
                </a:moveTo>
                <a:lnTo>
                  <a:pt x="702284" y="4359072"/>
                </a:lnTo>
                <a:lnTo>
                  <a:pt x="699947" y="4354360"/>
                </a:lnTo>
                <a:lnTo>
                  <a:pt x="698119" y="4352760"/>
                </a:lnTo>
                <a:lnTo>
                  <a:pt x="693140" y="4351083"/>
                </a:lnTo>
                <a:lnTo>
                  <a:pt x="690714" y="4351248"/>
                </a:lnTo>
                <a:lnTo>
                  <a:pt x="686003" y="4353585"/>
                </a:lnTo>
                <a:lnTo>
                  <a:pt x="684403" y="4355414"/>
                </a:lnTo>
                <a:lnTo>
                  <a:pt x="682713" y="4360392"/>
                </a:lnTo>
                <a:lnTo>
                  <a:pt x="682879" y="4362818"/>
                </a:lnTo>
                <a:lnTo>
                  <a:pt x="685215" y="4367530"/>
                </a:lnTo>
                <a:lnTo>
                  <a:pt x="687057" y="4369130"/>
                </a:lnTo>
                <a:lnTo>
                  <a:pt x="692035" y="4370819"/>
                </a:lnTo>
                <a:lnTo>
                  <a:pt x="694461" y="4370654"/>
                </a:lnTo>
                <a:lnTo>
                  <a:pt x="699173" y="4368317"/>
                </a:lnTo>
                <a:lnTo>
                  <a:pt x="700773" y="4366476"/>
                </a:lnTo>
                <a:lnTo>
                  <a:pt x="702449" y="4361497"/>
                </a:lnTo>
                <a:close/>
              </a:path>
              <a:path w="9475470" h="4709795">
                <a:moveTo>
                  <a:pt x="713079" y="348157"/>
                </a:moveTo>
                <a:lnTo>
                  <a:pt x="711403" y="343166"/>
                </a:lnTo>
                <a:lnTo>
                  <a:pt x="709803" y="341337"/>
                </a:lnTo>
                <a:lnTo>
                  <a:pt x="705091" y="339001"/>
                </a:lnTo>
                <a:lnTo>
                  <a:pt x="702665" y="338836"/>
                </a:lnTo>
                <a:lnTo>
                  <a:pt x="697687" y="340512"/>
                </a:lnTo>
                <a:lnTo>
                  <a:pt x="695845" y="342112"/>
                </a:lnTo>
                <a:lnTo>
                  <a:pt x="693508" y="346824"/>
                </a:lnTo>
                <a:lnTo>
                  <a:pt x="693343" y="349237"/>
                </a:lnTo>
                <a:lnTo>
                  <a:pt x="695020" y="354228"/>
                </a:lnTo>
                <a:lnTo>
                  <a:pt x="696620" y="356057"/>
                </a:lnTo>
                <a:lnTo>
                  <a:pt x="701332" y="358394"/>
                </a:lnTo>
                <a:lnTo>
                  <a:pt x="703757" y="358559"/>
                </a:lnTo>
                <a:lnTo>
                  <a:pt x="708748" y="356882"/>
                </a:lnTo>
                <a:lnTo>
                  <a:pt x="710577" y="355295"/>
                </a:lnTo>
                <a:lnTo>
                  <a:pt x="712914" y="350583"/>
                </a:lnTo>
                <a:lnTo>
                  <a:pt x="713079" y="348157"/>
                </a:lnTo>
                <a:close/>
              </a:path>
              <a:path w="9475470" h="4709795">
                <a:moveTo>
                  <a:pt x="736587" y="4344568"/>
                </a:moveTo>
                <a:lnTo>
                  <a:pt x="736422" y="4342142"/>
                </a:lnTo>
                <a:lnTo>
                  <a:pt x="734085" y="4337431"/>
                </a:lnTo>
                <a:lnTo>
                  <a:pt x="732256" y="4335831"/>
                </a:lnTo>
                <a:lnTo>
                  <a:pt x="727278" y="4334154"/>
                </a:lnTo>
                <a:lnTo>
                  <a:pt x="724852" y="4334319"/>
                </a:lnTo>
                <a:lnTo>
                  <a:pt x="720128" y="4336656"/>
                </a:lnTo>
                <a:lnTo>
                  <a:pt x="718540" y="4338485"/>
                </a:lnTo>
                <a:lnTo>
                  <a:pt x="716851" y="4343476"/>
                </a:lnTo>
                <a:lnTo>
                  <a:pt x="717016" y="4345902"/>
                </a:lnTo>
                <a:lnTo>
                  <a:pt x="719353" y="4350613"/>
                </a:lnTo>
                <a:lnTo>
                  <a:pt x="721182" y="4352201"/>
                </a:lnTo>
                <a:lnTo>
                  <a:pt x="726173" y="4353890"/>
                </a:lnTo>
                <a:lnTo>
                  <a:pt x="728599" y="4353725"/>
                </a:lnTo>
                <a:lnTo>
                  <a:pt x="733310" y="4351388"/>
                </a:lnTo>
                <a:lnTo>
                  <a:pt x="734910" y="4349559"/>
                </a:lnTo>
                <a:lnTo>
                  <a:pt x="736587" y="4344568"/>
                </a:lnTo>
                <a:close/>
              </a:path>
              <a:path w="9475470" h="4709795">
                <a:moveTo>
                  <a:pt x="747204" y="365099"/>
                </a:moveTo>
                <a:lnTo>
                  <a:pt x="745528" y="360108"/>
                </a:lnTo>
                <a:lnTo>
                  <a:pt x="743927" y="358279"/>
                </a:lnTo>
                <a:lnTo>
                  <a:pt x="739216" y="355942"/>
                </a:lnTo>
                <a:lnTo>
                  <a:pt x="736790" y="355777"/>
                </a:lnTo>
                <a:lnTo>
                  <a:pt x="731812" y="357454"/>
                </a:lnTo>
                <a:lnTo>
                  <a:pt x="729983" y="359054"/>
                </a:lnTo>
                <a:lnTo>
                  <a:pt x="727633" y="363766"/>
                </a:lnTo>
                <a:lnTo>
                  <a:pt x="727468" y="366179"/>
                </a:lnTo>
                <a:lnTo>
                  <a:pt x="729157" y="371170"/>
                </a:lnTo>
                <a:lnTo>
                  <a:pt x="730745" y="372999"/>
                </a:lnTo>
                <a:lnTo>
                  <a:pt x="735457" y="375335"/>
                </a:lnTo>
                <a:lnTo>
                  <a:pt x="737882" y="375500"/>
                </a:lnTo>
                <a:lnTo>
                  <a:pt x="742873" y="373824"/>
                </a:lnTo>
                <a:lnTo>
                  <a:pt x="744702" y="372237"/>
                </a:lnTo>
                <a:lnTo>
                  <a:pt x="747039" y="367525"/>
                </a:lnTo>
                <a:lnTo>
                  <a:pt x="747204" y="365099"/>
                </a:lnTo>
                <a:close/>
              </a:path>
              <a:path w="9475470" h="4709795">
                <a:moveTo>
                  <a:pt x="770724" y="4327639"/>
                </a:moveTo>
                <a:lnTo>
                  <a:pt x="770559" y="4325213"/>
                </a:lnTo>
                <a:lnTo>
                  <a:pt x="768223" y="4320502"/>
                </a:lnTo>
                <a:lnTo>
                  <a:pt x="766394" y="4318914"/>
                </a:lnTo>
                <a:lnTo>
                  <a:pt x="761403" y="4317225"/>
                </a:lnTo>
                <a:lnTo>
                  <a:pt x="758990" y="4317390"/>
                </a:lnTo>
                <a:lnTo>
                  <a:pt x="754265" y="4319727"/>
                </a:lnTo>
                <a:lnTo>
                  <a:pt x="752665" y="4321556"/>
                </a:lnTo>
                <a:lnTo>
                  <a:pt x="750989" y="4326547"/>
                </a:lnTo>
                <a:lnTo>
                  <a:pt x="751154" y="4328973"/>
                </a:lnTo>
                <a:lnTo>
                  <a:pt x="753491" y="4333684"/>
                </a:lnTo>
                <a:lnTo>
                  <a:pt x="755319" y="4335284"/>
                </a:lnTo>
                <a:lnTo>
                  <a:pt x="760310" y="4336961"/>
                </a:lnTo>
                <a:lnTo>
                  <a:pt x="762736" y="4336796"/>
                </a:lnTo>
                <a:lnTo>
                  <a:pt x="767448" y="4334459"/>
                </a:lnTo>
                <a:lnTo>
                  <a:pt x="769048" y="4332630"/>
                </a:lnTo>
                <a:lnTo>
                  <a:pt x="770724" y="4327639"/>
                </a:lnTo>
                <a:close/>
              </a:path>
              <a:path w="9475470" h="4709795">
                <a:moveTo>
                  <a:pt x="781342" y="382041"/>
                </a:moveTo>
                <a:lnTo>
                  <a:pt x="779653" y="377050"/>
                </a:lnTo>
                <a:lnTo>
                  <a:pt x="778065" y="375221"/>
                </a:lnTo>
                <a:lnTo>
                  <a:pt x="773353" y="372884"/>
                </a:lnTo>
                <a:lnTo>
                  <a:pt x="770928" y="372719"/>
                </a:lnTo>
                <a:lnTo>
                  <a:pt x="765937" y="374396"/>
                </a:lnTo>
                <a:lnTo>
                  <a:pt x="764108" y="375996"/>
                </a:lnTo>
                <a:lnTo>
                  <a:pt x="761771" y="380707"/>
                </a:lnTo>
                <a:lnTo>
                  <a:pt x="761606" y="383120"/>
                </a:lnTo>
                <a:lnTo>
                  <a:pt x="763282" y="388112"/>
                </a:lnTo>
                <a:lnTo>
                  <a:pt x="764882" y="389940"/>
                </a:lnTo>
                <a:lnTo>
                  <a:pt x="769594" y="392277"/>
                </a:lnTo>
                <a:lnTo>
                  <a:pt x="772020" y="392442"/>
                </a:lnTo>
                <a:lnTo>
                  <a:pt x="776998" y="390766"/>
                </a:lnTo>
                <a:lnTo>
                  <a:pt x="778827" y="389178"/>
                </a:lnTo>
                <a:lnTo>
                  <a:pt x="781177" y="384467"/>
                </a:lnTo>
                <a:lnTo>
                  <a:pt x="781342" y="382041"/>
                </a:lnTo>
                <a:close/>
              </a:path>
              <a:path w="9475470" h="4709795">
                <a:moveTo>
                  <a:pt x="804862" y="4310723"/>
                </a:moveTo>
                <a:lnTo>
                  <a:pt x="804697" y="4308297"/>
                </a:lnTo>
                <a:lnTo>
                  <a:pt x="802360" y="4303585"/>
                </a:lnTo>
                <a:lnTo>
                  <a:pt x="800531" y="4301985"/>
                </a:lnTo>
                <a:lnTo>
                  <a:pt x="795540" y="4300296"/>
                </a:lnTo>
                <a:lnTo>
                  <a:pt x="793115" y="4300461"/>
                </a:lnTo>
                <a:lnTo>
                  <a:pt x="788403" y="4302798"/>
                </a:lnTo>
                <a:lnTo>
                  <a:pt x="786803" y="4304639"/>
                </a:lnTo>
                <a:lnTo>
                  <a:pt x="785126" y="4309618"/>
                </a:lnTo>
                <a:lnTo>
                  <a:pt x="785291" y="4312043"/>
                </a:lnTo>
                <a:lnTo>
                  <a:pt x="787628" y="4316755"/>
                </a:lnTo>
                <a:lnTo>
                  <a:pt x="789457" y="4318355"/>
                </a:lnTo>
                <a:lnTo>
                  <a:pt x="794448" y="4320032"/>
                </a:lnTo>
                <a:lnTo>
                  <a:pt x="796874" y="4319867"/>
                </a:lnTo>
                <a:lnTo>
                  <a:pt x="801585" y="4317530"/>
                </a:lnTo>
                <a:lnTo>
                  <a:pt x="803186" y="4315701"/>
                </a:lnTo>
                <a:lnTo>
                  <a:pt x="804862" y="4310723"/>
                </a:lnTo>
                <a:close/>
              </a:path>
              <a:path w="9475470" h="4709795">
                <a:moveTo>
                  <a:pt x="815467" y="398983"/>
                </a:moveTo>
                <a:lnTo>
                  <a:pt x="813790" y="393992"/>
                </a:lnTo>
                <a:lnTo>
                  <a:pt x="812190" y="392163"/>
                </a:lnTo>
                <a:lnTo>
                  <a:pt x="807478" y="389826"/>
                </a:lnTo>
                <a:lnTo>
                  <a:pt x="805053" y="389661"/>
                </a:lnTo>
                <a:lnTo>
                  <a:pt x="800061" y="391337"/>
                </a:lnTo>
                <a:lnTo>
                  <a:pt x="798233" y="392925"/>
                </a:lnTo>
                <a:lnTo>
                  <a:pt x="795896" y="397649"/>
                </a:lnTo>
                <a:lnTo>
                  <a:pt x="795731" y="400062"/>
                </a:lnTo>
                <a:lnTo>
                  <a:pt x="797407" y="405053"/>
                </a:lnTo>
                <a:lnTo>
                  <a:pt x="799007" y="406882"/>
                </a:lnTo>
                <a:lnTo>
                  <a:pt x="803719" y="409219"/>
                </a:lnTo>
                <a:lnTo>
                  <a:pt x="806145" y="409384"/>
                </a:lnTo>
                <a:lnTo>
                  <a:pt x="811123" y="407708"/>
                </a:lnTo>
                <a:lnTo>
                  <a:pt x="812965" y="406120"/>
                </a:lnTo>
                <a:lnTo>
                  <a:pt x="815301" y="401408"/>
                </a:lnTo>
                <a:lnTo>
                  <a:pt x="815467" y="398983"/>
                </a:lnTo>
                <a:close/>
              </a:path>
              <a:path w="9475470" h="4709795">
                <a:moveTo>
                  <a:pt x="839000" y="4293794"/>
                </a:moveTo>
                <a:lnTo>
                  <a:pt x="838835" y="4291368"/>
                </a:lnTo>
                <a:lnTo>
                  <a:pt x="836498" y="4286656"/>
                </a:lnTo>
                <a:lnTo>
                  <a:pt x="834669" y="4285056"/>
                </a:lnTo>
                <a:lnTo>
                  <a:pt x="829678" y="4283380"/>
                </a:lnTo>
                <a:lnTo>
                  <a:pt x="827252" y="4283545"/>
                </a:lnTo>
                <a:lnTo>
                  <a:pt x="822540" y="4285881"/>
                </a:lnTo>
                <a:lnTo>
                  <a:pt x="820940" y="4287710"/>
                </a:lnTo>
                <a:lnTo>
                  <a:pt x="819264" y="4292689"/>
                </a:lnTo>
                <a:lnTo>
                  <a:pt x="819429" y="4295114"/>
                </a:lnTo>
                <a:lnTo>
                  <a:pt x="821766" y="4299826"/>
                </a:lnTo>
                <a:lnTo>
                  <a:pt x="823595" y="4301426"/>
                </a:lnTo>
                <a:lnTo>
                  <a:pt x="828586" y="4303103"/>
                </a:lnTo>
                <a:lnTo>
                  <a:pt x="830999" y="4302950"/>
                </a:lnTo>
                <a:lnTo>
                  <a:pt x="835723" y="4300601"/>
                </a:lnTo>
                <a:lnTo>
                  <a:pt x="837323" y="4298772"/>
                </a:lnTo>
                <a:lnTo>
                  <a:pt x="839000" y="4293794"/>
                </a:lnTo>
                <a:close/>
              </a:path>
              <a:path w="9475470" h="4709795">
                <a:moveTo>
                  <a:pt x="849591" y="415925"/>
                </a:moveTo>
                <a:lnTo>
                  <a:pt x="847915" y="410933"/>
                </a:lnTo>
                <a:lnTo>
                  <a:pt x="846315" y="409105"/>
                </a:lnTo>
                <a:lnTo>
                  <a:pt x="841603" y="406768"/>
                </a:lnTo>
                <a:lnTo>
                  <a:pt x="839177" y="406603"/>
                </a:lnTo>
                <a:lnTo>
                  <a:pt x="834199" y="408279"/>
                </a:lnTo>
                <a:lnTo>
                  <a:pt x="832358" y="409867"/>
                </a:lnTo>
                <a:lnTo>
                  <a:pt x="830021" y="414578"/>
                </a:lnTo>
                <a:lnTo>
                  <a:pt x="829856" y="417004"/>
                </a:lnTo>
                <a:lnTo>
                  <a:pt x="831532" y="421995"/>
                </a:lnTo>
                <a:lnTo>
                  <a:pt x="833132" y="423824"/>
                </a:lnTo>
                <a:lnTo>
                  <a:pt x="837844" y="426161"/>
                </a:lnTo>
                <a:lnTo>
                  <a:pt x="840270" y="426326"/>
                </a:lnTo>
                <a:lnTo>
                  <a:pt x="845261" y="424649"/>
                </a:lnTo>
                <a:lnTo>
                  <a:pt x="847090" y="423062"/>
                </a:lnTo>
                <a:lnTo>
                  <a:pt x="849426" y="418338"/>
                </a:lnTo>
                <a:lnTo>
                  <a:pt x="849591" y="415925"/>
                </a:lnTo>
                <a:close/>
              </a:path>
              <a:path w="9475470" h="4709795">
                <a:moveTo>
                  <a:pt x="873137" y="4276864"/>
                </a:moveTo>
                <a:lnTo>
                  <a:pt x="872972" y="4274439"/>
                </a:lnTo>
                <a:lnTo>
                  <a:pt x="870635" y="4269727"/>
                </a:lnTo>
                <a:lnTo>
                  <a:pt x="868807" y="4268127"/>
                </a:lnTo>
                <a:lnTo>
                  <a:pt x="863815" y="4266450"/>
                </a:lnTo>
                <a:lnTo>
                  <a:pt x="861390" y="4266616"/>
                </a:lnTo>
                <a:lnTo>
                  <a:pt x="856678" y="4268952"/>
                </a:lnTo>
                <a:lnTo>
                  <a:pt x="855078" y="4270781"/>
                </a:lnTo>
                <a:lnTo>
                  <a:pt x="853401" y="4275772"/>
                </a:lnTo>
                <a:lnTo>
                  <a:pt x="853567" y="4278185"/>
                </a:lnTo>
                <a:lnTo>
                  <a:pt x="855903" y="4282910"/>
                </a:lnTo>
                <a:lnTo>
                  <a:pt x="857732" y="4284497"/>
                </a:lnTo>
                <a:lnTo>
                  <a:pt x="862711" y="4286186"/>
                </a:lnTo>
                <a:lnTo>
                  <a:pt x="865136" y="4286021"/>
                </a:lnTo>
                <a:lnTo>
                  <a:pt x="869861" y="4283684"/>
                </a:lnTo>
                <a:lnTo>
                  <a:pt x="871448" y="4281856"/>
                </a:lnTo>
                <a:lnTo>
                  <a:pt x="873137" y="4276864"/>
                </a:lnTo>
                <a:close/>
              </a:path>
              <a:path w="9475470" h="4709795">
                <a:moveTo>
                  <a:pt x="883716" y="432866"/>
                </a:moveTo>
                <a:lnTo>
                  <a:pt x="882040" y="427875"/>
                </a:lnTo>
                <a:lnTo>
                  <a:pt x="880452" y="426046"/>
                </a:lnTo>
                <a:lnTo>
                  <a:pt x="875728" y="423710"/>
                </a:lnTo>
                <a:lnTo>
                  <a:pt x="873302" y="423545"/>
                </a:lnTo>
                <a:lnTo>
                  <a:pt x="868324" y="425221"/>
                </a:lnTo>
                <a:lnTo>
                  <a:pt x="866495" y="426808"/>
                </a:lnTo>
                <a:lnTo>
                  <a:pt x="864158" y="431520"/>
                </a:lnTo>
                <a:lnTo>
                  <a:pt x="863981" y="433946"/>
                </a:lnTo>
                <a:lnTo>
                  <a:pt x="865670" y="438937"/>
                </a:lnTo>
                <a:lnTo>
                  <a:pt x="867257" y="440766"/>
                </a:lnTo>
                <a:lnTo>
                  <a:pt x="871982" y="443103"/>
                </a:lnTo>
                <a:lnTo>
                  <a:pt x="874395" y="443268"/>
                </a:lnTo>
                <a:lnTo>
                  <a:pt x="879386" y="441591"/>
                </a:lnTo>
                <a:lnTo>
                  <a:pt x="881214" y="439991"/>
                </a:lnTo>
                <a:lnTo>
                  <a:pt x="883551" y="435279"/>
                </a:lnTo>
                <a:lnTo>
                  <a:pt x="883716" y="432866"/>
                </a:lnTo>
                <a:close/>
              </a:path>
              <a:path w="9475470" h="4709795">
                <a:moveTo>
                  <a:pt x="907275" y="4259935"/>
                </a:moveTo>
                <a:lnTo>
                  <a:pt x="907110" y="4257510"/>
                </a:lnTo>
                <a:lnTo>
                  <a:pt x="904773" y="4252798"/>
                </a:lnTo>
                <a:lnTo>
                  <a:pt x="902931" y="4251198"/>
                </a:lnTo>
                <a:lnTo>
                  <a:pt x="897953" y="4249521"/>
                </a:lnTo>
                <a:lnTo>
                  <a:pt x="895527" y="4249686"/>
                </a:lnTo>
                <a:lnTo>
                  <a:pt x="890816" y="4252023"/>
                </a:lnTo>
                <a:lnTo>
                  <a:pt x="889215" y="4253852"/>
                </a:lnTo>
                <a:lnTo>
                  <a:pt x="887539" y="4258843"/>
                </a:lnTo>
                <a:lnTo>
                  <a:pt x="887704" y="4261269"/>
                </a:lnTo>
                <a:lnTo>
                  <a:pt x="890041" y="4265981"/>
                </a:lnTo>
                <a:lnTo>
                  <a:pt x="891870" y="4267581"/>
                </a:lnTo>
                <a:lnTo>
                  <a:pt x="896848" y="4269257"/>
                </a:lnTo>
                <a:lnTo>
                  <a:pt x="899274" y="4269092"/>
                </a:lnTo>
                <a:lnTo>
                  <a:pt x="903986" y="4266755"/>
                </a:lnTo>
                <a:lnTo>
                  <a:pt x="905586" y="4264926"/>
                </a:lnTo>
                <a:lnTo>
                  <a:pt x="907275" y="4259935"/>
                </a:lnTo>
                <a:close/>
              </a:path>
              <a:path w="9475470" h="4709795">
                <a:moveTo>
                  <a:pt x="917854" y="449808"/>
                </a:moveTo>
                <a:lnTo>
                  <a:pt x="916178" y="444817"/>
                </a:lnTo>
                <a:lnTo>
                  <a:pt x="914577" y="442988"/>
                </a:lnTo>
                <a:lnTo>
                  <a:pt x="909866" y="440651"/>
                </a:lnTo>
                <a:lnTo>
                  <a:pt x="907440" y="440486"/>
                </a:lnTo>
                <a:lnTo>
                  <a:pt x="902449" y="442163"/>
                </a:lnTo>
                <a:lnTo>
                  <a:pt x="900620" y="443750"/>
                </a:lnTo>
                <a:lnTo>
                  <a:pt x="898283" y="448462"/>
                </a:lnTo>
                <a:lnTo>
                  <a:pt x="898118" y="450888"/>
                </a:lnTo>
                <a:lnTo>
                  <a:pt x="899795" y="455879"/>
                </a:lnTo>
                <a:lnTo>
                  <a:pt x="901395" y="457708"/>
                </a:lnTo>
                <a:lnTo>
                  <a:pt x="906106" y="460044"/>
                </a:lnTo>
                <a:lnTo>
                  <a:pt x="908532" y="460209"/>
                </a:lnTo>
                <a:lnTo>
                  <a:pt x="913511" y="458533"/>
                </a:lnTo>
                <a:lnTo>
                  <a:pt x="915339" y="456933"/>
                </a:lnTo>
                <a:lnTo>
                  <a:pt x="917689" y="452221"/>
                </a:lnTo>
                <a:lnTo>
                  <a:pt x="917854" y="449808"/>
                </a:lnTo>
                <a:close/>
              </a:path>
              <a:path w="9475470" h="4709795">
                <a:moveTo>
                  <a:pt x="941400" y="4243019"/>
                </a:moveTo>
                <a:lnTo>
                  <a:pt x="941235" y="4240593"/>
                </a:lnTo>
                <a:lnTo>
                  <a:pt x="938898" y="4235882"/>
                </a:lnTo>
                <a:lnTo>
                  <a:pt x="937069" y="4234281"/>
                </a:lnTo>
                <a:lnTo>
                  <a:pt x="932091" y="4232592"/>
                </a:lnTo>
                <a:lnTo>
                  <a:pt x="929665" y="4232757"/>
                </a:lnTo>
                <a:lnTo>
                  <a:pt x="924953" y="4235094"/>
                </a:lnTo>
                <a:lnTo>
                  <a:pt x="923353" y="4236936"/>
                </a:lnTo>
                <a:lnTo>
                  <a:pt x="921677" y="4241914"/>
                </a:lnTo>
                <a:lnTo>
                  <a:pt x="921829" y="4244340"/>
                </a:lnTo>
                <a:lnTo>
                  <a:pt x="924166" y="4249051"/>
                </a:lnTo>
                <a:lnTo>
                  <a:pt x="926007" y="4250652"/>
                </a:lnTo>
                <a:lnTo>
                  <a:pt x="930986" y="4252328"/>
                </a:lnTo>
                <a:lnTo>
                  <a:pt x="933411" y="4252163"/>
                </a:lnTo>
                <a:lnTo>
                  <a:pt x="938123" y="4249826"/>
                </a:lnTo>
                <a:lnTo>
                  <a:pt x="939723" y="4247997"/>
                </a:lnTo>
                <a:lnTo>
                  <a:pt x="941400" y="4243019"/>
                </a:lnTo>
                <a:close/>
              </a:path>
              <a:path w="9475470" h="4709795">
                <a:moveTo>
                  <a:pt x="951979" y="466750"/>
                </a:moveTo>
                <a:lnTo>
                  <a:pt x="950302" y="461759"/>
                </a:lnTo>
                <a:lnTo>
                  <a:pt x="948702" y="459930"/>
                </a:lnTo>
                <a:lnTo>
                  <a:pt x="943991" y="457593"/>
                </a:lnTo>
                <a:lnTo>
                  <a:pt x="941565" y="457428"/>
                </a:lnTo>
                <a:lnTo>
                  <a:pt x="936574" y="459105"/>
                </a:lnTo>
                <a:lnTo>
                  <a:pt x="934745" y="460692"/>
                </a:lnTo>
                <a:lnTo>
                  <a:pt x="932408" y="465404"/>
                </a:lnTo>
                <a:lnTo>
                  <a:pt x="932243" y="467829"/>
                </a:lnTo>
                <a:lnTo>
                  <a:pt x="933919" y="472821"/>
                </a:lnTo>
                <a:lnTo>
                  <a:pt x="935520" y="474649"/>
                </a:lnTo>
                <a:lnTo>
                  <a:pt x="940231" y="476986"/>
                </a:lnTo>
                <a:lnTo>
                  <a:pt x="942657" y="477151"/>
                </a:lnTo>
                <a:lnTo>
                  <a:pt x="947648" y="475475"/>
                </a:lnTo>
                <a:lnTo>
                  <a:pt x="949477" y="473875"/>
                </a:lnTo>
                <a:lnTo>
                  <a:pt x="951814" y="469163"/>
                </a:lnTo>
                <a:lnTo>
                  <a:pt x="951979" y="466750"/>
                </a:lnTo>
                <a:close/>
              </a:path>
              <a:path w="9475470" h="4709795">
                <a:moveTo>
                  <a:pt x="975537" y="4226090"/>
                </a:moveTo>
                <a:lnTo>
                  <a:pt x="975372" y="4223664"/>
                </a:lnTo>
                <a:lnTo>
                  <a:pt x="973035" y="4218952"/>
                </a:lnTo>
                <a:lnTo>
                  <a:pt x="971207" y="4217352"/>
                </a:lnTo>
                <a:lnTo>
                  <a:pt x="966228" y="4215676"/>
                </a:lnTo>
                <a:lnTo>
                  <a:pt x="963803" y="4215841"/>
                </a:lnTo>
                <a:lnTo>
                  <a:pt x="959091" y="4218178"/>
                </a:lnTo>
                <a:lnTo>
                  <a:pt x="957491" y="4220007"/>
                </a:lnTo>
                <a:lnTo>
                  <a:pt x="955802" y="4224985"/>
                </a:lnTo>
                <a:lnTo>
                  <a:pt x="955967" y="4227411"/>
                </a:lnTo>
                <a:lnTo>
                  <a:pt x="958303" y="4232122"/>
                </a:lnTo>
                <a:lnTo>
                  <a:pt x="960132" y="4233723"/>
                </a:lnTo>
                <a:lnTo>
                  <a:pt x="965123" y="4235399"/>
                </a:lnTo>
                <a:lnTo>
                  <a:pt x="967549" y="4235247"/>
                </a:lnTo>
                <a:lnTo>
                  <a:pt x="972261" y="4232897"/>
                </a:lnTo>
                <a:lnTo>
                  <a:pt x="973861" y="4231068"/>
                </a:lnTo>
                <a:lnTo>
                  <a:pt x="975537" y="4226090"/>
                </a:lnTo>
                <a:close/>
              </a:path>
              <a:path w="9475470" h="4709795">
                <a:moveTo>
                  <a:pt x="986104" y="483692"/>
                </a:moveTo>
                <a:lnTo>
                  <a:pt x="984427" y="478701"/>
                </a:lnTo>
                <a:lnTo>
                  <a:pt x="982827" y="476872"/>
                </a:lnTo>
                <a:lnTo>
                  <a:pt x="978115" y="474535"/>
                </a:lnTo>
                <a:lnTo>
                  <a:pt x="975690" y="474357"/>
                </a:lnTo>
                <a:lnTo>
                  <a:pt x="970711" y="476046"/>
                </a:lnTo>
                <a:lnTo>
                  <a:pt x="968870" y="477634"/>
                </a:lnTo>
                <a:lnTo>
                  <a:pt x="966533" y="482346"/>
                </a:lnTo>
                <a:lnTo>
                  <a:pt x="966368" y="484771"/>
                </a:lnTo>
                <a:lnTo>
                  <a:pt x="968044" y="489762"/>
                </a:lnTo>
                <a:lnTo>
                  <a:pt x="969645" y="491591"/>
                </a:lnTo>
                <a:lnTo>
                  <a:pt x="974356" y="493928"/>
                </a:lnTo>
                <a:lnTo>
                  <a:pt x="976782" y="494093"/>
                </a:lnTo>
                <a:lnTo>
                  <a:pt x="981773" y="492417"/>
                </a:lnTo>
                <a:lnTo>
                  <a:pt x="983602" y="490816"/>
                </a:lnTo>
                <a:lnTo>
                  <a:pt x="985939" y="486105"/>
                </a:lnTo>
                <a:lnTo>
                  <a:pt x="986104" y="483692"/>
                </a:lnTo>
                <a:close/>
              </a:path>
              <a:path w="9475470" h="4709795">
                <a:moveTo>
                  <a:pt x="1009675" y="4209161"/>
                </a:moveTo>
                <a:lnTo>
                  <a:pt x="1009510" y="4206735"/>
                </a:lnTo>
                <a:lnTo>
                  <a:pt x="1007173" y="4202023"/>
                </a:lnTo>
                <a:lnTo>
                  <a:pt x="1005344" y="4200423"/>
                </a:lnTo>
                <a:lnTo>
                  <a:pt x="1000366" y="4198747"/>
                </a:lnTo>
                <a:lnTo>
                  <a:pt x="997940" y="4198912"/>
                </a:lnTo>
                <a:lnTo>
                  <a:pt x="993216" y="4201249"/>
                </a:lnTo>
                <a:lnTo>
                  <a:pt x="991628" y="4203077"/>
                </a:lnTo>
                <a:lnTo>
                  <a:pt x="989939" y="4208068"/>
                </a:lnTo>
                <a:lnTo>
                  <a:pt x="990104" y="4210481"/>
                </a:lnTo>
                <a:lnTo>
                  <a:pt x="992441" y="4215206"/>
                </a:lnTo>
                <a:lnTo>
                  <a:pt x="994270" y="4216793"/>
                </a:lnTo>
                <a:lnTo>
                  <a:pt x="999261" y="4218483"/>
                </a:lnTo>
                <a:lnTo>
                  <a:pt x="1001687" y="4218317"/>
                </a:lnTo>
                <a:lnTo>
                  <a:pt x="1006398" y="4215981"/>
                </a:lnTo>
                <a:lnTo>
                  <a:pt x="1007999" y="4214152"/>
                </a:lnTo>
                <a:lnTo>
                  <a:pt x="1009675" y="4209161"/>
                </a:lnTo>
                <a:close/>
              </a:path>
              <a:path w="9475470" h="4709795">
                <a:moveTo>
                  <a:pt x="1020229" y="500621"/>
                </a:moveTo>
                <a:lnTo>
                  <a:pt x="1018552" y="495642"/>
                </a:lnTo>
                <a:lnTo>
                  <a:pt x="1016965" y="493814"/>
                </a:lnTo>
                <a:lnTo>
                  <a:pt x="1012240" y="491464"/>
                </a:lnTo>
                <a:lnTo>
                  <a:pt x="1009827" y="491299"/>
                </a:lnTo>
                <a:lnTo>
                  <a:pt x="1004836" y="492988"/>
                </a:lnTo>
                <a:lnTo>
                  <a:pt x="1003007" y="494576"/>
                </a:lnTo>
                <a:lnTo>
                  <a:pt x="1000671" y="499287"/>
                </a:lnTo>
                <a:lnTo>
                  <a:pt x="1000506" y="501713"/>
                </a:lnTo>
                <a:lnTo>
                  <a:pt x="1002182" y="506704"/>
                </a:lnTo>
                <a:lnTo>
                  <a:pt x="1003769" y="508533"/>
                </a:lnTo>
                <a:lnTo>
                  <a:pt x="1008494" y="510870"/>
                </a:lnTo>
                <a:lnTo>
                  <a:pt x="1010920" y="511035"/>
                </a:lnTo>
                <a:lnTo>
                  <a:pt x="1015898" y="509358"/>
                </a:lnTo>
                <a:lnTo>
                  <a:pt x="1017727" y="507758"/>
                </a:lnTo>
                <a:lnTo>
                  <a:pt x="1020064" y="503047"/>
                </a:lnTo>
                <a:lnTo>
                  <a:pt x="1020229" y="500621"/>
                </a:lnTo>
                <a:close/>
              </a:path>
              <a:path w="9475470" h="4709795">
                <a:moveTo>
                  <a:pt x="1043813" y="4192232"/>
                </a:moveTo>
                <a:lnTo>
                  <a:pt x="1043647" y="4189806"/>
                </a:lnTo>
                <a:lnTo>
                  <a:pt x="1041311" y="4185094"/>
                </a:lnTo>
                <a:lnTo>
                  <a:pt x="1039482" y="4183494"/>
                </a:lnTo>
                <a:lnTo>
                  <a:pt x="1034491" y="4181818"/>
                </a:lnTo>
                <a:lnTo>
                  <a:pt x="1032078" y="4181983"/>
                </a:lnTo>
                <a:lnTo>
                  <a:pt x="1027353" y="4184319"/>
                </a:lnTo>
                <a:lnTo>
                  <a:pt x="1025753" y="4186148"/>
                </a:lnTo>
                <a:lnTo>
                  <a:pt x="1024077" y="4191139"/>
                </a:lnTo>
                <a:lnTo>
                  <a:pt x="1024242" y="4193565"/>
                </a:lnTo>
                <a:lnTo>
                  <a:pt x="1026579" y="4198277"/>
                </a:lnTo>
                <a:lnTo>
                  <a:pt x="1028407" y="4199877"/>
                </a:lnTo>
                <a:lnTo>
                  <a:pt x="1033399" y="4201553"/>
                </a:lnTo>
                <a:lnTo>
                  <a:pt x="1035824" y="4201388"/>
                </a:lnTo>
                <a:lnTo>
                  <a:pt x="1040536" y="4199051"/>
                </a:lnTo>
                <a:lnTo>
                  <a:pt x="1042136" y="4197223"/>
                </a:lnTo>
                <a:lnTo>
                  <a:pt x="1043813" y="4192232"/>
                </a:lnTo>
                <a:close/>
              </a:path>
              <a:path w="9475470" h="4709795">
                <a:moveTo>
                  <a:pt x="1054366" y="517563"/>
                </a:moveTo>
                <a:lnTo>
                  <a:pt x="1052690" y="512584"/>
                </a:lnTo>
                <a:lnTo>
                  <a:pt x="1051090" y="510755"/>
                </a:lnTo>
                <a:lnTo>
                  <a:pt x="1046378" y="508406"/>
                </a:lnTo>
                <a:lnTo>
                  <a:pt x="1043952" y="508241"/>
                </a:lnTo>
                <a:lnTo>
                  <a:pt x="1038961" y="509930"/>
                </a:lnTo>
                <a:lnTo>
                  <a:pt x="1037132" y="511517"/>
                </a:lnTo>
                <a:lnTo>
                  <a:pt x="1034796" y="516229"/>
                </a:lnTo>
                <a:lnTo>
                  <a:pt x="1034630" y="518655"/>
                </a:lnTo>
                <a:lnTo>
                  <a:pt x="1036307" y="523646"/>
                </a:lnTo>
                <a:lnTo>
                  <a:pt x="1037907" y="525475"/>
                </a:lnTo>
                <a:lnTo>
                  <a:pt x="1042619" y="527812"/>
                </a:lnTo>
                <a:lnTo>
                  <a:pt x="1045044" y="527977"/>
                </a:lnTo>
                <a:lnTo>
                  <a:pt x="1050023" y="526300"/>
                </a:lnTo>
                <a:lnTo>
                  <a:pt x="1051864" y="524700"/>
                </a:lnTo>
                <a:lnTo>
                  <a:pt x="1054201" y="519988"/>
                </a:lnTo>
                <a:lnTo>
                  <a:pt x="1054366" y="517563"/>
                </a:lnTo>
                <a:close/>
              </a:path>
              <a:path w="9475470" h="4709795">
                <a:moveTo>
                  <a:pt x="1077950" y="4175315"/>
                </a:moveTo>
                <a:lnTo>
                  <a:pt x="1077785" y="4172889"/>
                </a:lnTo>
                <a:lnTo>
                  <a:pt x="1075448" y="4168165"/>
                </a:lnTo>
                <a:lnTo>
                  <a:pt x="1073619" y="4166578"/>
                </a:lnTo>
                <a:lnTo>
                  <a:pt x="1068628" y="4164888"/>
                </a:lnTo>
                <a:lnTo>
                  <a:pt x="1066203" y="4165054"/>
                </a:lnTo>
                <a:lnTo>
                  <a:pt x="1061491" y="4167390"/>
                </a:lnTo>
                <a:lnTo>
                  <a:pt x="1059891" y="4169219"/>
                </a:lnTo>
                <a:lnTo>
                  <a:pt x="1058214" y="4174210"/>
                </a:lnTo>
                <a:lnTo>
                  <a:pt x="1058379" y="4176636"/>
                </a:lnTo>
                <a:lnTo>
                  <a:pt x="1060716" y="4181348"/>
                </a:lnTo>
                <a:lnTo>
                  <a:pt x="1062545" y="4182948"/>
                </a:lnTo>
                <a:lnTo>
                  <a:pt x="1067536" y="4184624"/>
                </a:lnTo>
                <a:lnTo>
                  <a:pt x="1069962" y="4184459"/>
                </a:lnTo>
                <a:lnTo>
                  <a:pt x="1074674" y="4182122"/>
                </a:lnTo>
                <a:lnTo>
                  <a:pt x="1076274" y="4180294"/>
                </a:lnTo>
                <a:lnTo>
                  <a:pt x="1077950" y="4175315"/>
                </a:lnTo>
                <a:close/>
              </a:path>
              <a:path w="9475470" h="4709795">
                <a:moveTo>
                  <a:pt x="1088491" y="534504"/>
                </a:moveTo>
                <a:lnTo>
                  <a:pt x="1086815" y="529526"/>
                </a:lnTo>
                <a:lnTo>
                  <a:pt x="1085215" y="527697"/>
                </a:lnTo>
                <a:lnTo>
                  <a:pt x="1080503" y="525348"/>
                </a:lnTo>
                <a:lnTo>
                  <a:pt x="1078077" y="525183"/>
                </a:lnTo>
                <a:lnTo>
                  <a:pt x="1073086" y="526872"/>
                </a:lnTo>
                <a:lnTo>
                  <a:pt x="1071257" y="528459"/>
                </a:lnTo>
                <a:lnTo>
                  <a:pt x="1068920" y="533171"/>
                </a:lnTo>
                <a:lnTo>
                  <a:pt x="1068755" y="535597"/>
                </a:lnTo>
                <a:lnTo>
                  <a:pt x="1070432" y="540588"/>
                </a:lnTo>
                <a:lnTo>
                  <a:pt x="1072032" y="542417"/>
                </a:lnTo>
                <a:lnTo>
                  <a:pt x="1076744" y="544753"/>
                </a:lnTo>
                <a:lnTo>
                  <a:pt x="1079169" y="544918"/>
                </a:lnTo>
                <a:lnTo>
                  <a:pt x="1084160" y="543242"/>
                </a:lnTo>
                <a:lnTo>
                  <a:pt x="1085989" y="541642"/>
                </a:lnTo>
                <a:lnTo>
                  <a:pt x="1088326" y="536930"/>
                </a:lnTo>
                <a:lnTo>
                  <a:pt x="1088491" y="534504"/>
                </a:lnTo>
                <a:close/>
              </a:path>
              <a:path w="9475470" h="4709795">
                <a:moveTo>
                  <a:pt x="1112088" y="4158386"/>
                </a:moveTo>
                <a:lnTo>
                  <a:pt x="1111923" y="4155960"/>
                </a:lnTo>
                <a:lnTo>
                  <a:pt x="1109586" y="4151249"/>
                </a:lnTo>
                <a:lnTo>
                  <a:pt x="1107757" y="4149648"/>
                </a:lnTo>
                <a:lnTo>
                  <a:pt x="1102766" y="4147972"/>
                </a:lnTo>
                <a:lnTo>
                  <a:pt x="1100340" y="4148137"/>
                </a:lnTo>
                <a:lnTo>
                  <a:pt x="1095629" y="4150474"/>
                </a:lnTo>
                <a:lnTo>
                  <a:pt x="1094028" y="4152303"/>
                </a:lnTo>
                <a:lnTo>
                  <a:pt x="1092352" y="4157281"/>
                </a:lnTo>
                <a:lnTo>
                  <a:pt x="1092517" y="4159707"/>
                </a:lnTo>
                <a:lnTo>
                  <a:pt x="1094854" y="4164419"/>
                </a:lnTo>
                <a:lnTo>
                  <a:pt x="1096683" y="4166019"/>
                </a:lnTo>
                <a:lnTo>
                  <a:pt x="1101661" y="4167695"/>
                </a:lnTo>
                <a:lnTo>
                  <a:pt x="1104087" y="4167530"/>
                </a:lnTo>
                <a:lnTo>
                  <a:pt x="1108811" y="4165193"/>
                </a:lnTo>
                <a:lnTo>
                  <a:pt x="1110399" y="4163364"/>
                </a:lnTo>
                <a:lnTo>
                  <a:pt x="1112088" y="4158386"/>
                </a:lnTo>
                <a:close/>
              </a:path>
              <a:path w="9475470" h="4709795">
                <a:moveTo>
                  <a:pt x="1122616" y="551446"/>
                </a:moveTo>
                <a:lnTo>
                  <a:pt x="1120940" y="546468"/>
                </a:lnTo>
                <a:lnTo>
                  <a:pt x="1119339" y="544639"/>
                </a:lnTo>
                <a:lnTo>
                  <a:pt x="1114628" y="542290"/>
                </a:lnTo>
                <a:lnTo>
                  <a:pt x="1112202" y="542124"/>
                </a:lnTo>
                <a:lnTo>
                  <a:pt x="1107224" y="543814"/>
                </a:lnTo>
                <a:lnTo>
                  <a:pt x="1105395" y="545401"/>
                </a:lnTo>
                <a:lnTo>
                  <a:pt x="1103045" y="550113"/>
                </a:lnTo>
                <a:lnTo>
                  <a:pt x="1102880" y="552538"/>
                </a:lnTo>
                <a:lnTo>
                  <a:pt x="1104557" y="557530"/>
                </a:lnTo>
                <a:lnTo>
                  <a:pt x="1106157" y="559358"/>
                </a:lnTo>
                <a:lnTo>
                  <a:pt x="1110869" y="561695"/>
                </a:lnTo>
                <a:lnTo>
                  <a:pt x="1113294" y="561860"/>
                </a:lnTo>
                <a:lnTo>
                  <a:pt x="1118285" y="560184"/>
                </a:lnTo>
                <a:lnTo>
                  <a:pt x="1120114" y="558584"/>
                </a:lnTo>
                <a:lnTo>
                  <a:pt x="1122451" y="553872"/>
                </a:lnTo>
                <a:lnTo>
                  <a:pt x="1122616" y="551446"/>
                </a:lnTo>
                <a:close/>
              </a:path>
              <a:path w="9475470" h="4709795">
                <a:moveTo>
                  <a:pt x="1146225" y="4141457"/>
                </a:moveTo>
                <a:lnTo>
                  <a:pt x="1146060" y="4139031"/>
                </a:lnTo>
                <a:lnTo>
                  <a:pt x="1143723" y="4134320"/>
                </a:lnTo>
                <a:lnTo>
                  <a:pt x="1141895" y="4132719"/>
                </a:lnTo>
                <a:lnTo>
                  <a:pt x="1136904" y="4131043"/>
                </a:lnTo>
                <a:lnTo>
                  <a:pt x="1134478" y="4131208"/>
                </a:lnTo>
                <a:lnTo>
                  <a:pt x="1129766" y="4133545"/>
                </a:lnTo>
                <a:lnTo>
                  <a:pt x="1128166" y="4135374"/>
                </a:lnTo>
                <a:lnTo>
                  <a:pt x="1126490" y="4140352"/>
                </a:lnTo>
                <a:lnTo>
                  <a:pt x="1126655" y="4142778"/>
                </a:lnTo>
                <a:lnTo>
                  <a:pt x="1128991" y="4147489"/>
                </a:lnTo>
                <a:lnTo>
                  <a:pt x="1130820" y="4149090"/>
                </a:lnTo>
                <a:lnTo>
                  <a:pt x="1135799" y="4150779"/>
                </a:lnTo>
                <a:lnTo>
                  <a:pt x="1138224" y="4150614"/>
                </a:lnTo>
                <a:lnTo>
                  <a:pt x="1142936" y="4148277"/>
                </a:lnTo>
                <a:lnTo>
                  <a:pt x="1144536" y="4146435"/>
                </a:lnTo>
                <a:lnTo>
                  <a:pt x="1146225" y="4141457"/>
                </a:lnTo>
                <a:close/>
              </a:path>
              <a:path w="9475470" h="4709795">
                <a:moveTo>
                  <a:pt x="1156754" y="568388"/>
                </a:moveTo>
                <a:lnTo>
                  <a:pt x="1155065" y="563410"/>
                </a:lnTo>
                <a:lnTo>
                  <a:pt x="1153477" y="561581"/>
                </a:lnTo>
                <a:lnTo>
                  <a:pt x="1148753" y="559231"/>
                </a:lnTo>
                <a:lnTo>
                  <a:pt x="1146340" y="559066"/>
                </a:lnTo>
                <a:lnTo>
                  <a:pt x="1141349" y="560755"/>
                </a:lnTo>
                <a:lnTo>
                  <a:pt x="1139520" y="562343"/>
                </a:lnTo>
                <a:lnTo>
                  <a:pt x="1137183" y="567055"/>
                </a:lnTo>
                <a:lnTo>
                  <a:pt x="1137018" y="569480"/>
                </a:lnTo>
                <a:lnTo>
                  <a:pt x="1138694" y="574471"/>
                </a:lnTo>
                <a:lnTo>
                  <a:pt x="1140294" y="576300"/>
                </a:lnTo>
                <a:lnTo>
                  <a:pt x="1145006" y="578637"/>
                </a:lnTo>
                <a:lnTo>
                  <a:pt x="1147432" y="578802"/>
                </a:lnTo>
                <a:lnTo>
                  <a:pt x="1152410" y="577126"/>
                </a:lnTo>
                <a:lnTo>
                  <a:pt x="1154239" y="575525"/>
                </a:lnTo>
                <a:lnTo>
                  <a:pt x="1156589" y="570814"/>
                </a:lnTo>
                <a:lnTo>
                  <a:pt x="1156754" y="568388"/>
                </a:lnTo>
                <a:close/>
              </a:path>
              <a:path w="9475470" h="4709795">
                <a:moveTo>
                  <a:pt x="1180363" y="4124528"/>
                </a:moveTo>
                <a:lnTo>
                  <a:pt x="1180198" y="4122102"/>
                </a:lnTo>
                <a:lnTo>
                  <a:pt x="1177861" y="4117390"/>
                </a:lnTo>
                <a:lnTo>
                  <a:pt x="1176020" y="4115790"/>
                </a:lnTo>
                <a:lnTo>
                  <a:pt x="1171041" y="4114114"/>
                </a:lnTo>
                <a:lnTo>
                  <a:pt x="1168615" y="4114279"/>
                </a:lnTo>
                <a:lnTo>
                  <a:pt x="1163904" y="4116616"/>
                </a:lnTo>
                <a:lnTo>
                  <a:pt x="1162304" y="4118445"/>
                </a:lnTo>
                <a:lnTo>
                  <a:pt x="1160627" y="4123436"/>
                </a:lnTo>
                <a:lnTo>
                  <a:pt x="1160792" y="4125861"/>
                </a:lnTo>
                <a:lnTo>
                  <a:pt x="1163129" y="4130573"/>
                </a:lnTo>
                <a:lnTo>
                  <a:pt x="1164958" y="4132173"/>
                </a:lnTo>
                <a:lnTo>
                  <a:pt x="1169936" y="4133850"/>
                </a:lnTo>
                <a:lnTo>
                  <a:pt x="1172362" y="4133685"/>
                </a:lnTo>
                <a:lnTo>
                  <a:pt x="1177074" y="4131348"/>
                </a:lnTo>
                <a:lnTo>
                  <a:pt x="1178674" y="4129519"/>
                </a:lnTo>
                <a:lnTo>
                  <a:pt x="1180363" y="4124528"/>
                </a:lnTo>
                <a:close/>
              </a:path>
              <a:path w="9475470" h="4709795">
                <a:moveTo>
                  <a:pt x="1190879" y="585330"/>
                </a:moveTo>
                <a:lnTo>
                  <a:pt x="1189202" y="580351"/>
                </a:lnTo>
                <a:lnTo>
                  <a:pt x="1187602" y="578523"/>
                </a:lnTo>
                <a:lnTo>
                  <a:pt x="1182890" y="576173"/>
                </a:lnTo>
                <a:lnTo>
                  <a:pt x="1180465" y="576008"/>
                </a:lnTo>
                <a:lnTo>
                  <a:pt x="1175473" y="577684"/>
                </a:lnTo>
                <a:lnTo>
                  <a:pt x="1173645" y="579285"/>
                </a:lnTo>
                <a:lnTo>
                  <a:pt x="1171308" y="583996"/>
                </a:lnTo>
                <a:lnTo>
                  <a:pt x="1171143" y="586422"/>
                </a:lnTo>
                <a:lnTo>
                  <a:pt x="1172819" y="591413"/>
                </a:lnTo>
                <a:lnTo>
                  <a:pt x="1174419" y="593242"/>
                </a:lnTo>
                <a:lnTo>
                  <a:pt x="1179131" y="595579"/>
                </a:lnTo>
                <a:lnTo>
                  <a:pt x="1181557" y="595744"/>
                </a:lnTo>
                <a:lnTo>
                  <a:pt x="1186535" y="594067"/>
                </a:lnTo>
                <a:lnTo>
                  <a:pt x="1188377" y="592467"/>
                </a:lnTo>
                <a:lnTo>
                  <a:pt x="1190713" y="587756"/>
                </a:lnTo>
                <a:lnTo>
                  <a:pt x="1190879" y="585330"/>
                </a:lnTo>
                <a:close/>
              </a:path>
              <a:path w="9475470" h="4709795">
                <a:moveTo>
                  <a:pt x="1214488" y="4107599"/>
                </a:moveTo>
                <a:lnTo>
                  <a:pt x="1214323" y="4105186"/>
                </a:lnTo>
                <a:lnTo>
                  <a:pt x="1211986" y="4100461"/>
                </a:lnTo>
                <a:lnTo>
                  <a:pt x="1210157" y="4098874"/>
                </a:lnTo>
                <a:lnTo>
                  <a:pt x="1205179" y="4097185"/>
                </a:lnTo>
                <a:lnTo>
                  <a:pt x="1202753" y="4097350"/>
                </a:lnTo>
                <a:lnTo>
                  <a:pt x="1198041" y="4099687"/>
                </a:lnTo>
                <a:lnTo>
                  <a:pt x="1196441" y="4101515"/>
                </a:lnTo>
                <a:lnTo>
                  <a:pt x="1194765" y="4106507"/>
                </a:lnTo>
                <a:lnTo>
                  <a:pt x="1194917" y="4108932"/>
                </a:lnTo>
                <a:lnTo>
                  <a:pt x="1197254" y="4113644"/>
                </a:lnTo>
                <a:lnTo>
                  <a:pt x="1199095" y="4115244"/>
                </a:lnTo>
                <a:lnTo>
                  <a:pt x="1204074" y="4116921"/>
                </a:lnTo>
                <a:lnTo>
                  <a:pt x="1206500" y="4116755"/>
                </a:lnTo>
                <a:lnTo>
                  <a:pt x="1211211" y="4114419"/>
                </a:lnTo>
                <a:lnTo>
                  <a:pt x="1212811" y="4112590"/>
                </a:lnTo>
                <a:lnTo>
                  <a:pt x="1214488" y="4107599"/>
                </a:lnTo>
                <a:close/>
              </a:path>
              <a:path w="9475470" h="4709795">
                <a:moveTo>
                  <a:pt x="1225003" y="602272"/>
                </a:moveTo>
                <a:lnTo>
                  <a:pt x="1223327" y="597293"/>
                </a:lnTo>
                <a:lnTo>
                  <a:pt x="1221727" y="595464"/>
                </a:lnTo>
                <a:lnTo>
                  <a:pt x="1217015" y="593115"/>
                </a:lnTo>
                <a:lnTo>
                  <a:pt x="1214589" y="592950"/>
                </a:lnTo>
                <a:lnTo>
                  <a:pt x="1209611" y="594626"/>
                </a:lnTo>
                <a:lnTo>
                  <a:pt x="1207770" y="596226"/>
                </a:lnTo>
                <a:lnTo>
                  <a:pt x="1205433" y="600938"/>
                </a:lnTo>
                <a:lnTo>
                  <a:pt x="1205268" y="603364"/>
                </a:lnTo>
                <a:lnTo>
                  <a:pt x="1206944" y="608355"/>
                </a:lnTo>
                <a:lnTo>
                  <a:pt x="1208544" y="610184"/>
                </a:lnTo>
                <a:lnTo>
                  <a:pt x="1213256" y="612521"/>
                </a:lnTo>
                <a:lnTo>
                  <a:pt x="1215682" y="612686"/>
                </a:lnTo>
                <a:lnTo>
                  <a:pt x="1220673" y="611009"/>
                </a:lnTo>
                <a:lnTo>
                  <a:pt x="1222502" y="609409"/>
                </a:lnTo>
                <a:lnTo>
                  <a:pt x="1224838" y="604697"/>
                </a:lnTo>
                <a:lnTo>
                  <a:pt x="1225003" y="602272"/>
                </a:lnTo>
                <a:close/>
              </a:path>
              <a:path w="9475470" h="4709795">
                <a:moveTo>
                  <a:pt x="1248625" y="4090682"/>
                </a:moveTo>
                <a:lnTo>
                  <a:pt x="1248460" y="4088257"/>
                </a:lnTo>
                <a:lnTo>
                  <a:pt x="1246124" y="4083545"/>
                </a:lnTo>
                <a:lnTo>
                  <a:pt x="1244295" y="4081945"/>
                </a:lnTo>
                <a:lnTo>
                  <a:pt x="1239316" y="4080268"/>
                </a:lnTo>
                <a:lnTo>
                  <a:pt x="1236891" y="4080421"/>
                </a:lnTo>
                <a:lnTo>
                  <a:pt x="1232179" y="4082770"/>
                </a:lnTo>
                <a:lnTo>
                  <a:pt x="1230579" y="4084599"/>
                </a:lnTo>
                <a:lnTo>
                  <a:pt x="1228890" y="4089577"/>
                </a:lnTo>
                <a:lnTo>
                  <a:pt x="1229055" y="4092003"/>
                </a:lnTo>
                <a:lnTo>
                  <a:pt x="1231392" y="4096715"/>
                </a:lnTo>
                <a:lnTo>
                  <a:pt x="1233220" y="4098315"/>
                </a:lnTo>
                <a:lnTo>
                  <a:pt x="1238211" y="4099991"/>
                </a:lnTo>
                <a:lnTo>
                  <a:pt x="1240637" y="4099826"/>
                </a:lnTo>
                <a:lnTo>
                  <a:pt x="1245349" y="4097490"/>
                </a:lnTo>
                <a:lnTo>
                  <a:pt x="1246949" y="4095661"/>
                </a:lnTo>
                <a:lnTo>
                  <a:pt x="1248625" y="4090682"/>
                </a:lnTo>
                <a:close/>
              </a:path>
              <a:path w="9475470" h="4709795">
                <a:moveTo>
                  <a:pt x="1259128" y="619213"/>
                </a:moveTo>
                <a:lnTo>
                  <a:pt x="1257452" y="614235"/>
                </a:lnTo>
                <a:lnTo>
                  <a:pt x="1255852" y="612406"/>
                </a:lnTo>
                <a:lnTo>
                  <a:pt x="1251140" y="610057"/>
                </a:lnTo>
                <a:lnTo>
                  <a:pt x="1248714" y="609892"/>
                </a:lnTo>
                <a:lnTo>
                  <a:pt x="1243736" y="611568"/>
                </a:lnTo>
                <a:lnTo>
                  <a:pt x="1241907" y="613168"/>
                </a:lnTo>
                <a:lnTo>
                  <a:pt x="1239558" y="617880"/>
                </a:lnTo>
                <a:lnTo>
                  <a:pt x="1239393" y="620306"/>
                </a:lnTo>
                <a:lnTo>
                  <a:pt x="1241082" y="625297"/>
                </a:lnTo>
                <a:lnTo>
                  <a:pt x="1242669" y="627126"/>
                </a:lnTo>
                <a:lnTo>
                  <a:pt x="1247381" y="629462"/>
                </a:lnTo>
                <a:lnTo>
                  <a:pt x="1249807" y="629627"/>
                </a:lnTo>
                <a:lnTo>
                  <a:pt x="1254798" y="627951"/>
                </a:lnTo>
                <a:lnTo>
                  <a:pt x="1256626" y="626351"/>
                </a:lnTo>
                <a:lnTo>
                  <a:pt x="1258963" y="621639"/>
                </a:lnTo>
                <a:lnTo>
                  <a:pt x="1259128" y="619213"/>
                </a:lnTo>
                <a:close/>
              </a:path>
              <a:path w="9475470" h="4709795">
                <a:moveTo>
                  <a:pt x="1282763" y="4073753"/>
                </a:moveTo>
                <a:lnTo>
                  <a:pt x="1282598" y="4071328"/>
                </a:lnTo>
                <a:lnTo>
                  <a:pt x="1280261" y="4066616"/>
                </a:lnTo>
                <a:lnTo>
                  <a:pt x="1278432" y="4065016"/>
                </a:lnTo>
                <a:lnTo>
                  <a:pt x="1273454" y="4063339"/>
                </a:lnTo>
                <a:lnTo>
                  <a:pt x="1271028" y="4063504"/>
                </a:lnTo>
                <a:lnTo>
                  <a:pt x="1266304" y="4065841"/>
                </a:lnTo>
                <a:lnTo>
                  <a:pt x="1264716" y="4067670"/>
                </a:lnTo>
                <a:lnTo>
                  <a:pt x="1263027" y="4072648"/>
                </a:lnTo>
                <a:lnTo>
                  <a:pt x="1263192" y="4075074"/>
                </a:lnTo>
                <a:lnTo>
                  <a:pt x="1265529" y="4079786"/>
                </a:lnTo>
                <a:lnTo>
                  <a:pt x="1267358" y="4081386"/>
                </a:lnTo>
                <a:lnTo>
                  <a:pt x="1272349" y="4083075"/>
                </a:lnTo>
                <a:lnTo>
                  <a:pt x="1274775" y="4082910"/>
                </a:lnTo>
                <a:lnTo>
                  <a:pt x="1279486" y="4080573"/>
                </a:lnTo>
                <a:lnTo>
                  <a:pt x="1281087" y="4078732"/>
                </a:lnTo>
                <a:lnTo>
                  <a:pt x="1282763" y="4073753"/>
                </a:lnTo>
                <a:close/>
              </a:path>
              <a:path w="9475470" h="4709795">
                <a:moveTo>
                  <a:pt x="1293266" y="636155"/>
                </a:moveTo>
                <a:lnTo>
                  <a:pt x="1291577" y="631177"/>
                </a:lnTo>
                <a:lnTo>
                  <a:pt x="1289989" y="629348"/>
                </a:lnTo>
                <a:lnTo>
                  <a:pt x="1285278" y="626999"/>
                </a:lnTo>
                <a:lnTo>
                  <a:pt x="1282852" y="626833"/>
                </a:lnTo>
                <a:lnTo>
                  <a:pt x="1277861" y="628510"/>
                </a:lnTo>
                <a:lnTo>
                  <a:pt x="1276032" y="630110"/>
                </a:lnTo>
                <a:lnTo>
                  <a:pt x="1273695" y="634822"/>
                </a:lnTo>
                <a:lnTo>
                  <a:pt x="1273530" y="637247"/>
                </a:lnTo>
                <a:lnTo>
                  <a:pt x="1275207" y="642239"/>
                </a:lnTo>
                <a:lnTo>
                  <a:pt x="1276807" y="644067"/>
                </a:lnTo>
                <a:lnTo>
                  <a:pt x="1281518" y="646404"/>
                </a:lnTo>
                <a:lnTo>
                  <a:pt x="1283944" y="646569"/>
                </a:lnTo>
                <a:lnTo>
                  <a:pt x="1288923" y="644893"/>
                </a:lnTo>
                <a:lnTo>
                  <a:pt x="1290751" y="643293"/>
                </a:lnTo>
                <a:lnTo>
                  <a:pt x="1293101" y="638581"/>
                </a:lnTo>
                <a:lnTo>
                  <a:pt x="1293266" y="636155"/>
                </a:lnTo>
                <a:close/>
              </a:path>
              <a:path w="9475470" h="4709795">
                <a:moveTo>
                  <a:pt x="1316901" y="4056824"/>
                </a:moveTo>
                <a:lnTo>
                  <a:pt x="1316736" y="4054398"/>
                </a:lnTo>
                <a:lnTo>
                  <a:pt x="1314399" y="4049687"/>
                </a:lnTo>
                <a:lnTo>
                  <a:pt x="1312570" y="4048087"/>
                </a:lnTo>
                <a:lnTo>
                  <a:pt x="1307579" y="4046410"/>
                </a:lnTo>
                <a:lnTo>
                  <a:pt x="1305153" y="4046575"/>
                </a:lnTo>
                <a:lnTo>
                  <a:pt x="1300441" y="4048912"/>
                </a:lnTo>
                <a:lnTo>
                  <a:pt x="1298841" y="4050741"/>
                </a:lnTo>
                <a:lnTo>
                  <a:pt x="1297165" y="4055732"/>
                </a:lnTo>
                <a:lnTo>
                  <a:pt x="1297330" y="4058158"/>
                </a:lnTo>
                <a:lnTo>
                  <a:pt x="1299667" y="4062869"/>
                </a:lnTo>
                <a:lnTo>
                  <a:pt x="1301496" y="4064470"/>
                </a:lnTo>
                <a:lnTo>
                  <a:pt x="1306487" y="4066146"/>
                </a:lnTo>
                <a:lnTo>
                  <a:pt x="1308912" y="4065981"/>
                </a:lnTo>
                <a:lnTo>
                  <a:pt x="1313624" y="4063644"/>
                </a:lnTo>
                <a:lnTo>
                  <a:pt x="1315224" y="4061815"/>
                </a:lnTo>
                <a:lnTo>
                  <a:pt x="1316901" y="4056824"/>
                </a:lnTo>
                <a:close/>
              </a:path>
              <a:path w="9475470" h="4709795">
                <a:moveTo>
                  <a:pt x="1327391" y="653097"/>
                </a:moveTo>
                <a:lnTo>
                  <a:pt x="1325714" y="648119"/>
                </a:lnTo>
                <a:lnTo>
                  <a:pt x="1324114" y="646290"/>
                </a:lnTo>
                <a:lnTo>
                  <a:pt x="1319403" y="643940"/>
                </a:lnTo>
                <a:lnTo>
                  <a:pt x="1316977" y="643775"/>
                </a:lnTo>
                <a:lnTo>
                  <a:pt x="1311986" y="645452"/>
                </a:lnTo>
                <a:lnTo>
                  <a:pt x="1310157" y="647052"/>
                </a:lnTo>
                <a:lnTo>
                  <a:pt x="1307820" y="651764"/>
                </a:lnTo>
                <a:lnTo>
                  <a:pt x="1307655" y="654189"/>
                </a:lnTo>
                <a:lnTo>
                  <a:pt x="1309331" y="659180"/>
                </a:lnTo>
                <a:lnTo>
                  <a:pt x="1310932" y="661009"/>
                </a:lnTo>
                <a:lnTo>
                  <a:pt x="1315643" y="663346"/>
                </a:lnTo>
                <a:lnTo>
                  <a:pt x="1318069" y="663511"/>
                </a:lnTo>
                <a:lnTo>
                  <a:pt x="1323047" y="661835"/>
                </a:lnTo>
                <a:lnTo>
                  <a:pt x="1324889" y="660234"/>
                </a:lnTo>
                <a:lnTo>
                  <a:pt x="1327226" y="655523"/>
                </a:lnTo>
                <a:lnTo>
                  <a:pt x="1327391" y="653097"/>
                </a:lnTo>
                <a:close/>
              </a:path>
              <a:path w="9475470" h="4709795">
                <a:moveTo>
                  <a:pt x="1351038" y="4039895"/>
                </a:moveTo>
                <a:lnTo>
                  <a:pt x="1350873" y="4037482"/>
                </a:lnTo>
                <a:lnTo>
                  <a:pt x="1348536" y="4032758"/>
                </a:lnTo>
                <a:lnTo>
                  <a:pt x="1346708" y="4031170"/>
                </a:lnTo>
                <a:lnTo>
                  <a:pt x="1341716" y="4029481"/>
                </a:lnTo>
                <a:lnTo>
                  <a:pt x="1339291" y="4029646"/>
                </a:lnTo>
                <a:lnTo>
                  <a:pt x="1334579" y="4031983"/>
                </a:lnTo>
                <a:lnTo>
                  <a:pt x="1332979" y="4033812"/>
                </a:lnTo>
                <a:lnTo>
                  <a:pt x="1331302" y="4038803"/>
                </a:lnTo>
                <a:lnTo>
                  <a:pt x="1331468" y="4041229"/>
                </a:lnTo>
                <a:lnTo>
                  <a:pt x="1333804" y="4045940"/>
                </a:lnTo>
                <a:lnTo>
                  <a:pt x="1335633" y="4047540"/>
                </a:lnTo>
                <a:lnTo>
                  <a:pt x="1340624" y="4049217"/>
                </a:lnTo>
                <a:lnTo>
                  <a:pt x="1343037" y="4049052"/>
                </a:lnTo>
                <a:lnTo>
                  <a:pt x="1347762" y="4046715"/>
                </a:lnTo>
                <a:lnTo>
                  <a:pt x="1349362" y="4044886"/>
                </a:lnTo>
                <a:lnTo>
                  <a:pt x="1351038" y="4039895"/>
                </a:lnTo>
                <a:close/>
              </a:path>
              <a:path w="9475470" h="4709795">
                <a:moveTo>
                  <a:pt x="1361516" y="670039"/>
                </a:moveTo>
                <a:lnTo>
                  <a:pt x="1359839" y="665060"/>
                </a:lnTo>
                <a:lnTo>
                  <a:pt x="1358239" y="663232"/>
                </a:lnTo>
                <a:lnTo>
                  <a:pt x="1353527" y="660882"/>
                </a:lnTo>
                <a:lnTo>
                  <a:pt x="1351102" y="660717"/>
                </a:lnTo>
                <a:lnTo>
                  <a:pt x="1346123" y="662393"/>
                </a:lnTo>
                <a:lnTo>
                  <a:pt x="1344282" y="663994"/>
                </a:lnTo>
                <a:lnTo>
                  <a:pt x="1341945" y="668705"/>
                </a:lnTo>
                <a:lnTo>
                  <a:pt x="1341780" y="671131"/>
                </a:lnTo>
                <a:lnTo>
                  <a:pt x="1343456" y="676122"/>
                </a:lnTo>
                <a:lnTo>
                  <a:pt x="1345057" y="677951"/>
                </a:lnTo>
                <a:lnTo>
                  <a:pt x="1349768" y="680288"/>
                </a:lnTo>
                <a:lnTo>
                  <a:pt x="1352194" y="680453"/>
                </a:lnTo>
                <a:lnTo>
                  <a:pt x="1357185" y="678776"/>
                </a:lnTo>
                <a:lnTo>
                  <a:pt x="1359014" y="677176"/>
                </a:lnTo>
                <a:lnTo>
                  <a:pt x="1361351" y="672465"/>
                </a:lnTo>
                <a:lnTo>
                  <a:pt x="1361516" y="670039"/>
                </a:lnTo>
                <a:close/>
              </a:path>
              <a:path w="9475470" h="4709795">
                <a:moveTo>
                  <a:pt x="1385176" y="4022979"/>
                </a:moveTo>
                <a:lnTo>
                  <a:pt x="1385011" y="4020553"/>
                </a:lnTo>
                <a:lnTo>
                  <a:pt x="1382674" y="4015841"/>
                </a:lnTo>
                <a:lnTo>
                  <a:pt x="1380845" y="4014241"/>
                </a:lnTo>
                <a:lnTo>
                  <a:pt x="1375854" y="4012565"/>
                </a:lnTo>
                <a:lnTo>
                  <a:pt x="1373428" y="4012717"/>
                </a:lnTo>
                <a:lnTo>
                  <a:pt x="1368717" y="4015067"/>
                </a:lnTo>
                <a:lnTo>
                  <a:pt x="1367116" y="4016895"/>
                </a:lnTo>
                <a:lnTo>
                  <a:pt x="1365440" y="4021874"/>
                </a:lnTo>
                <a:lnTo>
                  <a:pt x="1365605" y="4024299"/>
                </a:lnTo>
                <a:lnTo>
                  <a:pt x="1367942" y="4029011"/>
                </a:lnTo>
                <a:lnTo>
                  <a:pt x="1369771" y="4030611"/>
                </a:lnTo>
                <a:lnTo>
                  <a:pt x="1374749" y="4032288"/>
                </a:lnTo>
                <a:lnTo>
                  <a:pt x="1377175" y="4032123"/>
                </a:lnTo>
                <a:lnTo>
                  <a:pt x="1381899" y="4029786"/>
                </a:lnTo>
                <a:lnTo>
                  <a:pt x="1383487" y="4027957"/>
                </a:lnTo>
                <a:lnTo>
                  <a:pt x="1385176" y="4022979"/>
                </a:lnTo>
                <a:close/>
              </a:path>
              <a:path w="9475470" h="4709795">
                <a:moveTo>
                  <a:pt x="1395641" y="686981"/>
                </a:moveTo>
                <a:lnTo>
                  <a:pt x="1393964" y="682002"/>
                </a:lnTo>
                <a:lnTo>
                  <a:pt x="1392364" y="680173"/>
                </a:lnTo>
                <a:lnTo>
                  <a:pt x="1387652" y="677824"/>
                </a:lnTo>
                <a:lnTo>
                  <a:pt x="1385227" y="677659"/>
                </a:lnTo>
                <a:lnTo>
                  <a:pt x="1380248" y="679335"/>
                </a:lnTo>
                <a:lnTo>
                  <a:pt x="1378419" y="680935"/>
                </a:lnTo>
                <a:lnTo>
                  <a:pt x="1376070" y="685647"/>
                </a:lnTo>
                <a:lnTo>
                  <a:pt x="1375905" y="688073"/>
                </a:lnTo>
                <a:lnTo>
                  <a:pt x="1377594" y="693064"/>
                </a:lnTo>
                <a:lnTo>
                  <a:pt x="1379181" y="694893"/>
                </a:lnTo>
                <a:lnTo>
                  <a:pt x="1383906" y="697230"/>
                </a:lnTo>
                <a:lnTo>
                  <a:pt x="1386319" y="697395"/>
                </a:lnTo>
                <a:lnTo>
                  <a:pt x="1391310" y="695718"/>
                </a:lnTo>
                <a:lnTo>
                  <a:pt x="1393139" y="694118"/>
                </a:lnTo>
                <a:lnTo>
                  <a:pt x="1395476" y="689406"/>
                </a:lnTo>
                <a:lnTo>
                  <a:pt x="1395641" y="686981"/>
                </a:lnTo>
                <a:close/>
              </a:path>
              <a:path w="9475470" h="4709795">
                <a:moveTo>
                  <a:pt x="1419313" y="4006050"/>
                </a:moveTo>
                <a:lnTo>
                  <a:pt x="1419148" y="4003624"/>
                </a:lnTo>
                <a:lnTo>
                  <a:pt x="1416812" y="3998912"/>
                </a:lnTo>
                <a:lnTo>
                  <a:pt x="1414983" y="3997312"/>
                </a:lnTo>
                <a:lnTo>
                  <a:pt x="1409992" y="3995636"/>
                </a:lnTo>
                <a:lnTo>
                  <a:pt x="1407566" y="3995801"/>
                </a:lnTo>
                <a:lnTo>
                  <a:pt x="1402854" y="3998137"/>
                </a:lnTo>
                <a:lnTo>
                  <a:pt x="1401254" y="3999966"/>
                </a:lnTo>
                <a:lnTo>
                  <a:pt x="1399578" y="4004945"/>
                </a:lnTo>
                <a:lnTo>
                  <a:pt x="1399743" y="4007370"/>
                </a:lnTo>
                <a:lnTo>
                  <a:pt x="1402080" y="4012082"/>
                </a:lnTo>
                <a:lnTo>
                  <a:pt x="1403908" y="4013682"/>
                </a:lnTo>
                <a:lnTo>
                  <a:pt x="1408887" y="4015371"/>
                </a:lnTo>
                <a:lnTo>
                  <a:pt x="1411312" y="4015206"/>
                </a:lnTo>
                <a:lnTo>
                  <a:pt x="1416024" y="4012869"/>
                </a:lnTo>
                <a:lnTo>
                  <a:pt x="1417624" y="4011028"/>
                </a:lnTo>
                <a:lnTo>
                  <a:pt x="1419313" y="4006050"/>
                </a:lnTo>
                <a:close/>
              </a:path>
              <a:path w="9475470" h="4709795">
                <a:moveTo>
                  <a:pt x="1429778" y="703922"/>
                </a:moveTo>
                <a:lnTo>
                  <a:pt x="1428102" y="698944"/>
                </a:lnTo>
                <a:lnTo>
                  <a:pt x="1426502" y="697103"/>
                </a:lnTo>
                <a:lnTo>
                  <a:pt x="1421790" y="694766"/>
                </a:lnTo>
                <a:lnTo>
                  <a:pt x="1419364" y="694601"/>
                </a:lnTo>
                <a:lnTo>
                  <a:pt x="1414373" y="696277"/>
                </a:lnTo>
                <a:lnTo>
                  <a:pt x="1412544" y="697877"/>
                </a:lnTo>
                <a:lnTo>
                  <a:pt x="1410208" y="702589"/>
                </a:lnTo>
                <a:lnTo>
                  <a:pt x="1410042" y="705015"/>
                </a:lnTo>
                <a:lnTo>
                  <a:pt x="1411719" y="710006"/>
                </a:lnTo>
                <a:lnTo>
                  <a:pt x="1413319" y="711835"/>
                </a:lnTo>
                <a:lnTo>
                  <a:pt x="1418031" y="714171"/>
                </a:lnTo>
                <a:lnTo>
                  <a:pt x="1420456" y="714336"/>
                </a:lnTo>
                <a:lnTo>
                  <a:pt x="1425435" y="712660"/>
                </a:lnTo>
                <a:lnTo>
                  <a:pt x="1427264" y="711060"/>
                </a:lnTo>
                <a:lnTo>
                  <a:pt x="1429613" y="706348"/>
                </a:lnTo>
                <a:lnTo>
                  <a:pt x="1429778" y="703922"/>
                </a:lnTo>
                <a:close/>
              </a:path>
              <a:path w="9475470" h="4709795">
                <a:moveTo>
                  <a:pt x="1453438" y="3989120"/>
                </a:moveTo>
                <a:lnTo>
                  <a:pt x="1453286" y="3986695"/>
                </a:lnTo>
                <a:lnTo>
                  <a:pt x="1450949" y="3981983"/>
                </a:lnTo>
                <a:lnTo>
                  <a:pt x="1449108" y="3980383"/>
                </a:lnTo>
                <a:lnTo>
                  <a:pt x="1444129" y="3978706"/>
                </a:lnTo>
                <a:lnTo>
                  <a:pt x="1441704" y="3978872"/>
                </a:lnTo>
                <a:lnTo>
                  <a:pt x="1436992" y="3981208"/>
                </a:lnTo>
                <a:lnTo>
                  <a:pt x="1435392" y="3983037"/>
                </a:lnTo>
                <a:lnTo>
                  <a:pt x="1433715" y="3988028"/>
                </a:lnTo>
                <a:lnTo>
                  <a:pt x="1433880" y="3990454"/>
                </a:lnTo>
                <a:lnTo>
                  <a:pt x="1436217" y="3995166"/>
                </a:lnTo>
                <a:lnTo>
                  <a:pt x="1438046" y="3996753"/>
                </a:lnTo>
                <a:lnTo>
                  <a:pt x="1443024" y="3998442"/>
                </a:lnTo>
                <a:lnTo>
                  <a:pt x="1445450" y="3998277"/>
                </a:lnTo>
                <a:lnTo>
                  <a:pt x="1450162" y="3995940"/>
                </a:lnTo>
                <a:lnTo>
                  <a:pt x="1451762" y="3994112"/>
                </a:lnTo>
                <a:lnTo>
                  <a:pt x="1453438" y="3989120"/>
                </a:lnTo>
                <a:close/>
              </a:path>
              <a:path w="9475470" h="4709795">
                <a:moveTo>
                  <a:pt x="1463903" y="720864"/>
                </a:moveTo>
                <a:lnTo>
                  <a:pt x="1462227" y="715886"/>
                </a:lnTo>
                <a:lnTo>
                  <a:pt x="1460627" y="714044"/>
                </a:lnTo>
                <a:lnTo>
                  <a:pt x="1455915" y="711708"/>
                </a:lnTo>
                <a:lnTo>
                  <a:pt x="1453489" y="711542"/>
                </a:lnTo>
                <a:lnTo>
                  <a:pt x="1448498" y="713219"/>
                </a:lnTo>
                <a:lnTo>
                  <a:pt x="1446669" y="714819"/>
                </a:lnTo>
                <a:lnTo>
                  <a:pt x="1444332" y="719531"/>
                </a:lnTo>
                <a:lnTo>
                  <a:pt x="1444167" y="721956"/>
                </a:lnTo>
                <a:lnTo>
                  <a:pt x="1445844" y="726948"/>
                </a:lnTo>
                <a:lnTo>
                  <a:pt x="1447444" y="728776"/>
                </a:lnTo>
                <a:lnTo>
                  <a:pt x="1452156" y="731113"/>
                </a:lnTo>
                <a:lnTo>
                  <a:pt x="1454581" y="731278"/>
                </a:lnTo>
                <a:lnTo>
                  <a:pt x="1459572" y="729602"/>
                </a:lnTo>
                <a:lnTo>
                  <a:pt x="1461401" y="728002"/>
                </a:lnTo>
                <a:lnTo>
                  <a:pt x="1463738" y="723290"/>
                </a:lnTo>
                <a:lnTo>
                  <a:pt x="1463903" y="720864"/>
                </a:lnTo>
                <a:close/>
              </a:path>
              <a:path w="9475470" h="4709795">
                <a:moveTo>
                  <a:pt x="1487576" y="3972191"/>
                </a:moveTo>
                <a:lnTo>
                  <a:pt x="1487411" y="3969766"/>
                </a:lnTo>
                <a:lnTo>
                  <a:pt x="1485074" y="3965054"/>
                </a:lnTo>
                <a:lnTo>
                  <a:pt x="1483245" y="3963466"/>
                </a:lnTo>
                <a:lnTo>
                  <a:pt x="1478267" y="3961777"/>
                </a:lnTo>
                <a:lnTo>
                  <a:pt x="1475841" y="3961942"/>
                </a:lnTo>
                <a:lnTo>
                  <a:pt x="1471129" y="3964279"/>
                </a:lnTo>
                <a:lnTo>
                  <a:pt x="1469529" y="3966108"/>
                </a:lnTo>
                <a:lnTo>
                  <a:pt x="1467840" y="3971099"/>
                </a:lnTo>
                <a:lnTo>
                  <a:pt x="1468005" y="3973525"/>
                </a:lnTo>
                <a:lnTo>
                  <a:pt x="1470342" y="3978237"/>
                </a:lnTo>
                <a:lnTo>
                  <a:pt x="1472184" y="3979837"/>
                </a:lnTo>
                <a:lnTo>
                  <a:pt x="1477162" y="3981513"/>
                </a:lnTo>
                <a:lnTo>
                  <a:pt x="1479588" y="3981348"/>
                </a:lnTo>
                <a:lnTo>
                  <a:pt x="1484299" y="3979011"/>
                </a:lnTo>
                <a:lnTo>
                  <a:pt x="1485900" y="3977182"/>
                </a:lnTo>
                <a:lnTo>
                  <a:pt x="1487576" y="3972191"/>
                </a:lnTo>
                <a:close/>
              </a:path>
              <a:path w="9475470" h="4709795">
                <a:moveTo>
                  <a:pt x="1498028" y="737806"/>
                </a:moveTo>
                <a:lnTo>
                  <a:pt x="1496352" y="732828"/>
                </a:lnTo>
                <a:lnTo>
                  <a:pt x="1494751" y="730986"/>
                </a:lnTo>
                <a:lnTo>
                  <a:pt x="1490040" y="728649"/>
                </a:lnTo>
                <a:lnTo>
                  <a:pt x="1487614" y="728484"/>
                </a:lnTo>
                <a:lnTo>
                  <a:pt x="1482636" y="730161"/>
                </a:lnTo>
                <a:lnTo>
                  <a:pt x="1480794" y="731761"/>
                </a:lnTo>
                <a:lnTo>
                  <a:pt x="1478457" y="736473"/>
                </a:lnTo>
                <a:lnTo>
                  <a:pt x="1478292" y="738898"/>
                </a:lnTo>
                <a:lnTo>
                  <a:pt x="1479969" y="743889"/>
                </a:lnTo>
                <a:lnTo>
                  <a:pt x="1481569" y="745718"/>
                </a:lnTo>
                <a:lnTo>
                  <a:pt x="1486281" y="748055"/>
                </a:lnTo>
                <a:lnTo>
                  <a:pt x="1488706" y="748220"/>
                </a:lnTo>
                <a:lnTo>
                  <a:pt x="1493697" y="746544"/>
                </a:lnTo>
                <a:lnTo>
                  <a:pt x="1495526" y="744943"/>
                </a:lnTo>
                <a:lnTo>
                  <a:pt x="1497863" y="740232"/>
                </a:lnTo>
                <a:lnTo>
                  <a:pt x="1498028" y="737806"/>
                </a:lnTo>
                <a:close/>
              </a:path>
              <a:path w="9475470" h="4709795">
                <a:moveTo>
                  <a:pt x="1521714" y="3955275"/>
                </a:moveTo>
                <a:lnTo>
                  <a:pt x="1521548" y="3952849"/>
                </a:lnTo>
                <a:lnTo>
                  <a:pt x="1519212" y="3948138"/>
                </a:lnTo>
                <a:lnTo>
                  <a:pt x="1517383" y="3946537"/>
                </a:lnTo>
                <a:lnTo>
                  <a:pt x="1512404" y="3944848"/>
                </a:lnTo>
                <a:lnTo>
                  <a:pt x="1509979" y="3945013"/>
                </a:lnTo>
                <a:lnTo>
                  <a:pt x="1505254" y="3947350"/>
                </a:lnTo>
                <a:lnTo>
                  <a:pt x="1503667" y="3949192"/>
                </a:lnTo>
                <a:lnTo>
                  <a:pt x="1501978" y="3954170"/>
                </a:lnTo>
                <a:lnTo>
                  <a:pt x="1502143" y="3956596"/>
                </a:lnTo>
                <a:lnTo>
                  <a:pt x="1504480" y="3961307"/>
                </a:lnTo>
                <a:lnTo>
                  <a:pt x="1506308" y="3962908"/>
                </a:lnTo>
                <a:lnTo>
                  <a:pt x="1511300" y="3964584"/>
                </a:lnTo>
                <a:lnTo>
                  <a:pt x="1513725" y="3964419"/>
                </a:lnTo>
                <a:lnTo>
                  <a:pt x="1518437" y="3962082"/>
                </a:lnTo>
                <a:lnTo>
                  <a:pt x="1520037" y="3960253"/>
                </a:lnTo>
                <a:lnTo>
                  <a:pt x="1521714" y="3955275"/>
                </a:lnTo>
                <a:close/>
              </a:path>
              <a:path w="9475470" h="4709795">
                <a:moveTo>
                  <a:pt x="1532153" y="754748"/>
                </a:moveTo>
                <a:lnTo>
                  <a:pt x="1530477" y="749769"/>
                </a:lnTo>
                <a:lnTo>
                  <a:pt x="1528889" y="747928"/>
                </a:lnTo>
                <a:lnTo>
                  <a:pt x="1524165" y="745591"/>
                </a:lnTo>
                <a:lnTo>
                  <a:pt x="1521752" y="745426"/>
                </a:lnTo>
                <a:lnTo>
                  <a:pt x="1516761" y="747102"/>
                </a:lnTo>
                <a:lnTo>
                  <a:pt x="1514932" y="748703"/>
                </a:lnTo>
                <a:lnTo>
                  <a:pt x="1512595" y="753414"/>
                </a:lnTo>
                <a:lnTo>
                  <a:pt x="1512430" y="755840"/>
                </a:lnTo>
                <a:lnTo>
                  <a:pt x="1514106" y="760831"/>
                </a:lnTo>
                <a:lnTo>
                  <a:pt x="1515694" y="762660"/>
                </a:lnTo>
                <a:lnTo>
                  <a:pt x="1520418" y="764997"/>
                </a:lnTo>
                <a:lnTo>
                  <a:pt x="1522831" y="765162"/>
                </a:lnTo>
                <a:lnTo>
                  <a:pt x="1527822" y="763485"/>
                </a:lnTo>
                <a:lnTo>
                  <a:pt x="1529651" y="761885"/>
                </a:lnTo>
                <a:lnTo>
                  <a:pt x="1531988" y="757174"/>
                </a:lnTo>
                <a:lnTo>
                  <a:pt x="1532153" y="754748"/>
                </a:lnTo>
                <a:close/>
              </a:path>
              <a:path w="9475470" h="4709795">
                <a:moveTo>
                  <a:pt x="1555851" y="3938346"/>
                </a:moveTo>
                <a:lnTo>
                  <a:pt x="1555686" y="3935920"/>
                </a:lnTo>
                <a:lnTo>
                  <a:pt x="1553349" y="3931208"/>
                </a:lnTo>
                <a:lnTo>
                  <a:pt x="1551520" y="3929608"/>
                </a:lnTo>
                <a:lnTo>
                  <a:pt x="1546529" y="3927932"/>
                </a:lnTo>
                <a:lnTo>
                  <a:pt x="1544116" y="3928097"/>
                </a:lnTo>
                <a:lnTo>
                  <a:pt x="1539392" y="3930434"/>
                </a:lnTo>
                <a:lnTo>
                  <a:pt x="1537804" y="3932263"/>
                </a:lnTo>
                <a:lnTo>
                  <a:pt x="1536115" y="3937241"/>
                </a:lnTo>
                <a:lnTo>
                  <a:pt x="1536280" y="3939667"/>
                </a:lnTo>
                <a:lnTo>
                  <a:pt x="1538617" y="3944378"/>
                </a:lnTo>
                <a:lnTo>
                  <a:pt x="1540446" y="3945979"/>
                </a:lnTo>
                <a:lnTo>
                  <a:pt x="1545437" y="3947655"/>
                </a:lnTo>
                <a:lnTo>
                  <a:pt x="1547863" y="3947503"/>
                </a:lnTo>
                <a:lnTo>
                  <a:pt x="1552575" y="3945153"/>
                </a:lnTo>
                <a:lnTo>
                  <a:pt x="1554175" y="3943324"/>
                </a:lnTo>
                <a:lnTo>
                  <a:pt x="1555851" y="3938346"/>
                </a:lnTo>
                <a:close/>
              </a:path>
              <a:path w="9475470" h="4709795">
                <a:moveTo>
                  <a:pt x="1566291" y="771690"/>
                </a:moveTo>
                <a:lnTo>
                  <a:pt x="1564614" y="766711"/>
                </a:lnTo>
                <a:lnTo>
                  <a:pt x="1563014" y="764870"/>
                </a:lnTo>
                <a:lnTo>
                  <a:pt x="1558302" y="762533"/>
                </a:lnTo>
                <a:lnTo>
                  <a:pt x="1555877" y="762368"/>
                </a:lnTo>
                <a:lnTo>
                  <a:pt x="1550885" y="764044"/>
                </a:lnTo>
                <a:lnTo>
                  <a:pt x="1549057" y="765644"/>
                </a:lnTo>
                <a:lnTo>
                  <a:pt x="1546720" y="770356"/>
                </a:lnTo>
                <a:lnTo>
                  <a:pt x="1546555" y="772782"/>
                </a:lnTo>
                <a:lnTo>
                  <a:pt x="1548231" y="777773"/>
                </a:lnTo>
                <a:lnTo>
                  <a:pt x="1549831" y="779602"/>
                </a:lnTo>
                <a:lnTo>
                  <a:pt x="1554543" y="781939"/>
                </a:lnTo>
                <a:lnTo>
                  <a:pt x="1556969" y="782104"/>
                </a:lnTo>
                <a:lnTo>
                  <a:pt x="1561947" y="780427"/>
                </a:lnTo>
                <a:lnTo>
                  <a:pt x="1563789" y="778827"/>
                </a:lnTo>
                <a:lnTo>
                  <a:pt x="1566125" y="774115"/>
                </a:lnTo>
                <a:lnTo>
                  <a:pt x="1566291" y="771690"/>
                </a:lnTo>
                <a:close/>
              </a:path>
              <a:path w="9475470" h="4709795">
                <a:moveTo>
                  <a:pt x="1589989" y="3921417"/>
                </a:moveTo>
                <a:lnTo>
                  <a:pt x="1589824" y="3918991"/>
                </a:lnTo>
                <a:lnTo>
                  <a:pt x="1587487" y="3914279"/>
                </a:lnTo>
                <a:lnTo>
                  <a:pt x="1585658" y="3912679"/>
                </a:lnTo>
                <a:lnTo>
                  <a:pt x="1580667" y="3911003"/>
                </a:lnTo>
                <a:lnTo>
                  <a:pt x="1578241" y="3911168"/>
                </a:lnTo>
                <a:lnTo>
                  <a:pt x="1573530" y="3913505"/>
                </a:lnTo>
                <a:lnTo>
                  <a:pt x="1571929" y="3915333"/>
                </a:lnTo>
                <a:lnTo>
                  <a:pt x="1570253" y="3920325"/>
                </a:lnTo>
                <a:lnTo>
                  <a:pt x="1570418" y="3922738"/>
                </a:lnTo>
                <a:lnTo>
                  <a:pt x="1572755" y="3927462"/>
                </a:lnTo>
                <a:lnTo>
                  <a:pt x="1574584" y="3929049"/>
                </a:lnTo>
                <a:lnTo>
                  <a:pt x="1579575" y="3930739"/>
                </a:lnTo>
                <a:lnTo>
                  <a:pt x="1582000" y="3930573"/>
                </a:lnTo>
                <a:lnTo>
                  <a:pt x="1586712" y="3928237"/>
                </a:lnTo>
                <a:lnTo>
                  <a:pt x="1588312" y="3926408"/>
                </a:lnTo>
                <a:lnTo>
                  <a:pt x="1589989" y="3921417"/>
                </a:lnTo>
                <a:close/>
              </a:path>
              <a:path w="9475470" h="4709795">
                <a:moveTo>
                  <a:pt x="1600415" y="788631"/>
                </a:moveTo>
                <a:lnTo>
                  <a:pt x="1598739" y="783653"/>
                </a:lnTo>
                <a:lnTo>
                  <a:pt x="1597139" y="781812"/>
                </a:lnTo>
                <a:lnTo>
                  <a:pt x="1592427" y="779475"/>
                </a:lnTo>
                <a:lnTo>
                  <a:pt x="1590001" y="779310"/>
                </a:lnTo>
                <a:lnTo>
                  <a:pt x="1585010" y="780986"/>
                </a:lnTo>
                <a:lnTo>
                  <a:pt x="1583182" y="782586"/>
                </a:lnTo>
                <a:lnTo>
                  <a:pt x="1580845" y="787298"/>
                </a:lnTo>
                <a:lnTo>
                  <a:pt x="1580680" y="789724"/>
                </a:lnTo>
                <a:lnTo>
                  <a:pt x="1582356" y="794715"/>
                </a:lnTo>
                <a:lnTo>
                  <a:pt x="1583956" y="796544"/>
                </a:lnTo>
                <a:lnTo>
                  <a:pt x="1588668" y="798880"/>
                </a:lnTo>
                <a:lnTo>
                  <a:pt x="1591094" y="799045"/>
                </a:lnTo>
                <a:lnTo>
                  <a:pt x="1596085" y="797369"/>
                </a:lnTo>
                <a:lnTo>
                  <a:pt x="1597914" y="795769"/>
                </a:lnTo>
                <a:lnTo>
                  <a:pt x="1600250" y="791057"/>
                </a:lnTo>
                <a:lnTo>
                  <a:pt x="1600415" y="788631"/>
                </a:lnTo>
                <a:close/>
              </a:path>
              <a:path w="9475470" h="4709795">
                <a:moveTo>
                  <a:pt x="1624126" y="3904488"/>
                </a:moveTo>
                <a:lnTo>
                  <a:pt x="1623961" y="3902062"/>
                </a:lnTo>
                <a:lnTo>
                  <a:pt x="1621624" y="3897350"/>
                </a:lnTo>
                <a:lnTo>
                  <a:pt x="1619796" y="3895750"/>
                </a:lnTo>
                <a:lnTo>
                  <a:pt x="1614805" y="3894074"/>
                </a:lnTo>
                <a:lnTo>
                  <a:pt x="1612379" y="3894239"/>
                </a:lnTo>
                <a:lnTo>
                  <a:pt x="1607667" y="3896576"/>
                </a:lnTo>
                <a:lnTo>
                  <a:pt x="1606067" y="3898404"/>
                </a:lnTo>
                <a:lnTo>
                  <a:pt x="1604391" y="3903395"/>
                </a:lnTo>
                <a:lnTo>
                  <a:pt x="1604556" y="3905821"/>
                </a:lnTo>
                <a:lnTo>
                  <a:pt x="1606892" y="3910533"/>
                </a:lnTo>
                <a:lnTo>
                  <a:pt x="1608721" y="3912133"/>
                </a:lnTo>
                <a:lnTo>
                  <a:pt x="1613712" y="3913809"/>
                </a:lnTo>
                <a:lnTo>
                  <a:pt x="1616125" y="3913644"/>
                </a:lnTo>
                <a:lnTo>
                  <a:pt x="1620850" y="3911308"/>
                </a:lnTo>
                <a:lnTo>
                  <a:pt x="1622450" y="3909479"/>
                </a:lnTo>
                <a:lnTo>
                  <a:pt x="1624126" y="3904488"/>
                </a:lnTo>
                <a:close/>
              </a:path>
              <a:path w="9475470" h="4709795">
                <a:moveTo>
                  <a:pt x="1634540" y="805573"/>
                </a:moveTo>
                <a:lnTo>
                  <a:pt x="1632864" y="800595"/>
                </a:lnTo>
                <a:lnTo>
                  <a:pt x="1631264" y="798753"/>
                </a:lnTo>
                <a:lnTo>
                  <a:pt x="1626552" y="796417"/>
                </a:lnTo>
                <a:lnTo>
                  <a:pt x="1624126" y="796251"/>
                </a:lnTo>
                <a:lnTo>
                  <a:pt x="1619148" y="797928"/>
                </a:lnTo>
                <a:lnTo>
                  <a:pt x="1617319" y="799528"/>
                </a:lnTo>
                <a:lnTo>
                  <a:pt x="1614970" y="804240"/>
                </a:lnTo>
                <a:lnTo>
                  <a:pt x="1614805" y="806665"/>
                </a:lnTo>
                <a:lnTo>
                  <a:pt x="1616481" y="811644"/>
                </a:lnTo>
                <a:lnTo>
                  <a:pt x="1618081" y="813485"/>
                </a:lnTo>
                <a:lnTo>
                  <a:pt x="1622793" y="815822"/>
                </a:lnTo>
                <a:lnTo>
                  <a:pt x="1625219" y="815987"/>
                </a:lnTo>
                <a:lnTo>
                  <a:pt x="1630210" y="814311"/>
                </a:lnTo>
                <a:lnTo>
                  <a:pt x="1632038" y="812711"/>
                </a:lnTo>
                <a:lnTo>
                  <a:pt x="1634375" y="807999"/>
                </a:lnTo>
                <a:lnTo>
                  <a:pt x="1634540" y="805573"/>
                </a:lnTo>
                <a:close/>
              </a:path>
              <a:path w="9475470" h="4709795">
                <a:moveTo>
                  <a:pt x="1658264" y="3887571"/>
                </a:moveTo>
                <a:lnTo>
                  <a:pt x="1658099" y="3885146"/>
                </a:lnTo>
                <a:lnTo>
                  <a:pt x="1655762" y="3880434"/>
                </a:lnTo>
                <a:lnTo>
                  <a:pt x="1653933" y="3878834"/>
                </a:lnTo>
                <a:lnTo>
                  <a:pt x="1648942" y="3877145"/>
                </a:lnTo>
                <a:lnTo>
                  <a:pt x="1646516" y="3877310"/>
                </a:lnTo>
                <a:lnTo>
                  <a:pt x="1641805" y="3879646"/>
                </a:lnTo>
                <a:lnTo>
                  <a:pt x="1640205" y="3881488"/>
                </a:lnTo>
                <a:lnTo>
                  <a:pt x="1638528" y="3886466"/>
                </a:lnTo>
                <a:lnTo>
                  <a:pt x="1638693" y="3888892"/>
                </a:lnTo>
                <a:lnTo>
                  <a:pt x="1641030" y="3893604"/>
                </a:lnTo>
                <a:lnTo>
                  <a:pt x="1642859" y="3895204"/>
                </a:lnTo>
                <a:lnTo>
                  <a:pt x="1647837" y="3896880"/>
                </a:lnTo>
                <a:lnTo>
                  <a:pt x="1650263" y="3896715"/>
                </a:lnTo>
                <a:lnTo>
                  <a:pt x="1654987" y="3894378"/>
                </a:lnTo>
                <a:lnTo>
                  <a:pt x="1656575" y="3892550"/>
                </a:lnTo>
                <a:lnTo>
                  <a:pt x="1658264" y="3887571"/>
                </a:lnTo>
                <a:close/>
              </a:path>
              <a:path w="9475470" h="4709795">
                <a:moveTo>
                  <a:pt x="1668678" y="822515"/>
                </a:moveTo>
                <a:lnTo>
                  <a:pt x="1666989" y="817537"/>
                </a:lnTo>
                <a:lnTo>
                  <a:pt x="1665401" y="815695"/>
                </a:lnTo>
                <a:lnTo>
                  <a:pt x="1660677" y="813358"/>
                </a:lnTo>
                <a:lnTo>
                  <a:pt x="1658264" y="813193"/>
                </a:lnTo>
                <a:lnTo>
                  <a:pt x="1653273" y="814870"/>
                </a:lnTo>
                <a:lnTo>
                  <a:pt x="1651444" y="816470"/>
                </a:lnTo>
                <a:lnTo>
                  <a:pt x="1649107" y="821182"/>
                </a:lnTo>
                <a:lnTo>
                  <a:pt x="1648942" y="823607"/>
                </a:lnTo>
                <a:lnTo>
                  <a:pt x="1650619" y="828586"/>
                </a:lnTo>
                <a:lnTo>
                  <a:pt x="1652219" y="830427"/>
                </a:lnTo>
                <a:lnTo>
                  <a:pt x="1656930" y="832764"/>
                </a:lnTo>
                <a:lnTo>
                  <a:pt x="1659356" y="832929"/>
                </a:lnTo>
                <a:lnTo>
                  <a:pt x="1664335" y="831253"/>
                </a:lnTo>
                <a:lnTo>
                  <a:pt x="1666163" y="829652"/>
                </a:lnTo>
                <a:lnTo>
                  <a:pt x="1668500" y="824941"/>
                </a:lnTo>
                <a:lnTo>
                  <a:pt x="1668678" y="822515"/>
                </a:lnTo>
                <a:close/>
              </a:path>
              <a:path w="9475470" h="4709795">
                <a:moveTo>
                  <a:pt x="1692402" y="3870642"/>
                </a:moveTo>
                <a:lnTo>
                  <a:pt x="1692236" y="3868216"/>
                </a:lnTo>
                <a:lnTo>
                  <a:pt x="1689900" y="3863505"/>
                </a:lnTo>
                <a:lnTo>
                  <a:pt x="1688058" y="3861905"/>
                </a:lnTo>
                <a:lnTo>
                  <a:pt x="1683080" y="3860228"/>
                </a:lnTo>
                <a:lnTo>
                  <a:pt x="1680654" y="3860393"/>
                </a:lnTo>
                <a:lnTo>
                  <a:pt x="1675942" y="3862730"/>
                </a:lnTo>
                <a:lnTo>
                  <a:pt x="1674342" y="3864559"/>
                </a:lnTo>
                <a:lnTo>
                  <a:pt x="1672666" y="3869537"/>
                </a:lnTo>
                <a:lnTo>
                  <a:pt x="1672831" y="3871963"/>
                </a:lnTo>
                <a:lnTo>
                  <a:pt x="1675168" y="3876675"/>
                </a:lnTo>
                <a:lnTo>
                  <a:pt x="1676996" y="3878275"/>
                </a:lnTo>
                <a:lnTo>
                  <a:pt x="1681975" y="3879951"/>
                </a:lnTo>
                <a:lnTo>
                  <a:pt x="1684401" y="3879799"/>
                </a:lnTo>
                <a:lnTo>
                  <a:pt x="1689112" y="3877449"/>
                </a:lnTo>
                <a:lnTo>
                  <a:pt x="1690712" y="3875621"/>
                </a:lnTo>
                <a:lnTo>
                  <a:pt x="1692402" y="3870642"/>
                </a:lnTo>
                <a:close/>
              </a:path>
              <a:path w="9475470" h="4709795">
                <a:moveTo>
                  <a:pt x="1702803" y="839457"/>
                </a:moveTo>
                <a:lnTo>
                  <a:pt x="1701126" y="834478"/>
                </a:lnTo>
                <a:lnTo>
                  <a:pt x="1699526" y="832637"/>
                </a:lnTo>
                <a:lnTo>
                  <a:pt x="1694815" y="830300"/>
                </a:lnTo>
                <a:lnTo>
                  <a:pt x="1692389" y="830135"/>
                </a:lnTo>
                <a:lnTo>
                  <a:pt x="1687398" y="831811"/>
                </a:lnTo>
                <a:lnTo>
                  <a:pt x="1685569" y="833412"/>
                </a:lnTo>
                <a:lnTo>
                  <a:pt x="1683232" y="838123"/>
                </a:lnTo>
                <a:lnTo>
                  <a:pt x="1683067" y="840549"/>
                </a:lnTo>
                <a:lnTo>
                  <a:pt x="1684743" y="845527"/>
                </a:lnTo>
                <a:lnTo>
                  <a:pt x="1686344" y="847369"/>
                </a:lnTo>
                <a:lnTo>
                  <a:pt x="1691055" y="849706"/>
                </a:lnTo>
                <a:lnTo>
                  <a:pt x="1693481" y="849871"/>
                </a:lnTo>
                <a:lnTo>
                  <a:pt x="1698459" y="848194"/>
                </a:lnTo>
                <a:lnTo>
                  <a:pt x="1700301" y="846594"/>
                </a:lnTo>
                <a:lnTo>
                  <a:pt x="1702638" y="841883"/>
                </a:lnTo>
                <a:lnTo>
                  <a:pt x="1702803" y="839457"/>
                </a:lnTo>
                <a:close/>
              </a:path>
              <a:path w="9475470" h="4709795">
                <a:moveTo>
                  <a:pt x="1726526" y="3853713"/>
                </a:moveTo>
                <a:lnTo>
                  <a:pt x="1726361" y="3851287"/>
                </a:lnTo>
                <a:lnTo>
                  <a:pt x="1724025" y="3846576"/>
                </a:lnTo>
                <a:lnTo>
                  <a:pt x="1722196" y="3844975"/>
                </a:lnTo>
                <a:lnTo>
                  <a:pt x="1717217" y="3843299"/>
                </a:lnTo>
                <a:lnTo>
                  <a:pt x="1714792" y="3843464"/>
                </a:lnTo>
                <a:lnTo>
                  <a:pt x="1710080" y="3845801"/>
                </a:lnTo>
                <a:lnTo>
                  <a:pt x="1708480" y="3847630"/>
                </a:lnTo>
                <a:lnTo>
                  <a:pt x="1706803" y="3852621"/>
                </a:lnTo>
                <a:lnTo>
                  <a:pt x="1706956" y="3855034"/>
                </a:lnTo>
                <a:lnTo>
                  <a:pt x="1709293" y="3859758"/>
                </a:lnTo>
                <a:lnTo>
                  <a:pt x="1711134" y="3861346"/>
                </a:lnTo>
                <a:lnTo>
                  <a:pt x="1716112" y="3863035"/>
                </a:lnTo>
                <a:lnTo>
                  <a:pt x="1718538" y="3862870"/>
                </a:lnTo>
                <a:lnTo>
                  <a:pt x="1723250" y="3860533"/>
                </a:lnTo>
                <a:lnTo>
                  <a:pt x="1724850" y="3858704"/>
                </a:lnTo>
                <a:lnTo>
                  <a:pt x="1726526" y="3853713"/>
                </a:lnTo>
                <a:close/>
              </a:path>
              <a:path w="9475470" h="4709795">
                <a:moveTo>
                  <a:pt x="1736928" y="856399"/>
                </a:moveTo>
                <a:lnTo>
                  <a:pt x="1735251" y="851408"/>
                </a:lnTo>
                <a:lnTo>
                  <a:pt x="1733651" y="849579"/>
                </a:lnTo>
                <a:lnTo>
                  <a:pt x="1728939" y="847242"/>
                </a:lnTo>
                <a:lnTo>
                  <a:pt x="1726514" y="847077"/>
                </a:lnTo>
                <a:lnTo>
                  <a:pt x="1721535" y="848753"/>
                </a:lnTo>
                <a:lnTo>
                  <a:pt x="1719694" y="850353"/>
                </a:lnTo>
                <a:lnTo>
                  <a:pt x="1717357" y="855065"/>
                </a:lnTo>
                <a:lnTo>
                  <a:pt x="1717192" y="857491"/>
                </a:lnTo>
                <a:lnTo>
                  <a:pt x="1718868" y="862469"/>
                </a:lnTo>
                <a:lnTo>
                  <a:pt x="1720469" y="864311"/>
                </a:lnTo>
                <a:lnTo>
                  <a:pt x="1725180" y="866648"/>
                </a:lnTo>
                <a:lnTo>
                  <a:pt x="1727606" y="866813"/>
                </a:lnTo>
                <a:lnTo>
                  <a:pt x="1732597" y="865136"/>
                </a:lnTo>
                <a:lnTo>
                  <a:pt x="1734426" y="863536"/>
                </a:lnTo>
                <a:lnTo>
                  <a:pt x="1736763" y="858824"/>
                </a:lnTo>
                <a:lnTo>
                  <a:pt x="1736928" y="856399"/>
                </a:lnTo>
                <a:close/>
              </a:path>
              <a:path w="9475470" h="4709795">
                <a:moveTo>
                  <a:pt x="1760664" y="3836784"/>
                </a:moveTo>
                <a:lnTo>
                  <a:pt x="1760499" y="3834358"/>
                </a:lnTo>
                <a:lnTo>
                  <a:pt x="1758162" y="3829647"/>
                </a:lnTo>
                <a:lnTo>
                  <a:pt x="1756333" y="3828046"/>
                </a:lnTo>
                <a:lnTo>
                  <a:pt x="1751355" y="3826370"/>
                </a:lnTo>
                <a:lnTo>
                  <a:pt x="1748929" y="3826535"/>
                </a:lnTo>
                <a:lnTo>
                  <a:pt x="1744218" y="3828872"/>
                </a:lnTo>
                <a:lnTo>
                  <a:pt x="1742617" y="3830701"/>
                </a:lnTo>
                <a:lnTo>
                  <a:pt x="1740928" y="3835692"/>
                </a:lnTo>
                <a:lnTo>
                  <a:pt x="1741093" y="3838117"/>
                </a:lnTo>
                <a:lnTo>
                  <a:pt x="1743430" y="3842829"/>
                </a:lnTo>
                <a:lnTo>
                  <a:pt x="1745259" y="3844429"/>
                </a:lnTo>
                <a:lnTo>
                  <a:pt x="1750250" y="3846106"/>
                </a:lnTo>
                <a:lnTo>
                  <a:pt x="1752676" y="3845941"/>
                </a:lnTo>
                <a:lnTo>
                  <a:pt x="1757387" y="3843604"/>
                </a:lnTo>
                <a:lnTo>
                  <a:pt x="1758988" y="3841775"/>
                </a:lnTo>
                <a:lnTo>
                  <a:pt x="1760664" y="3836784"/>
                </a:lnTo>
                <a:close/>
              </a:path>
              <a:path w="9475470" h="4709795">
                <a:moveTo>
                  <a:pt x="1771053" y="873340"/>
                </a:moveTo>
                <a:lnTo>
                  <a:pt x="1769376" y="868349"/>
                </a:lnTo>
                <a:lnTo>
                  <a:pt x="1767776" y="866521"/>
                </a:lnTo>
                <a:lnTo>
                  <a:pt x="1763064" y="864184"/>
                </a:lnTo>
                <a:lnTo>
                  <a:pt x="1760639" y="864019"/>
                </a:lnTo>
                <a:lnTo>
                  <a:pt x="1755660" y="865695"/>
                </a:lnTo>
                <a:lnTo>
                  <a:pt x="1753831" y="867295"/>
                </a:lnTo>
                <a:lnTo>
                  <a:pt x="1751482" y="872007"/>
                </a:lnTo>
                <a:lnTo>
                  <a:pt x="1751317" y="874433"/>
                </a:lnTo>
                <a:lnTo>
                  <a:pt x="1753006" y="879411"/>
                </a:lnTo>
                <a:lnTo>
                  <a:pt x="1754593" y="881253"/>
                </a:lnTo>
                <a:lnTo>
                  <a:pt x="1759305" y="883589"/>
                </a:lnTo>
                <a:lnTo>
                  <a:pt x="1761731" y="883754"/>
                </a:lnTo>
                <a:lnTo>
                  <a:pt x="1766722" y="882078"/>
                </a:lnTo>
                <a:lnTo>
                  <a:pt x="1768551" y="880478"/>
                </a:lnTo>
                <a:lnTo>
                  <a:pt x="1770888" y="875766"/>
                </a:lnTo>
                <a:lnTo>
                  <a:pt x="1771053" y="873340"/>
                </a:lnTo>
                <a:close/>
              </a:path>
              <a:path w="9475470" h="4709795">
                <a:moveTo>
                  <a:pt x="1794802" y="3819868"/>
                </a:moveTo>
                <a:lnTo>
                  <a:pt x="1794637" y="3817442"/>
                </a:lnTo>
                <a:lnTo>
                  <a:pt x="1792300" y="3812730"/>
                </a:lnTo>
                <a:lnTo>
                  <a:pt x="1790471" y="3811130"/>
                </a:lnTo>
                <a:lnTo>
                  <a:pt x="1785493" y="3809441"/>
                </a:lnTo>
                <a:lnTo>
                  <a:pt x="1783067" y="3809606"/>
                </a:lnTo>
                <a:lnTo>
                  <a:pt x="1778342" y="3811943"/>
                </a:lnTo>
                <a:lnTo>
                  <a:pt x="1776755" y="3813784"/>
                </a:lnTo>
                <a:lnTo>
                  <a:pt x="1775066" y="3818763"/>
                </a:lnTo>
                <a:lnTo>
                  <a:pt x="1775231" y="3821188"/>
                </a:lnTo>
                <a:lnTo>
                  <a:pt x="1777568" y="3825900"/>
                </a:lnTo>
                <a:lnTo>
                  <a:pt x="1779397" y="3827500"/>
                </a:lnTo>
                <a:lnTo>
                  <a:pt x="1784388" y="3829177"/>
                </a:lnTo>
                <a:lnTo>
                  <a:pt x="1786813" y="3829012"/>
                </a:lnTo>
                <a:lnTo>
                  <a:pt x="1791525" y="3826675"/>
                </a:lnTo>
                <a:lnTo>
                  <a:pt x="1793125" y="3824846"/>
                </a:lnTo>
                <a:lnTo>
                  <a:pt x="1794802" y="3819868"/>
                </a:lnTo>
                <a:close/>
              </a:path>
              <a:path w="9475470" h="4709795">
                <a:moveTo>
                  <a:pt x="1805190" y="890282"/>
                </a:moveTo>
                <a:lnTo>
                  <a:pt x="1803501" y="885291"/>
                </a:lnTo>
                <a:lnTo>
                  <a:pt x="1801914" y="883462"/>
                </a:lnTo>
                <a:lnTo>
                  <a:pt x="1797202" y="881126"/>
                </a:lnTo>
                <a:lnTo>
                  <a:pt x="1794776" y="880960"/>
                </a:lnTo>
                <a:lnTo>
                  <a:pt x="1789785" y="882637"/>
                </a:lnTo>
                <a:lnTo>
                  <a:pt x="1787956" y="884237"/>
                </a:lnTo>
                <a:lnTo>
                  <a:pt x="1785620" y="888949"/>
                </a:lnTo>
                <a:lnTo>
                  <a:pt x="1785454" y="891374"/>
                </a:lnTo>
                <a:lnTo>
                  <a:pt x="1787131" y="896353"/>
                </a:lnTo>
                <a:lnTo>
                  <a:pt x="1788731" y="898194"/>
                </a:lnTo>
                <a:lnTo>
                  <a:pt x="1793443" y="900531"/>
                </a:lnTo>
                <a:lnTo>
                  <a:pt x="1795868" y="900696"/>
                </a:lnTo>
                <a:lnTo>
                  <a:pt x="1800847" y="899020"/>
                </a:lnTo>
                <a:lnTo>
                  <a:pt x="1802676" y="897420"/>
                </a:lnTo>
                <a:lnTo>
                  <a:pt x="1805025" y="892708"/>
                </a:lnTo>
                <a:lnTo>
                  <a:pt x="1805190" y="890282"/>
                </a:lnTo>
                <a:close/>
              </a:path>
              <a:path w="9475470" h="4709795">
                <a:moveTo>
                  <a:pt x="1828939" y="3802938"/>
                </a:moveTo>
                <a:lnTo>
                  <a:pt x="1828774" y="3800513"/>
                </a:lnTo>
                <a:lnTo>
                  <a:pt x="1826437" y="3795801"/>
                </a:lnTo>
                <a:lnTo>
                  <a:pt x="1824609" y="3794201"/>
                </a:lnTo>
                <a:lnTo>
                  <a:pt x="1819617" y="3792524"/>
                </a:lnTo>
                <a:lnTo>
                  <a:pt x="1817204" y="3792690"/>
                </a:lnTo>
                <a:lnTo>
                  <a:pt x="1812480" y="3795026"/>
                </a:lnTo>
                <a:lnTo>
                  <a:pt x="1810880" y="3796855"/>
                </a:lnTo>
                <a:lnTo>
                  <a:pt x="1809203" y="3801834"/>
                </a:lnTo>
                <a:lnTo>
                  <a:pt x="1809369" y="3804259"/>
                </a:lnTo>
                <a:lnTo>
                  <a:pt x="1811705" y="3808971"/>
                </a:lnTo>
                <a:lnTo>
                  <a:pt x="1813534" y="3810571"/>
                </a:lnTo>
                <a:lnTo>
                  <a:pt x="1818525" y="3812248"/>
                </a:lnTo>
                <a:lnTo>
                  <a:pt x="1820951" y="3812082"/>
                </a:lnTo>
                <a:lnTo>
                  <a:pt x="1825663" y="3809746"/>
                </a:lnTo>
                <a:lnTo>
                  <a:pt x="1827263" y="3807917"/>
                </a:lnTo>
                <a:lnTo>
                  <a:pt x="1828939" y="3802938"/>
                </a:lnTo>
                <a:close/>
              </a:path>
              <a:path w="9475470" h="4709795">
                <a:moveTo>
                  <a:pt x="1839315" y="907224"/>
                </a:moveTo>
                <a:lnTo>
                  <a:pt x="1837639" y="902233"/>
                </a:lnTo>
                <a:lnTo>
                  <a:pt x="1836039" y="900404"/>
                </a:lnTo>
                <a:lnTo>
                  <a:pt x="1831327" y="898067"/>
                </a:lnTo>
                <a:lnTo>
                  <a:pt x="1828901" y="897902"/>
                </a:lnTo>
                <a:lnTo>
                  <a:pt x="1823910" y="899579"/>
                </a:lnTo>
                <a:lnTo>
                  <a:pt x="1822081" y="901179"/>
                </a:lnTo>
                <a:lnTo>
                  <a:pt x="1819744" y="905891"/>
                </a:lnTo>
                <a:lnTo>
                  <a:pt x="1819579" y="908316"/>
                </a:lnTo>
                <a:lnTo>
                  <a:pt x="1821256" y="913295"/>
                </a:lnTo>
                <a:lnTo>
                  <a:pt x="1822856" y="915136"/>
                </a:lnTo>
                <a:lnTo>
                  <a:pt x="1827568" y="917473"/>
                </a:lnTo>
                <a:lnTo>
                  <a:pt x="1829993" y="917638"/>
                </a:lnTo>
                <a:lnTo>
                  <a:pt x="1834972" y="915962"/>
                </a:lnTo>
                <a:lnTo>
                  <a:pt x="1836813" y="914361"/>
                </a:lnTo>
                <a:lnTo>
                  <a:pt x="1839150" y="909650"/>
                </a:lnTo>
                <a:lnTo>
                  <a:pt x="1839315" y="907224"/>
                </a:lnTo>
                <a:close/>
              </a:path>
              <a:path w="9475470" h="4709795">
                <a:moveTo>
                  <a:pt x="1863077" y="3786009"/>
                </a:moveTo>
                <a:lnTo>
                  <a:pt x="1862912" y="3783584"/>
                </a:lnTo>
                <a:lnTo>
                  <a:pt x="1860575" y="3778872"/>
                </a:lnTo>
                <a:lnTo>
                  <a:pt x="1858746" y="3777272"/>
                </a:lnTo>
                <a:lnTo>
                  <a:pt x="1853755" y="3775595"/>
                </a:lnTo>
                <a:lnTo>
                  <a:pt x="1851329" y="3775760"/>
                </a:lnTo>
                <a:lnTo>
                  <a:pt x="1846618" y="3778097"/>
                </a:lnTo>
                <a:lnTo>
                  <a:pt x="1845017" y="3779926"/>
                </a:lnTo>
                <a:lnTo>
                  <a:pt x="1843341" y="3784917"/>
                </a:lnTo>
                <a:lnTo>
                  <a:pt x="1843506" y="3787330"/>
                </a:lnTo>
                <a:lnTo>
                  <a:pt x="1845843" y="3792055"/>
                </a:lnTo>
                <a:lnTo>
                  <a:pt x="1847672" y="3793642"/>
                </a:lnTo>
                <a:lnTo>
                  <a:pt x="1852663" y="3795331"/>
                </a:lnTo>
                <a:lnTo>
                  <a:pt x="1855089" y="3795166"/>
                </a:lnTo>
                <a:lnTo>
                  <a:pt x="1859800" y="3792829"/>
                </a:lnTo>
                <a:lnTo>
                  <a:pt x="1861400" y="3791000"/>
                </a:lnTo>
                <a:lnTo>
                  <a:pt x="1863077" y="3786009"/>
                </a:lnTo>
                <a:close/>
              </a:path>
              <a:path w="9475470" h="4709795">
                <a:moveTo>
                  <a:pt x="1873440" y="924166"/>
                </a:moveTo>
                <a:lnTo>
                  <a:pt x="1871764" y="919175"/>
                </a:lnTo>
                <a:lnTo>
                  <a:pt x="1870163" y="917346"/>
                </a:lnTo>
                <a:lnTo>
                  <a:pt x="1865452" y="915009"/>
                </a:lnTo>
                <a:lnTo>
                  <a:pt x="1863026" y="914844"/>
                </a:lnTo>
                <a:lnTo>
                  <a:pt x="1858048" y="916520"/>
                </a:lnTo>
                <a:lnTo>
                  <a:pt x="1856206" y="918121"/>
                </a:lnTo>
                <a:lnTo>
                  <a:pt x="1853869" y="922832"/>
                </a:lnTo>
                <a:lnTo>
                  <a:pt x="1853704" y="925258"/>
                </a:lnTo>
                <a:lnTo>
                  <a:pt x="1855381" y="930236"/>
                </a:lnTo>
                <a:lnTo>
                  <a:pt x="1856981" y="932078"/>
                </a:lnTo>
                <a:lnTo>
                  <a:pt x="1861693" y="934415"/>
                </a:lnTo>
                <a:lnTo>
                  <a:pt x="1864118" y="934580"/>
                </a:lnTo>
                <a:lnTo>
                  <a:pt x="1869109" y="932903"/>
                </a:lnTo>
                <a:lnTo>
                  <a:pt x="1870938" y="931303"/>
                </a:lnTo>
                <a:lnTo>
                  <a:pt x="1873275" y="926592"/>
                </a:lnTo>
                <a:lnTo>
                  <a:pt x="1873440" y="924166"/>
                </a:lnTo>
                <a:close/>
              </a:path>
              <a:path w="9475470" h="4709795">
                <a:moveTo>
                  <a:pt x="1897214" y="3769080"/>
                </a:moveTo>
                <a:lnTo>
                  <a:pt x="1897049" y="3766655"/>
                </a:lnTo>
                <a:lnTo>
                  <a:pt x="1894713" y="3761943"/>
                </a:lnTo>
                <a:lnTo>
                  <a:pt x="1892884" y="3760343"/>
                </a:lnTo>
                <a:lnTo>
                  <a:pt x="1887893" y="3758666"/>
                </a:lnTo>
                <a:lnTo>
                  <a:pt x="1885467" y="3758831"/>
                </a:lnTo>
                <a:lnTo>
                  <a:pt x="1880755" y="3761168"/>
                </a:lnTo>
                <a:lnTo>
                  <a:pt x="1879155" y="3762997"/>
                </a:lnTo>
                <a:lnTo>
                  <a:pt x="1877479" y="3767988"/>
                </a:lnTo>
                <a:lnTo>
                  <a:pt x="1877644" y="3770414"/>
                </a:lnTo>
                <a:lnTo>
                  <a:pt x="1879981" y="3775125"/>
                </a:lnTo>
                <a:lnTo>
                  <a:pt x="1881809" y="3776726"/>
                </a:lnTo>
                <a:lnTo>
                  <a:pt x="1886800" y="3778402"/>
                </a:lnTo>
                <a:lnTo>
                  <a:pt x="1889213" y="3778237"/>
                </a:lnTo>
                <a:lnTo>
                  <a:pt x="1893938" y="3775900"/>
                </a:lnTo>
                <a:lnTo>
                  <a:pt x="1895525" y="3774071"/>
                </a:lnTo>
                <a:lnTo>
                  <a:pt x="1897214" y="3769080"/>
                </a:lnTo>
                <a:close/>
              </a:path>
              <a:path w="9475470" h="4709795">
                <a:moveTo>
                  <a:pt x="1907565" y="941108"/>
                </a:moveTo>
                <a:lnTo>
                  <a:pt x="1905889" y="936117"/>
                </a:lnTo>
                <a:lnTo>
                  <a:pt x="1904288" y="934288"/>
                </a:lnTo>
                <a:lnTo>
                  <a:pt x="1899577" y="931951"/>
                </a:lnTo>
                <a:lnTo>
                  <a:pt x="1897151" y="931786"/>
                </a:lnTo>
                <a:lnTo>
                  <a:pt x="1892173" y="933462"/>
                </a:lnTo>
                <a:lnTo>
                  <a:pt x="1890344" y="935062"/>
                </a:lnTo>
                <a:lnTo>
                  <a:pt x="1887994" y="939774"/>
                </a:lnTo>
                <a:lnTo>
                  <a:pt x="1887829" y="942200"/>
                </a:lnTo>
                <a:lnTo>
                  <a:pt x="1889518" y="947178"/>
                </a:lnTo>
                <a:lnTo>
                  <a:pt x="1891106" y="949020"/>
                </a:lnTo>
                <a:lnTo>
                  <a:pt x="1895830" y="951357"/>
                </a:lnTo>
                <a:lnTo>
                  <a:pt x="1898243" y="951522"/>
                </a:lnTo>
                <a:lnTo>
                  <a:pt x="1903234" y="949845"/>
                </a:lnTo>
                <a:lnTo>
                  <a:pt x="1905063" y="948245"/>
                </a:lnTo>
                <a:lnTo>
                  <a:pt x="1907400" y="943533"/>
                </a:lnTo>
                <a:lnTo>
                  <a:pt x="1907565" y="941108"/>
                </a:lnTo>
                <a:close/>
              </a:path>
              <a:path w="9475470" h="4709795">
                <a:moveTo>
                  <a:pt x="1931352" y="3752151"/>
                </a:moveTo>
                <a:lnTo>
                  <a:pt x="1931187" y="3749738"/>
                </a:lnTo>
                <a:lnTo>
                  <a:pt x="1928850" y="3745014"/>
                </a:lnTo>
                <a:lnTo>
                  <a:pt x="1927021" y="3743426"/>
                </a:lnTo>
                <a:lnTo>
                  <a:pt x="1922030" y="3741737"/>
                </a:lnTo>
                <a:lnTo>
                  <a:pt x="1919605" y="3741902"/>
                </a:lnTo>
                <a:lnTo>
                  <a:pt x="1914893" y="3744239"/>
                </a:lnTo>
                <a:lnTo>
                  <a:pt x="1913293" y="3746068"/>
                </a:lnTo>
                <a:lnTo>
                  <a:pt x="1911616" y="3751059"/>
                </a:lnTo>
                <a:lnTo>
                  <a:pt x="1911781" y="3753485"/>
                </a:lnTo>
                <a:lnTo>
                  <a:pt x="1914118" y="3758196"/>
                </a:lnTo>
                <a:lnTo>
                  <a:pt x="1915947" y="3759797"/>
                </a:lnTo>
                <a:lnTo>
                  <a:pt x="1920925" y="3761473"/>
                </a:lnTo>
                <a:lnTo>
                  <a:pt x="1923351" y="3761308"/>
                </a:lnTo>
                <a:lnTo>
                  <a:pt x="1928075" y="3758971"/>
                </a:lnTo>
                <a:lnTo>
                  <a:pt x="1929663" y="3757142"/>
                </a:lnTo>
                <a:lnTo>
                  <a:pt x="1931352" y="3752151"/>
                </a:lnTo>
                <a:close/>
              </a:path>
              <a:path w="9475470" h="4709795">
                <a:moveTo>
                  <a:pt x="1941703" y="958049"/>
                </a:moveTo>
                <a:lnTo>
                  <a:pt x="1940026" y="953058"/>
                </a:lnTo>
                <a:lnTo>
                  <a:pt x="1938426" y="951230"/>
                </a:lnTo>
                <a:lnTo>
                  <a:pt x="1933714" y="948893"/>
                </a:lnTo>
                <a:lnTo>
                  <a:pt x="1931289" y="948728"/>
                </a:lnTo>
                <a:lnTo>
                  <a:pt x="1926297" y="950404"/>
                </a:lnTo>
                <a:lnTo>
                  <a:pt x="1924469" y="952004"/>
                </a:lnTo>
                <a:lnTo>
                  <a:pt x="1922132" y="956716"/>
                </a:lnTo>
                <a:lnTo>
                  <a:pt x="1921967" y="959142"/>
                </a:lnTo>
                <a:lnTo>
                  <a:pt x="1923643" y="964120"/>
                </a:lnTo>
                <a:lnTo>
                  <a:pt x="1925243" y="965949"/>
                </a:lnTo>
                <a:lnTo>
                  <a:pt x="1929955" y="968298"/>
                </a:lnTo>
                <a:lnTo>
                  <a:pt x="1932381" y="968463"/>
                </a:lnTo>
                <a:lnTo>
                  <a:pt x="1937359" y="966787"/>
                </a:lnTo>
                <a:lnTo>
                  <a:pt x="1939188" y="965187"/>
                </a:lnTo>
                <a:lnTo>
                  <a:pt x="1941537" y="960475"/>
                </a:lnTo>
                <a:lnTo>
                  <a:pt x="1941703" y="958049"/>
                </a:lnTo>
                <a:close/>
              </a:path>
              <a:path w="9475470" h="4709795">
                <a:moveTo>
                  <a:pt x="1965490" y="3735235"/>
                </a:moveTo>
                <a:lnTo>
                  <a:pt x="1965325" y="3732809"/>
                </a:lnTo>
                <a:lnTo>
                  <a:pt x="1962988" y="3728097"/>
                </a:lnTo>
                <a:lnTo>
                  <a:pt x="1961146" y="3726497"/>
                </a:lnTo>
                <a:lnTo>
                  <a:pt x="1956168" y="3724821"/>
                </a:lnTo>
                <a:lnTo>
                  <a:pt x="1953742" y="3724973"/>
                </a:lnTo>
                <a:lnTo>
                  <a:pt x="1949030" y="3727323"/>
                </a:lnTo>
                <a:lnTo>
                  <a:pt x="1947430" y="3729151"/>
                </a:lnTo>
                <a:lnTo>
                  <a:pt x="1945754" y="3734130"/>
                </a:lnTo>
                <a:lnTo>
                  <a:pt x="1945919" y="3736556"/>
                </a:lnTo>
                <a:lnTo>
                  <a:pt x="1948256" y="3741267"/>
                </a:lnTo>
                <a:lnTo>
                  <a:pt x="1950085" y="3742867"/>
                </a:lnTo>
                <a:lnTo>
                  <a:pt x="1955063" y="3744544"/>
                </a:lnTo>
                <a:lnTo>
                  <a:pt x="1957489" y="3744379"/>
                </a:lnTo>
                <a:lnTo>
                  <a:pt x="1962200" y="3742042"/>
                </a:lnTo>
                <a:lnTo>
                  <a:pt x="1963801" y="3740213"/>
                </a:lnTo>
                <a:lnTo>
                  <a:pt x="1965490" y="3735235"/>
                </a:lnTo>
                <a:close/>
              </a:path>
              <a:path w="9475470" h="4709795">
                <a:moveTo>
                  <a:pt x="1975827" y="974991"/>
                </a:moveTo>
                <a:lnTo>
                  <a:pt x="1974151" y="970000"/>
                </a:lnTo>
                <a:lnTo>
                  <a:pt x="1972551" y="968171"/>
                </a:lnTo>
                <a:lnTo>
                  <a:pt x="1967839" y="965835"/>
                </a:lnTo>
                <a:lnTo>
                  <a:pt x="1965413" y="965669"/>
                </a:lnTo>
                <a:lnTo>
                  <a:pt x="1960422" y="967346"/>
                </a:lnTo>
                <a:lnTo>
                  <a:pt x="1958594" y="968946"/>
                </a:lnTo>
                <a:lnTo>
                  <a:pt x="1956257" y="973658"/>
                </a:lnTo>
                <a:lnTo>
                  <a:pt x="1956092" y="976083"/>
                </a:lnTo>
                <a:lnTo>
                  <a:pt x="1957768" y="981062"/>
                </a:lnTo>
                <a:lnTo>
                  <a:pt x="1959368" y="982891"/>
                </a:lnTo>
                <a:lnTo>
                  <a:pt x="1964080" y="985240"/>
                </a:lnTo>
                <a:lnTo>
                  <a:pt x="1966506" y="985405"/>
                </a:lnTo>
                <a:lnTo>
                  <a:pt x="1971497" y="983729"/>
                </a:lnTo>
                <a:lnTo>
                  <a:pt x="1973326" y="982129"/>
                </a:lnTo>
                <a:lnTo>
                  <a:pt x="1975662" y="977417"/>
                </a:lnTo>
                <a:lnTo>
                  <a:pt x="1975827" y="974991"/>
                </a:lnTo>
                <a:close/>
              </a:path>
              <a:path w="9475470" h="4709795">
                <a:moveTo>
                  <a:pt x="1999615" y="3718306"/>
                </a:moveTo>
                <a:lnTo>
                  <a:pt x="1999449" y="3715880"/>
                </a:lnTo>
                <a:lnTo>
                  <a:pt x="1997113" y="3711168"/>
                </a:lnTo>
                <a:lnTo>
                  <a:pt x="1995284" y="3709568"/>
                </a:lnTo>
                <a:lnTo>
                  <a:pt x="1990305" y="3707892"/>
                </a:lnTo>
                <a:lnTo>
                  <a:pt x="1987880" y="3708057"/>
                </a:lnTo>
                <a:lnTo>
                  <a:pt x="1983168" y="3710394"/>
                </a:lnTo>
                <a:lnTo>
                  <a:pt x="1981568" y="3712222"/>
                </a:lnTo>
                <a:lnTo>
                  <a:pt x="1979891" y="3717201"/>
                </a:lnTo>
                <a:lnTo>
                  <a:pt x="1980044" y="3719626"/>
                </a:lnTo>
                <a:lnTo>
                  <a:pt x="1982381" y="3724338"/>
                </a:lnTo>
                <a:lnTo>
                  <a:pt x="1984222" y="3725938"/>
                </a:lnTo>
                <a:lnTo>
                  <a:pt x="1989201" y="3727627"/>
                </a:lnTo>
                <a:lnTo>
                  <a:pt x="1991626" y="3727462"/>
                </a:lnTo>
                <a:lnTo>
                  <a:pt x="1996338" y="3725126"/>
                </a:lnTo>
                <a:lnTo>
                  <a:pt x="1997938" y="3723284"/>
                </a:lnTo>
                <a:lnTo>
                  <a:pt x="1999615" y="3718306"/>
                </a:lnTo>
                <a:close/>
              </a:path>
              <a:path w="9475470" h="4709795">
                <a:moveTo>
                  <a:pt x="2009952" y="991933"/>
                </a:moveTo>
                <a:lnTo>
                  <a:pt x="2008276" y="986942"/>
                </a:lnTo>
                <a:lnTo>
                  <a:pt x="2006676" y="985113"/>
                </a:lnTo>
                <a:lnTo>
                  <a:pt x="2001964" y="982776"/>
                </a:lnTo>
                <a:lnTo>
                  <a:pt x="1999538" y="982611"/>
                </a:lnTo>
                <a:lnTo>
                  <a:pt x="1994560" y="984288"/>
                </a:lnTo>
                <a:lnTo>
                  <a:pt x="1992718" y="985888"/>
                </a:lnTo>
                <a:lnTo>
                  <a:pt x="1990382" y="990600"/>
                </a:lnTo>
                <a:lnTo>
                  <a:pt x="1990217" y="993025"/>
                </a:lnTo>
                <a:lnTo>
                  <a:pt x="1991893" y="998004"/>
                </a:lnTo>
                <a:lnTo>
                  <a:pt x="1993493" y="999832"/>
                </a:lnTo>
                <a:lnTo>
                  <a:pt x="1998205" y="1002182"/>
                </a:lnTo>
                <a:lnTo>
                  <a:pt x="2000631" y="1002347"/>
                </a:lnTo>
                <a:lnTo>
                  <a:pt x="2005622" y="1000671"/>
                </a:lnTo>
                <a:lnTo>
                  <a:pt x="2007450" y="999070"/>
                </a:lnTo>
                <a:lnTo>
                  <a:pt x="2009787" y="994359"/>
                </a:lnTo>
                <a:lnTo>
                  <a:pt x="2009952" y="991933"/>
                </a:lnTo>
                <a:close/>
              </a:path>
              <a:path w="9475470" h="4709795">
                <a:moveTo>
                  <a:pt x="2033752" y="3701377"/>
                </a:moveTo>
                <a:lnTo>
                  <a:pt x="2033587" y="3698951"/>
                </a:lnTo>
                <a:lnTo>
                  <a:pt x="2031250" y="3694239"/>
                </a:lnTo>
                <a:lnTo>
                  <a:pt x="2029421" y="3692639"/>
                </a:lnTo>
                <a:lnTo>
                  <a:pt x="2024443" y="3690963"/>
                </a:lnTo>
                <a:lnTo>
                  <a:pt x="2022017" y="3691128"/>
                </a:lnTo>
                <a:lnTo>
                  <a:pt x="2017306" y="3693464"/>
                </a:lnTo>
                <a:lnTo>
                  <a:pt x="2015705" y="3695293"/>
                </a:lnTo>
                <a:lnTo>
                  <a:pt x="2014016" y="3700284"/>
                </a:lnTo>
                <a:lnTo>
                  <a:pt x="2014181" y="3702710"/>
                </a:lnTo>
                <a:lnTo>
                  <a:pt x="2016518" y="3707422"/>
                </a:lnTo>
                <a:lnTo>
                  <a:pt x="2018347" y="3709022"/>
                </a:lnTo>
                <a:lnTo>
                  <a:pt x="2023338" y="3710698"/>
                </a:lnTo>
                <a:lnTo>
                  <a:pt x="2025764" y="3710533"/>
                </a:lnTo>
                <a:lnTo>
                  <a:pt x="2030476" y="3708196"/>
                </a:lnTo>
                <a:lnTo>
                  <a:pt x="2032076" y="3706368"/>
                </a:lnTo>
                <a:lnTo>
                  <a:pt x="2033752" y="3701377"/>
                </a:lnTo>
                <a:close/>
              </a:path>
              <a:path w="9475470" h="4709795">
                <a:moveTo>
                  <a:pt x="2044077" y="1008875"/>
                </a:moveTo>
                <a:lnTo>
                  <a:pt x="2042401" y="1003884"/>
                </a:lnTo>
                <a:lnTo>
                  <a:pt x="2040813" y="1002055"/>
                </a:lnTo>
                <a:lnTo>
                  <a:pt x="2036089" y="999718"/>
                </a:lnTo>
                <a:lnTo>
                  <a:pt x="2033663" y="999553"/>
                </a:lnTo>
                <a:lnTo>
                  <a:pt x="2028685" y="1001229"/>
                </a:lnTo>
                <a:lnTo>
                  <a:pt x="2026856" y="1002830"/>
                </a:lnTo>
                <a:lnTo>
                  <a:pt x="2024519" y="1007541"/>
                </a:lnTo>
                <a:lnTo>
                  <a:pt x="2024354" y="1009967"/>
                </a:lnTo>
                <a:lnTo>
                  <a:pt x="2026031" y="1014945"/>
                </a:lnTo>
                <a:lnTo>
                  <a:pt x="2027618" y="1016774"/>
                </a:lnTo>
                <a:lnTo>
                  <a:pt x="2032342" y="1019124"/>
                </a:lnTo>
                <a:lnTo>
                  <a:pt x="2034755" y="1019289"/>
                </a:lnTo>
                <a:lnTo>
                  <a:pt x="2039747" y="1017612"/>
                </a:lnTo>
                <a:lnTo>
                  <a:pt x="2041575" y="1016012"/>
                </a:lnTo>
                <a:lnTo>
                  <a:pt x="2043912" y="1011301"/>
                </a:lnTo>
                <a:lnTo>
                  <a:pt x="2044077" y="1008875"/>
                </a:lnTo>
                <a:close/>
              </a:path>
              <a:path w="9475470" h="4709795">
                <a:moveTo>
                  <a:pt x="2067890" y="3684447"/>
                </a:moveTo>
                <a:lnTo>
                  <a:pt x="2067725" y="3682034"/>
                </a:lnTo>
                <a:lnTo>
                  <a:pt x="2065388" y="3677310"/>
                </a:lnTo>
                <a:lnTo>
                  <a:pt x="2063559" y="3675723"/>
                </a:lnTo>
                <a:lnTo>
                  <a:pt x="2058581" y="3674033"/>
                </a:lnTo>
                <a:lnTo>
                  <a:pt x="2056155" y="3674199"/>
                </a:lnTo>
                <a:lnTo>
                  <a:pt x="2051431" y="3676535"/>
                </a:lnTo>
                <a:lnTo>
                  <a:pt x="2049843" y="3678364"/>
                </a:lnTo>
                <a:lnTo>
                  <a:pt x="2048154" y="3683355"/>
                </a:lnTo>
                <a:lnTo>
                  <a:pt x="2048319" y="3685781"/>
                </a:lnTo>
                <a:lnTo>
                  <a:pt x="2050656" y="3690493"/>
                </a:lnTo>
                <a:lnTo>
                  <a:pt x="2052485" y="3692093"/>
                </a:lnTo>
                <a:lnTo>
                  <a:pt x="2057476" y="3693769"/>
                </a:lnTo>
                <a:lnTo>
                  <a:pt x="2059901" y="3693604"/>
                </a:lnTo>
                <a:lnTo>
                  <a:pt x="2064613" y="3691267"/>
                </a:lnTo>
                <a:lnTo>
                  <a:pt x="2066213" y="3689439"/>
                </a:lnTo>
                <a:lnTo>
                  <a:pt x="2067890" y="3684447"/>
                </a:lnTo>
                <a:close/>
              </a:path>
              <a:path w="9475470" h="4709795">
                <a:moveTo>
                  <a:pt x="2078215" y="1025817"/>
                </a:moveTo>
                <a:lnTo>
                  <a:pt x="2076538" y="1020826"/>
                </a:lnTo>
                <a:lnTo>
                  <a:pt x="2074938" y="1018997"/>
                </a:lnTo>
                <a:lnTo>
                  <a:pt x="2070227" y="1016660"/>
                </a:lnTo>
                <a:lnTo>
                  <a:pt x="2067801" y="1016495"/>
                </a:lnTo>
                <a:lnTo>
                  <a:pt x="2062810" y="1018171"/>
                </a:lnTo>
                <a:lnTo>
                  <a:pt x="2060981" y="1019771"/>
                </a:lnTo>
                <a:lnTo>
                  <a:pt x="2058644" y="1024483"/>
                </a:lnTo>
                <a:lnTo>
                  <a:pt x="2058479" y="1026909"/>
                </a:lnTo>
                <a:lnTo>
                  <a:pt x="2060155" y="1031887"/>
                </a:lnTo>
                <a:lnTo>
                  <a:pt x="2061756" y="1033716"/>
                </a:lnTo>
                <a:lnTo>
                  <a:pt x="2066467" y="1036066"/>
                </a:lnTo>
                <a:lnTo>
                  <a:pt x="2068893" y="1036231"/>
                </a:lnTo>
                <a:lnTo>
                  <a:pt x="2073871" y="1034554"/>
                </a:lnTo>
                <a:lnTo>
                  <a:pt x="2075713" y="1032954"/>
                </a:lnTo>
                <a:lnTo>
                  <a:pt x="2078050" y="1028242"/>
                </a:lnTo>
                <a:lnTo>
                  <a:pt x="2078215" y="1025817"/>
                </a:lnTo>
                <a:close/>
              </a:path>
              <a:path w="9475470" h="4709795">
                <a:moveTo>
                  <a:pt x="2102027" y="3667531"/>
                </a:moveTo>
                <a:lnTo>
                  <a:pt x="2101862" y="3665105"/>
                </a:lnTo>
                <a:lnTo>
                  <a:pt x="2099525" y="3660394"/>
                </a:lnTo>
                <a:lnTo>
                  <a:pt x="2097697" y="3658793"/>
                </a:lnTo>
                <a:lnTo>
                  <a:pt x="2092706" y="3657117"/>
                </a:lnTo>
                <a:lnTo>
                  <a:pt x="2090293" y="3657269"/>
                </a:lnTo>
                <a:lnTo>
                  <a:pt x="2085568" y="3659619"/>
                </a:lnTo>
                <a:lnTo>
                  <a:pt x="2083968" y="3661448"/>
                </a:lnTo>
                <a:lnTo>
                  <a:pt x="2082292" y="3666426"/>
                </a:lnTo>
                <a:lnTo>
                  <a:pt x="2082457" y="3668852"/>
                </a:lnTo>
                <a:lnTo>
                  <a:pt x="2084793" y="3673564"/>
                </a:lnTo>
                <a:lnTo>
                  <a:pt x="2086622" y="3675164"/>
                </a:lnTo>
                <a:lnTo>
                  <a:pt x="2091613" y="3676840"/>
                </a:lnTo>
                <a:lnTo>
                  <a:pt x="2094039" y="3676675"/>
                </a:lnTo>
                <a:lnTo>
                  <a:pt x="2098751" y="3674338"/>
                </a:lnTo>
                <a:lnTo>
                  <a:pt x="2100351" y="3672509"/>
                </a:lnTo>
                <a:lnTo>
                  <a:pt x="2102027" y="3667531"/>
                </a:lnTo>
                <a:close/>
              </a:path>
              <a:path w="9475470" h="4709795">
                <a:moveTo>
                  <a:pt x="2112340" y="1042758"/>
                </a:moveTo>
                <a:lnTo>
                  <a:pt x="2110663" y="1037767"/>
                </a:lnTo>
                <a:lnTo>
                  <a:pt x="2109063" y="1035939"/>
                </a:lnTo>
                <a:lnTo>
                  <a:pt x="2104351" y="1033602"/>
                </a:lnTo>
                <a:lnTo>
                  <a:pt x="2101926" y="1033437"/>
                </a:lnTo>
                <a:lnTo>
                  <a:pt x="2096935" y="1035113"/>
                </a:lnTo>
                <a:lnTo>
                  <a:pt x="2095106" y="1036713"/>
                </a:lnTo>
                <a:lnTo>
                  <a:pt x="2092769" y="1041425"/>
                </a:lnTo>
                <a:lnTo>
                  <a:pt x="2092604" y="1043851"/>
                </a:lnTo>
                <a:lnTo>
                  <a:pt x="2094280" y="1048829"/>
                </a:lnTo>
                <a:lnTo>
                  <a:pt x="2095881" y="1050658"/>
                </a:lnTo>
                <a:lnTo>
                  <a:pt x="2100592" y="1053007"/>
                </a:lnTo>
                <a:lnTo>
                  <a:pt x="2103018" y="1053172"/>
                </a:lnTo>
                <a:lnTo>
                  <a:pt x="2108009" y="1051496"/>
                </a:lnTo>
                <a:lnTo>
                  <a:pt x="2109838" y="1049896"/>
                </a:lnTo>
                <a:lnTo>
                  <a:pt x="2112175" y="1045184"/>
                </a:lnTo>
                <a:lnTo>
                  <a:pt x="2112340" y="1042758"/>
                </a:lnTo>
                <a:close/>
              </a:path>
              <a:path w="9475470" h="4709795">
                <a:moveTo>
                  <a:pt x="2136165" y="3650602"/>
                </a:moveTo>
                <a:lnTo>
                  <a:pt x="2136000" y="3648176"/>
                </a:lnTo>
                <a:lnTo>
                  <a:pt x="2133663" y="3643465"/>
                </a:lnTo>
                <a:lnTo>
                  <a:pt x="2131834" y="3641864"/>
                </a:lnTo>
                <a:lnTo>
                  <a:pt x="2126843" y="3640188"/>
                </a:lnTo>
                <a:lnTo>
                  <a:pt x="2124418" y="3640353"/>
                </a:lnTo>
                <a:lnTo>
                  <a:pt x="2119706" y="3642690"/>
                </a:lnTo>
                <a:lnTo>
                  <a:pt x="2118106" y="3644519"/>
                </a:lnTo>
                <a:lnTo>
                  <a:pt x="2116429" y="3649497"/>
                </a:lnTo>
                <a:lnTo>
                  <a:pt x="2116594" y="3651923"/>
                </a:lnTo>
                <a:lnTo>
                  <a:pt x="2118931" y="3656634"/>
                </a:lnTo>
                <a:lnTo>
                  <a:pt x="2120760" y="3658235"/>
                </a:lnTo>
                <a:lnTo>
                  <a:pt x="2125751" y="3659924"/>
                </a:lnTo>
                <a:lnTo>
                  <a:pt x="2128177" y="3659759"/>
                </a:lnTo>
                <a:lnTo>
                  <a:pt x="2132888" y="3657422"/>
                </a:lnTo>
                <a:lnTo>
                  <a:pt x="2134489" y="3655580"/>
                </a:lnTo>
                <a:lnTo>
                  <a:pt x="2136165" y="3650602"/>
                </a:lnTo>
                <a:close/>
              </a:path>
              <a:path w="9475470" h="4709795">
                <a:moveTo>
                  <a:pt x="2146465" y="1059700"/>
                </a:moveTo>
                <a:lnTo>
                  <a:pt x="2144788" y="1054709"/>
                </a:lnTo>
                <a:lnTo>
                  <a:pt x="2143188" y="1052880"/>
                </a:lnTo>
                <a:lnTo>
                  <a:pt x="2138476" y="1050544"/>
                </a:lnTo>
                <a:lnTo>
                  <a:pt x="2136051" y="1050378"/>
                </a:lnTo>
                <a:lnTo>
                  <a:pt x="2131072" y="1052055"/>
                </a:lnTo>
                <a:lnTo>
                  <a:pt x="2129244" y="1053655"/>
                </a:lnTo>
                <a:lnTo>
                  <a:pt x="2126894" y="1058367"/>
                </a:lnTo>
                <a:lnTo>
                  <a:pt x="2126729" y="1060792"/>
                </a:lnTo>
                <a:lnTo>
                  <a:pt x="2128405" y="1065771"/>
                </a:lnTo>
                <a:lnTo>
                  <a:pt x="2130006" y="1067600"/>
                </a:lnTo>
                <a:lnTo>
                  <a:pt x="2134717" y="1069949"/>
                </a:lnTo>
                <a:lnTo>
                  <a:pt x="2137143" y="1070114"/>
                </a:lnTo>
                <a:lnTo>
                  <a:pt x="2142134" y="1068438"/>
                </a:lnTo>
                <a:lnTo>
                  <a:pt x="2143963" y="1066838"/>
                </a:lnTo>
                <a:lnTo>
                  <a:pt x="2146300" y="1062126"/>
                </a:lnTo>
                <a:lnTo>
                  <a:pt x="2146465" y="1059700"/>
                </a:lnTo>
                <a:close/>
              </a:path>
              <a:path w="9475470" h="4709795">
                <a:moveTo>
                  <a:pt x="2170303" y="3633673"/>
                </a:moveTo>
                <a:lnTo>
                  <a:pt x="2170138" y="3631247"/>
                </a:lnTo>
                <a:lnTo>
                  <a:pt x="2167801" y="3626535"/>
                </a:lnTo>
                <a:lnTo>
                  <a:pt x="2165972" y="3624935"/>
                </a:lnTo>
                <a:lnTo>
                  <a:pt x="2160981" y="3623259"/>
                </a:lnTo>
                <a:lnTo>
                  <a:pt x="2158555" y="3623424"/>
                </a:lnTo>
                <a:lnTo>
                  <a:pt x="2153843" y="3625761"/>
                </a:lnTo>
                <a:lnTo>
                  <a:pt x="2152243" y="3627590"/>
                </a:lnTo>
                <a:lnTo>
                  <a:pt x="2150567" y="3632581"/>
                </a:lnTo>
                <a:lnTo>
                  <a:pt x="2150732" y="3635006"/>
                </a:lnTo>
                <a:lnTo>
                  <a:pt x="2153069" y="3639718"/>
                </a:lnTo>
                <a:lnTo>
                  <a:pt x="2154898" y="3641318"/>
                </a:lnTo>
                <a:lnTo>
                  <a:pt x="2159876" y="3642995"/>
                </a:lnTo>
                <a:lnTo>
                  <a:pt x="2162302" y="3642830"/>
                </a:lnTo>
                <a:lnTo>
                  <a:pt x="2167026" y="3640493"/>
                </a:lnTo>
                <a:lnTo>
                  <a:pt x="2168614" y="3638664"/>
                </a:lnTo>
                <a:lnTo>
                  <a:pt x="2170303" y="3633673"/>
                </a:lnTo>
                <a:close/>
              </a:path>
              <a:path w="9475470" h="4709795">
                <a:moveTo>
                  <a:pt x="2180602" y="1076642"/>
                </a:moveTo>
                <a:lnTo>
                  <a:pt x="2178913" y="1071651"/>
                </a:lnTo>
                <a:lnTo>
                  <a:pt x="2177326" y="1069822"/>
                </a:lnTo>
                <a:lnTo>
                  <a:pt x="2172601" y="1067485"/>
                </a:lnTo>
                <a:lnTo>
                  <a:pt x="2170188" y="1067320"/>
                </a:lnTo>
                <a:lnTo>
                  <a:pt x="2165197" y="1068997"/>
                </a:lnTo>
                <a:lnTo>
                  <a:pt x="2163368" y="1070597"/>
                </a:lnTo>
                <a:lnTo>
                  <a:pt x="2161032" y="1075309"/>
                </a:lnTo>
                <a:lnTo>
                  <a:pt x="2160867" y="1077734"/>
                </a:lnTo>
                <a:lnTo>
                  <a:pt x="2162543" y="1082713"/>
                </a:lnTo>
                <a:lnTo>
                  <a:pt x="2164130" y="1084541"/>
                </a:lnTo>
                <a:lnTo>
                  <a:pt x="2168855" y="1086891"/>
                </a:lnTo>
                <a:lnTo>
                  <a:pt x="2171281" y="1087056"/>
                </a:lnTo>
                <a:lnTo>
                  <a:pt x="2176259" y="1085367"/>
                </a:lnTo>
                <a:lnTo>
                  <a:pt x="2178088" y="1083779"/>
                </a:lnTo>
                <a:lnTo>
                  <a:pt x="2180425" y="1079068"/>
                </a:lnTo>
                <a:lnTo>
                  <a:pt x="2180602" y="1076642"/>
                </a:lnTo>
                <a:close/>
              </a:path>
              <a:path w="9475470" h="4709795">
                <a:moveTo>
                  <a:pt x="2204440" y="3616744"/>
                </a:moveTo>
                <a:lnTo>
                  <a:pt x="2204275" y="3614318"/>
                </a:lnTo>
                <a:lnTo>
                  <a:pt x="2201938" y="3609606"/>
                </a:lnTo>
                <a:lnTo>
                  <a:pt x="2200110" y="3608019"/>
                </a:lnTo>
                <a:lnTo>
                  <a:pt x="2195118" y="3606330"/>
                </a:lnTo>
                <a:lnTo>
                  <a:pt x="2192693" y="3606495"/>
                </a:lnTo>
                <a:lnTo>
                  <a:pt x="2187981" y="3608832"/>
                </a:lnTo>
                <a:lnTo>
                  <a:pt x="2186381" y="3610660"/>
                </a:lnTo>
                <a:lnTo>
                  <a:pt x="2184704" y="3615652"/>
                </a:lnTo>
                <a:lnTo>
                  <a:pt x="2184870" y="3618077"/>
                </a:lnTo>
                <a:lnTo>
                  <a:pt x="2187206" y="3622789"/>
                </a:lnTo>
                <a:lnTo>
                  <a:pt x="2189035" y="3624389"/>
                </a:lnTo>
                <a:lnTo>
                  <a:pt x="2194014" y="3626066"/>
                </a:lnTo>
                <a:lnTo>
                  <a:pt x="2196439" y="3625900"/>
                </a:lnTo>
                <a:lnTo>
                  <a:pt x="2201151" y="3623564"/>
                </a:lnTo>
                <a:lnTo>
                  <a:pt x="2202751" y="3621735"/>
                </a:lnTo>
                <a:lnTo>
                  <a:pt x="2204440" y="3616744"/>
                </a:lnTo>
                <a:close/>
              </a:path>
              <a:path w="9475470" h="4709795">
                <a:moveTo>
                  <a:pt x="2214727" y="1093584"/>
                </a:moveTo>
                <a:lnTo>
                  <a:pt x="2213051" y="1088593"/>
                </a:lnTo>
                <a:lnTo>
                  <a:pt x="2211451" y="1086764"/>
                </a:lnTo>
                <a:lnTo>
                  <a:pt x="2206739" y="1084427"/>
                </a:lnTo>
                <a:lnTo>
                  <a:pt x="2204313" y="1084262"/>
                </a:lnTo>
                <a:lnTo>
                  <a:pt x="2199322" y="1085938"/>
                </a:lnTo>
                <a:lnTo>
                  <a:pt x="2197493" y="1087539"/>
                </a:lnTo>
                <a:lnTo>
                  <a:pt x="2195157" y="1092250"/>
                </a:lnTo>
                <a:lnTo>
                  <a:pt x="2194991" y="1094676"/>
                </a:lnTo>
                <a:lnTo>
                  <a:pt x="2196668" y="1099654"/>
                </a:lnTo>
                <a:lnTo>
                  <a:pt x="2198268" y="1101483"/>
                </a:lnTo>
                <a:lnTo>
                  <a:pt x="2202980" y="1103833"/>
                </a:lnTo>
                <a:lnTo>
                  <a:pt x="2205405" y="1103998"/>
                </a:lnTo>
                <a:lnTo>
                  <a:pt x="2210384" y="1102309"/>
                </a:lnTo>
                <a:lnTo>
                  <a:pt x="2212225" y="1100721"/>
                </a:lnTo>
                <a:lnTo>
                  <a:pt x="2214562" y="1096010"/>
                </a:lnTo>
                <a:lnTo>
                  <a:pt x="2214727" y="1093584"/>
                </a:lnTo>
                <a:close/>
              </a:path>
              <a:path w="9475470" h="4709795">
                <a:moveTo>
                  <a:pt x="2238578" y="3599827"/>
                </a:moveTo>
                <a:lnTo>
                  <a:pt x="2238413" y="3597402"/>
                </a:lnTo>
                <a:lnTo>
                  <a:pt x="2236076" y="3592690"/>
                </a:lnTo>
                <a:lnTo>
                  <a:pt x="2234234" y="3591090"/>
                </a:lnTo>
                <a:lnTo>
                  <a:pt x="2229256" y="3589401"/>
                </a:lnTo>
                <a:lnTo>
                  <a:pt x="2226830" y="3589566"/>
                </a:lnTo>
                <a:lnTo>
                  <a:pt x="2222119" y="3591903"/>
                </a:lnTo>
                <a:lnTo>
                  <a:pt x="2220518" y="3593744"/>
                </a:lnTo>
                <a:lnTo>
                  <a:pt x="2218842" y="3598722"/>
                </a:lnTo>
                <a:lnTo>
                  <a:pt x="2219007" y="3601148"/>
                </a:lnTo>
                <a:lnTo>
                  <a:pt x="2221344" y="3605860"/>
                </a:lnTo>
                <a:lnTo>
                  <a:pt x="2223173" y="3607460"/>
                </a:lnTo>
                <a:lnTo>
                  <a:pt x="2228151" y="3609136"/>
                </a:lnTo>
                <a:lnTo>
                  <a:pt x="2230577" y="3608971"/>
                </a:lnTo>
                <a:lnTo>
                  <a:pt x="2235289" y="3606635"/>
                </a:lnTo>
                <a:lnTo>
                  <a:pt x="2236889" y="3604806"/>
                </a:lnTo>
                <a:lnTo>
                  <a:pt x="2238578" y="3599827"/>
                </a:lnTo>
                <a:close/>
              </a:path>
              <a:path w="9475470" h="4709795">
                <a:moveTo>
                  <a:pt x="2248852" y="1110526"/>
                </a:moveTo>
                <a:lnTo>
                  <a:pt x="2247176" y="1105535"/>
                </a:lnTo>
                <a:lnTo>
                  <a:pt x="2245576" y="1103706"/>
                </a:lnTo>
                <a:lnTo>
                  <a:pt x="2240864" y="1101369"/>
                </a:lnTo>
                <a:lnTo>
                  <a:pt x="2238438" y="1101204"/>
                </a:lnTo>
                <a:lnTo>
                  <a:pt x="2233460" y="1102880"/>
                </a:lnTo>
                <a:lnTo>
                  <a:pt x="2231618" y="1104480"/>
                </a:lnTo>
                <a:lnTo>
                  <a:pt x="2229281" y="1109192"/>
                </a:lnTo>
                <a:lnTo>
                  <a:pt x="2229116" y="1111618"/>
                </a:lnTo>
                <a:lnTo>
                  <a:pt x="2230793" y="1116596"/>
                </a:lnTo>
                <a:lnTo>
                  <a:pt x="2232393" y="1118425"/>
                </a:lnTo>
                <a:lnTo>
                  <a:pt x="2237105" y="1120775"/>
                </a:lnTo>
                <a:lnTo>
                  <a:pt x="2239530" y="1120940"/>
                </a:lnTo>
                <a:lnTo>
                  <a:pt x="2244521" y="1119251"/>
                </a:lnTo>
                <a:lnTo>
                  <a:pt x="2246350" y="1117663"/>
                </a:lnTo>
                <a:lnTo>
                  <a:pt x="2248687" y="1112951"/>
                </a:lnTo>
                <a:lnTo>
                  <a:pt x="2248852" y="1110526"/>
                </a:lnTo>
                <a:close/>
              </a:path>
              <a:path w="9475470" h="4709795">
                <a:moveTo>
                  <a:pt x="2272703" y="3582898"/>
                </a:moveTo>
                <a:lnTo>
                  <a:pt x="2272538" y="3580473"/>
                </a:lnTo>
                <a:lnTo>
                  <a:pt x="2270201" y="3575761"/>
                </a:lnTo>
                <a:lnTo>
                  <a:pt x="2268372" y="3574161"/>
                </a:lnTo>
                <a:lnTo>
                  <a:pt x="2263394" y="3572484"/>
                </a:lnTo>
                <a:lnTo>
                  <a:pt x="2260968" y="3572649"/>
                </a:lnTo>
                <a:lnTo>
                  <a:pt x="2256256" y="3574986"/>
                </a:lnTo>
                <a:lnTo>
                  <a:pt x="2254656" y="3576815"/>
                </a:lnTo>
                <a:lnTo>
                  <a:pt x="2252967" y="3581793"/>
                </a:lnTo>
                <a:lnTo>
                  <a:pt x="2253132" y="3584219"/>
                </a:lnTo>
                <a:lnTo>
                  <a:pt x="2255469" y="3588931"/>
                </a:lnTo>
                <a:lnTo>
                  <a:pt x="2257310" y="3590531"/>
                </a:lnTo>
                <a:lnTo>
                  <a:pt x="2262289" y="3592220"/>
                </a:lnTo>
                <a:lnTo>
                  <a:pt x="2264714" y="3592055"/>
                </a:lnTo>
                <a:lnTo>
                  <a:pt x="2269426" y="3589718"/>
                </a:lnTo>
                <a:lnTo>
                  <a:pt x="2271026" y="3587877"/>
                </a:lnTo>
                <a:lnTo>
                  <a:pt x="2272703" y="3582898"/>
                </a:lnTo>
                <a:close/>
              </a:path>
              <a:path w="9475470" h="4709795">
                <a:moveTo>
                  <a:pt x="2282977" y="1127467"/>
                </a:moveTo>
                <a:lnTo>
                  <a:pt x="2281301" y="1122476"/>
                </a:lnTo>
                <a:lnTo>
                  <a:pt x="2279700" y="1120648"/>
                </a:lnTo>
                <a:lnTo>
                  <a:pt x="2274989" y="1118311"/>
                </a:lnTo>
                <a:lnTo>
                  <a:pt x="2272563" y="1118146"/>
                </a:lnTo>
                <a:lnTo>
                  <a:pt x="2267585" y="1119822"/>
                </a:lnTo>
                <a:lnTo>
                  <a:pt x="2265756" y="1121422"/>
                </a:lnTo>
                <a:lnTo>
                  <a:pt x="2263406" y="1126134"/>
                </a:lnTo>
                <a:lnTo>
                  <a:pt x="2263241" y="1128560"/>
                </a:lnTo>
                <a:lnTo>
                  <a:pt x="2264930" y="1133538"/>
                </a:lnTo>
                <a:lnTo>
                  <a:pt x="2266518" y="1135367"/>
                </a:lnTo>
                <a:lnTo>
                  <a:pt x="2271230" y="1137716"/>
                </a:lnTo>
                <a:lnTo>
                  <a:pt x="2273655" y="1137881"/>
                </a:lnTo>
                <a:lnTo>
                  <a:pt x="2278646" y="1136192"/>
                </a:lnTo>
                <a:lnTo>
                  <a:pt x="2280475" y="1134605"/>
                </a:lnTo>
                <a:lnTo>
                  <a:pt x="2282812" y="1129893"/>
                </a:lnTo>
                <a:lnTo>
                  <a:pt x="2282977" y="1127467"/>
                </a:lnTo>
                <a:close/>
              </a:path>
              <a:path w="9475470" h="4709795">
                <a:moveTo>
                  <a:pt x="2306840" y="3565969"/>
                </a:moveTo>
                <a:lnTo>
                  <a:pt x="2306675" y="3563543"/>
                </a:lnTo>
                <a:lnTo>
                  <a:pt x="2304338" y="3558832"/>
                </a:lnTo>
                <a:lnTo>
                  <a:pt x="2302510" y="3557232"/>
                </a:lnTo>
                <a:lnTo>
                  <a:pt x="2297531" y="3555555"/>
                </a:lnTo>
                <a:lnTo>
                  <a:pt x="2295106" y="3555720"/>
                </a:lnTo>
                <a:lnTo>
                  <a:pt x="2290394" y="3558057"/>
                </a:lnTo>
                <a:lnTo>
                  <a:pt x="2288794" y="3559886"/>
                </a:lnTo>
                <a:lnTo>
                  <a:pt x="2287105" y="3564877"/>
                </a:lnTo>
                <a:lnTo>
                  <a:pt x="2287270" y="3567303"/>
                </a:lnTo>
                <a:lnTo>
                  <a:pt x="2289606" y="3572014"/>
                </a:lnTo>
                <a:lnTo>
                  <a:pt x="2291435" y="3573602"/>
                </a:lnTo>
                <a:lnTo>
                  <a:pt x="2296426" y="3575291"/>
                </a:lnTo>
                <a:lnTo>
                  <a:pt x="2298852" y="3575126"/>
                </a:lnTo>
                <a:lnTo>
                  <a:pt x="2303564" y="3572789"/>
                </a:lnTo>
                <a:lnTo>
                  <a:pt x="2305164" y="3570960"/>
                </a:lnTo>
                <a:lnTo>
                  <a:pt x="2306840" y="3565969"/>
                </a:lnTo>
                <a:close/>
              </a:path>
              <a:path w="9475470" h="4709795">
                <a:moveTo>
                  <a:pt x="2317115" y="1144409"/>
                </a:moveTo>
                <a:lnTo>
                  <a:pt x="2315426" y="1139418"/>
                </a:lnTo>
                <a:lnTo>
                  <a:pt x="2313838" y="1137589"/>
                </a:lnTo>
                <a:lnTo>
                  <a:pt x="2309126" y="1135253"/>
                </a:lnTo>
                <a:lnTo>
                  <a:pt x="2306701" y="1135087"/>
                </a:lnTo>
                <a:lnTo>
                  <a:pt x="2301710" y="1136764"/>
                </a:lnTo>
                <a:lnTo>
                  <a:pt x="2299881" y="1138364"/>
                </a:lnTo>
                <a:lnTo>
                  <a:pt x="2297544" y="1143076"/>
                </a:lnTo>
                <a:lnTo>
                  <a:pt x="2297379" y="1145489"/>
                </a:lnTo>
                <a:lnTo>
                  <a:pt x="2299055" y="1150480"/>
                </a:lnTo>
                <a:lnTo>
                  <a:pt x="2300655" y="1152309"/>
                </a:lnTo>
                <a:lnTo>
                  <a:pt x="2305367" y="1154658"/>
                </a:lnTo>
                <a:lnTo>
                  <a:pt x="2307793" y="1154823"/>
                </a:lnTo>
                <a:lnTo>
                  <a:pt x="2312771" y="1153134"/>
                </a:lnTo>
                <a:lnTo>
                  <a:pt x="2314600" y="1151547"/>
                </a:lnTo>
                <a:lnTo>
                  <a:pt x="2316950" y="1146835"/>
                </a:lnTo>
                <a:lnTo>
                  <a:pt x="2317115" y="1144409"/>
                </a:lnTo>
                <a:close/>
              </a:path>
              <a:path w="9475470" h="4709795">
                <a:moveTo>
                  <a:pt x="2340978" y="3549040"/>
                </a:moveTo>
                <a:lnTo>
                  <a:pt x="2340813" y="3546614"/>
                </a:lnTo>
                <a:lnTo>
                  <a:pt x="2338476" y="3541903"/>
                </a:lnTo>
                <a:lnTo>
                  <a:pt x="2336647" y="3540302"/>
                </a:lnTo>
                <a:lnTo>
                  <a:pt x="2331669" y="3538626"/>
                </a:lnTo>
                <a:lnTo>
                  <a:pt x="2329243" y="3538791"/>
                </a:lnTo>
                <a:lnTo>
                  <a:pt x="2324519" y="3541128"/>
                </a:lnTo>
                <a:lnTo>
                  <a:pt x="2322931" y="3542957"/>
                </a:lnTo>
                <a:lnTo>
                  <a:pt x="2321242" y="3547948"/>
                </a:lnTo>
                <a:lnTo>
                  <a:pt x="2321407" y="3550374"/>
                </a:lnTo>
                <a:lnTo>
                  <a:pt x="2323744" y="3555085"/>
                </a:lnTo>
                <a:lnTo>
                  <a:pt x="2325573" y="3556685"/>
                </a:lnTo>
                <a:lnTo>
                  <a:pt x="2330564" y="3558362"/>
                </a:lnTo>
                <a:lnTo>
                  <a:pt x="2332990" y="3558197"/>
                </a:lnTo>
                <a:lnTo>
                  <a:pt x="2337701" y="3555860"/>
                </a:lnTo>
                <a:lnTo>
                  <a:pt x="2339302" y="3554031"/>
                </a:lnTo>
                <a:lnTo>
                  <a:pt x="2340978" y="3549040"/>
                </a:lnTo>
                <a:close/>
              </a:path>
              <a:path w="9475470" h="4709795">
                <a:moveTo>
                  <a:pt x="2351240" y="1161351"/>
                </a:moveTo>
                <a:lnTo>
                  <a:pt x="2349563" y="1156360"/>
                </a:lnTo>
                <a:lnTo>
                  <a:pt x="2347963" y="1154531"/>
                </a:lnTo>
                <a:lnTo>
                  <a:pt x="2343251" y="1152194"/>
                </a:lnTo>
                <a:lnTo>
                  <a:pt x="2340826" y="1152029"/>
                </a:lnTo>
                <a:lnTo>
                  <a:pt x="2335834" y="1153706"/>
                </a:lnTo>
                <a:lnTo>
                  <a:pt x="2334006" y="1155306"/>
                </a:lnTo>
                <a:lnTo>
                  <a:pt x="2331669" y="1160018"/>
                </a:lnTo>
                <a:lnTo>
                  <a:pt x="2331504" y="1162431"/>
                </a:lnTo>
                <a:lnTo>
                  <a:pt x="2333180" y="1167422"/>
                </a:lnTo>
                <a:lnTo>
                  <a:pt x="2334780" y="1169250"/>
                </a:lnTo>
                <a:lnTo>
                  <a:pt x="2339492" y="1171587"/>
                </a:lnTo>
                <a:lnTo>
                  <a:pt x="2341918" y="1171765"/>
                </a:lnTo>
                <a:lnTo>
                  <a:pt x="2346896" y="1170076"/>
                </a:lnTo>
                <a:lnTo>
                  <a:pt x="2348738" y="1168488"/>
                </a:lnTo>
                <a:lnTo>
                  <a:pt x="2351074" y="1163777"/>
                </a:lnTo>
                <a:lnTo>
                  <a:pt x="2351240" y="1161351"/>
                </a:lnTo>
                <a:close/>
              </a:path>
              <a:path w="9475470" h="4709795">
                <a:moveTo>
                  <a:pt x="2375116" y="3532124"/>
                </a:moveTo>
                <a:lnTo>
                  <a:pt x="2374950" y="3529698"/>
                </a:lnTo>
                <a:lnTo>
                  <a:pt x="2372614" y="3524986"/>
                </a:lnTo>
                <a:lnTo>
                  <a:pt x="2370785" y="3523386"/>
                </a:lnTo>
                <a:lnTo>
                  <a:pt x="2365794" y="3521697"/>
                </a:lnTo>
                <a:lnTo>
                  <a:pt x="2363381" y="3521862"/>
                </a:lnTo>
                <a:lnTo>
                  <a:pt x="2358656" y="3524199"/>
                </a:lnTo>
                <a:lnTo>
                  <a:pt x="2357056" y="3526040"/>
                </a:lnTo>
                <a:lnTo>
                  <a:pt x="2355380" y="3531019"/>
                </a:lnTo>
                <a:lnTo>
                  <a:pt x="2355545" y="3533444"/>
                </a:lnTo>
                <a:lnTo>
                  <a:pt x="2357882" y="3538156"/>
                </a:lnTo>
                <a:lnTo>
                  <a:pt x="2359710" y="3539756"/>
                </a:lnTo>
                <a:lnTo>
                  <a:pt x="2364702" y="3541433"/>
                </a:lnTo>
                <a:lnTo>
                  <a:pt x="2367127" y="3541268"/>
                </a:lnTo>
                <a:lnTo>
                  <a:pt x="2371839" y="3538931"/>
                </a:lnTo>
                <a:lnTo>
                  <a:pt x="2373439" y="3537102"/>
                </a:lnTo>
                <a:lnTo>
                  <a:pt x="2375116" y="3532124"/>
                </a:lnTo>
                <a:close/>
              </a:path>
              <a:path w="9475470" h="4709795">
                <a:moveTo>
                  <a:pt x="2385364" y="1178293"/>
                </a:moveTo>
                <a:lnTo>
                  <a:pt x="2383688" y="1173302"/>
                </a:lnTo>
                <a:lnTo>
                  <a:pt x="2382088" y="1171473"/>
                </a:lnTo>
                <a:lnTo>
                  <a:pt x="2377376" y="1169136"/>
                </a:lnTo>
                <a:lnTo>
                  <a:pt x="2374950" y="1168971"/>
                </a:lnTo>
                <a:lnTo>
                  <a:pt x="2369972" y="1170647"/>
                </a:lnTo>
                <a:lnTo>
                  <a:pt x="2368131" y="1172248"/>
                </a:lnTo>
                <a:lnTo>
                  <a:pt x="2365794" y="1176959"/>
                </a:lnTo>
                <a:lnTo>
                  <a:pt x="2365629" y="1179372"/>
                </a:lnTo>
                <a:lnTo>
                  <a:pt x="2367305" y="1184363"/>
                </a:lnTo>
                <a:lnTo>
                  <a:pt x="2368905" y="1186192"/>
                </a:lnTo>
                <a:lnTo>
                  <a:pt x="2373617" y="1188529"/>
                </a:lnTo>
                <a:lnTo>
                  <a:pt x="2376043" y="1188694"/>
                </a:lnTo>
                <a:lnTo>
                  <a:pt x="2381034" y="1187018"/>
                </a:lnTo>
                <a:lnTo>
                  <a:pt x="2382863" y="1185430"/>
                </a:lnTo>
                <a:lnTo>
                  <a:pt x="2385199" y="1180719"/>
                </a:lnTo>
                <a:lnTo>
                  <a:pt x="2385364" y="1178293"/>
                </a:lnTo>
                <a:close/>
              </a:path>
              <a:path w="9475470" h="4709795">
                <a:moveTo>
                  <a:pt x="2409253" y="3515195"/>
                </a:moveTo>
                <a:lnTo>
                  <a:pt x="2409088" y="3512769"/>
                </a:lnTo>
                <a:lnTo>
                  <a:pt x="2406751" y="3508057"/>
                </a:lnTo>
                <a:lnTo>
                  <a:pt x="2404922" y="3506457"/>
                </a:lnTo>
                <a:lnTo>
                  <a:pt x="2399931" y="3504781"/>
                </a:lnTo>
                <a:lnTo>
                  <a:pt x="2397506" y="3504946"/>
                </a:lnTo>
                <a:lnTo>
                  <a:pt x="2392794" y="3507282"/>
                </a:lnTo>
                <a:lnTo>
                  <a:pt x="2391194" y="3509111"/>
                </a:lnTo>
                <a:lnTo>
                  <a:pt x="2389517" y="3514090"/>
                </a:lnTo>
                <a:lnTo>
                  <a:pt x="2389682" y="3516515"/>
                </a:lnTo>
                <a:lnTo>
                  <a:pt x="2392019" y="3521227"/>
                </a:lnTo>
                <a:lnTo>
                  <a:pt x="2393848" y="3522827"/>
                </a:lnTo>
                <a:lnTo>
                  <a:pt x="2398839" y="3524504"/>
                </a:lnTo>
                <a:lnTo>
                  <a:pt x="2401252" y="3524351"/>
                </a:lnTo>
                <a:lnTo>
                  <a:pt x="2405977" y="3522002"/>
                </a:lnTo>
                <a:lnTo>
                  <a:pt x="2407577" y="3520173"/>
                </a:lnTo>
                <a:lnTo>
                  <a:pt x="2409253" y="3515195"/>
                </a:lnTo>
                <a:close/>
              </a:path>
              <a:path w="9475470" h="4709795">
                <a:moveTo>
                  <a:pt x="2419489" y="1195235"/>
                </a:moveTo>
                <a:lnTo>
                  <a:pt x="2417813" y="1190244"/>
                </a:lnTo>
                <a:lnTo>
                  <a:pt x="2416213" y="1188415"/>
                </a:lnTo>
                <a:lnTo>
                  <a:pt x="2411501" y="1186078"/>
                </a:lnTo>
                <a:lnTo>
                  <a:pt x="2409075" y="1185913"/>
                </a:lnTo>
                <a:lnTo>
                  <a:pt x="2404097" y="1187589"/>
                </a:lnTo>
                <a:lnTo>
                  <a:pt x="2402268" y="1189189"/>
                </a:lnTo>
                <a:lnTo>
                  <a:pt x="2399919" y="1193901"/>
                </a:lnTo>
                <a:lnTo>
                  <a:pt x="2399754" y="1196314"/>
                </a:lnTo>
                <a:lnTo>
                  <a:pt x="2401443" y="1201305"/>
                </a:lnTo>
                <a:lnTo>
                  <a:pt x="2403030" y="1203134"/>
                </a:lnTo>
                <a:lnTo>
                  <a:pt x="2407755" y="1205471"/>
                </a:lnTo>
                <a:lnTo>
                  <a:pt x="2410168" y="1205636"/>
                </a:lnTo>
                <a:lnTo>
                  <a:pt x="2415159" y="1203960"/>
                </a:lnTo>
                <a:lnTo>
                  <a:pt x="2416987" y="1202372"/>
                </a:lnTo>
                <a:lnTo>
                  <a:pt x="2419324" y="1197660"/>
                </a:lnTo>
                <a:lnTo>
                  <a:pt x="2419489" y="1195235"/>
                </a:lnTo>
                <a:close/>
              </a:path>
              <a:path w="9475470" h="4709795">
                <a:moveTo>
                  <a:pt x="2443391" y="3498265"/>
                </a:moveTo>
                <a:lnTo>
                  <a:pt x="2443226" y="3495840"/>
                </a:lnTo>
                <a:lnTo>
                  <a:pt x="2440889" y="3491128"/>
                </a:lnTo>
                <a:lnTo>
                  <a:pt x="2439060" y="3489528"/>
                </a:lnTo>
                <a:lnTo>
                  <a:pt x="2434069" y="3487851"/>
                </a:lnTo>
                <a:lnTo>
                  <a:pt x="2431643" y="3488017"/>
                </a:lnTo>
                <a:lnTo>
                  <a:pt x="2426932" y="3490353"/>
                </a:lnTo>
                <a:lnTo>
                  <a:pt x="2425331" y="3492182"/>
                </a:lnTo>
                <a:lnTo>
                  <a:pt x="2423655" y="3497173"/>
                </a:lnTo>
                <a:lnTo>
                  <a:pt x="2423820" y="3499586"/>
                </a:lnTo>
                <a:lnTo>
                  <a:pt x="2426157" y="3504311"/>
                </a:lnTo>
                <a:lnTo>
                  <a:pt x="2427986" y="3505898"/>
                </a:lnTo>
                <a:lnTo>
                  <a:pt x="2432964" y="3507587"/>
                </a:lnTo>
                <a:lnTo>
                  <a:pt x="2435390" y="3507422"/>
                </a:lnTo>
                <a:lnTo>
                  <a:pt x="2440114" y="3505085"/>
                </a:lnTo>
                <a:lnTo>
                  <a:pt x="2441702" y="3503257"/>
                </a:lnTo>
                <a:lnTo>
                  <a:pt x="2443391" y="3498265"/>
                </a:lnTo>
                <a:close/>
              </a:path>
              <a:path w="9475470" h="4709795">
                <a:moveTo>
                  <a:pt x="2453627" y="1212176"/>
                </a:moveTo>
                <a:lnTo>
                  <a:pt x="2451951" y="1207185"/>
                </a:lnTo>
                <a:lnTo>
                  <a:pt x="2450350" y="1205357"/>
                </a:lnTo>
                <a:lnTo>
                  <a:pt x="2445639" y="1203020"/>
                </a:lnTo>
                <a:lnTo>
                  <a:pt x="2443213" y="1202855"/>
                </a:lnTo>
                <a:lnTo>
                  <a:pt x="2438222" y="1204531"/>
                </a:lnTo>
                <a:lnTo>
                  <a:pt x="2436393" y="1206119"/>
                </a:lnTo>
                <a:lnTo>
                  <a:pt x="2434056" y="1210843"/>
                </a:lnTo>
                <a:lnTo>
                  <a:pt x="2433891" y="1213256"/>
                </a:lnTo>
                <a:lnTo>
                  <a:pt x="2435568" y="1218247"/>
                </a:lnTo>
                <a:lnTo>
                  <a:pt x="2437168" y="1220076"/>
                </a:lnTo>
                <a:lnTo>
                  <a:pt x="2441879" y="1222413"/>
                </a:lnTo>
                <a:lnTo>
                  <a:pt x="2444305" y="1222578"/>
                </a:lnTo>
                <a:lnTo>
                  <a:pt x="2449284" y="1220901"/>
                </a:lnTo>
                <a:lnTo>
                  <a:pt x="2451112" y="1219314"/>
                </a:lnTo>
                <a:lnTo>
                  <a:pt x="2453462" y="1214602"/>
                </a:lnTo>
                <a:lnTo>
                  <a:pt x="2453627" y="1212176"/>
                </a:lnTo>
                <a:close/>
              </a:path>
              <a:path w="9475470" h="4709795">
                <a:moveTo>
                  <a:pt x="2477528" y="3481336"/>
                </a:moveTo>
                <a:lnTo>
                  <a:pt x="2477363" y="3478911"/>
                </a:lnTo>
                <a:lnTo>
                  <a:pt x="2475026" y="3474199"/>
                </a:lnTo>
                <a:lnTo>
                  <a:pt x="2473185" y="3472599"/>
                </a:lnTo>
                <a:lnTo>
                  <a:pt x="2468207" y="3470922"/>
                </a:lnTo>
                <a:lnTo>
                  <a:pt x="2465781" y="3471087"/>
                </a:lnTo>
                <a:lnTo>
                  <a:pt x="2461069" y="3473424"/>
                </a:lnTo>
                <a:lnTo>
                  <a:pt x="2459469" y="3475253"/>
                </a:lnTo>
                <a:lnTo>
                  <a:pt x="2457793" y="3480244"/>
                </a:lnTo>
                <a:lnTo>
                  <a:pt x="2457958" y="3482670"/>
                </a:lnTo>
                <a:lnTo>
                  <a:pt x="2460294" y="3487382"/>
                </a:lnTo>
                <a:lnTo>
                  <a:pt x="2462123" y="3488982"/>
                </a:lnTo>
                <a:lnTo>
                  <a:pt x="2467102" y="3490658"/>
                </a:lnTo>
                <a:lnTo>
                  <a:pt x="2469527" y="3490493"/>
                </a:lnTo>
                <a:lnTo>
                  <a:pt x="2474239" y="3488156"/>
                </a:lnTo>
                <a:lnTo>
                  <a:pt x="2475839" y="3486327"/>
                </a:lnTo>
                <a:lnTo>
                  <a:pt x="2477528" y="3481336"/>
                </a:lnTo>
                <a:close/>
              </a:path>
              <a:path w="9475470" h="4709795">
                <a:moveTo>
                  <a:pt x="2487752" y="1229118"/>
                </a:moveTo>
                <a:lnTo>
                  <a:pt x="2486075" y="1224127"/>
                </a:lnTo>
                <a:lnTo>
                  <a:pt x="2484475" y="1222298"/>
                </a:lnTo>
                <a:lnTo>
                  <a:pt x="2479764" y="1219962"/>
                </a:lnTo>
                <a:lnTo>
                  <a:pt x="2477338" y="1219796"/>
                </a:lnTo>
                <a:lnTo>
                  <a:pt x="2472347" y="1221473"/>
                </a:lnTo>
                <a:lnTo>
                  <a:pt x="2470518" y="1223060"/>
                </a:lnTo>
                <a:lnTo>
                  <a:pt x="2468181" y="1227772"/>
                </a:lnTo>
                <a:lnTo>
                  <a:pt x="2468016" y="1230198"/>
                </a:lnTo>
                <a:lnTo>
                  <a:pt x="2469692" y="1235189"/>
                </a:lnTo>
                <a:lnTo>
                  <a:pt x="2471293" y="1237018"/>
                </a:lnTo>
                <a:lnTo>
                  <a:pt x="2476004" y="1239354"/>
                </a:lnTo>
                <a:lnTo>
                  <a:pt x="2478430" y="1239520"/>
                </a:lnTo>
                <a:lnTo>
                  <a:pt x="2483421" y="1237843"/>
                </a:lnTo>
                <a:lnTo>
                  <a:pt x="2485250" y="1236256"/>
                </a:lnTo>
                <a:lnTo>
                  <a:pt x="2487587" y="1231544"/>
                </a:lnTo>
                <a:lnTo>
                  <a:pt x="2487752" y="1229118"/>
                </a:lnTo>
                <a:close/>
              </a:path>
              <a:path w="9475470" h="4709795">
                <a:moveTo>
                  <a:pt x="2511653" y="3464420"/>
                </a:moveTo>
                <a:lnTo>
                  <a:pt x="2511501" y="3461994"/>
                </a:lnTo>
                <a:lnTo>
                  <a:pt x="2509164" y="3457283"/>
                </a:lnTo>
                <a:lnTo>
                  <a:pt x="2507323" y="3455682"/>
                </a:lnTo>
                <a:lnTo>
                  <a:pt x="2502344" y="3453993"/>
                </a:lnTo>
                <a:lnTo>
                  <a:pt x="2499918" y="3454158"/>
                </a:lnTo>
                <a:lnTo>
                  <a:pt x="2495207" y="3456495"/>
                </a:lnTo>
                <a:lnTo>
                  <a:pt x="2493607" y="3458337"/>
                </a:lnTo>
                <a:lnTo>
                  <a:pt x="2491930" y="3463315"/>
                </a:lnTo>
                <a:lnTo>
                  <a:pt x="2492083" y="3465741"/>
                </a:lnTo>
                <a:lnTo>
                  <a:pt x="2494432" y="3470452"/>
                </a:lnTo>
                <a:lnTo>
                  <a:pt x="2496261" y="3472053"/>
                </a:lnTo>
                <a:lnTo>
                  <a:pt x="2501239" y="3473729"/>
                </a:lnTo>
                <a:lnTo>
                  <a:pt x="2503665" y="3473564"/>
                </a:lnTo>
                <a:lnTo>
                  <a:pt x="2508377" y="3471227"/>
                </a:lnTo>
                <a:lnTo>
                  <a:pt x="2509977" y="3469398"/>
                </a:lnTo>
                <a:lnTo>
                  <a:pt x="2511653" y="3464420"/>
                </a:lnTo>
                <a:close/>
              </a:path>
              <a:path w="9475470" h="4709795">
                <a:moveTo>
                  <a:pt x="2521877" y="1246060"/>
                </a:moveTo>
                <a:lnTo>
                  <a:pt x="2520200" y="1241069"/>
                </a:lnTo>
                <a:lnTo>
                  <a:pt x="2518600" y="1239240"/>
                </a:lnTo>
                <a:lnTo>
                  <a:pt x="2513888" y="1236903"/>
                </a:lnTo>
                <a:lnTo>
                  <a:pt x="2511463" y="1236738"/>
                </a:lnTo>
                <a:lnTo>
                  <a:pt x="2506484" y="1238415"/>
                </a:lnTo>
                <a:lnTo>
                  <a:pt x="2504643" y="1240002"/>
                </a:lnTo>
                <a:lnTo>
                  <a:pt x="2502306" y="1244714"/>
                </a:lnTo>
                <a:lnTo>
                  <a:pt x="2502141" y="1247140"/>
                </a:lnTo>
                <a:lnTo>
                  <a:pt x="2503817" y="1252131"/>
                </a:lnTo>
                <a:lnTo>
                  <a:pt x="2505418" y="1253959"/>
                </a:lnTo>
                <a:lnTo>
                  <a:pt x="2510129" y="1256296"/>
                </a:lnTo>
                <a:lnTo>
                  <a:pt x="2512555" y="1256461"/>
                </a:lnTo>
                <a:lnTo>
                  <a:pt x="2517546" y="1254785"/>
                </a:lnTo>
                <a:lnTo>
                  <a:pt x="2519375" y="1253197"/>
                </a:lnTo>
                <a:lnTo>
                  <a:pt x="2521712" y="1248473"/>
                </a:lnTo>
                <a:lnTo>
                  <a:pt x="2521877" y="1246060"/>
                </a:lnTo>
                <a:close/>
              </a:path>
              <a:path w="9475470" h="4709795">
                <a:moveTo>
                  <a:pt x="2545791" y="3447491"/>
                </a:moveTo>
                <a:lnTo>
                  <a:pt x="2545626" y="3445065"/>
                </a:lnTo>
                <a:lnTo>
                  <a:pt x="2543289" y="3440353"/>
                </a:lnTo>
                <a:lnTo>
                  <a:pt x="2541460" y="3438753"/>
                </a:lnTo>
                <a:lnTo>
                  <a:pt x="2536482" y="3437077"/>
                </a:lnTo>
                <a:lnTo>
                  <a:pt x="2534056" y="3437242"/>
                </a:lnTo>
                <a:lnTo>
                  <a:pt x="2529344" y="3439579"/>
                </a:lnTo>
                <a:lnTo>
                  <a:pt x="2527744" y="3441408"/>
                </a:lnTo>
                <a:lnTo>
                  <a:pt x="2526055" y="3446386"/>
                </a:lnTo>
                <a:lnTo>
                  <a:pt x="2526220" y="3448812"/>
                </a:lnTo>
                <a:lnTo>
                  <a:pt x="2528557" y="3453523"/>
                </a:lnTo>
                <a:lnTo>
                  <a:pt x="2530398" y="3455124"/>
                </a:lnTo>
                <a:lnTo>
                  <a:pt x="2535377" y="3456800"/>
                </a:lnTo>
                <a:lnTo>
                  <a:pt x="2537803" y="3456648"/>
                </a:lnTo>
                <a:lnTo>
                  <a:pt x="2542514" y="3454298"/>
                </a:lnTo>
                <a:lnTo>
                  <a:pt x="2544114" y="3452469"/>
                </a:lnTo>
                <a:lnTo>
                  <a:pt x="2545791" y="3447491"/>
                </a:lnTo>
                <a:close/>
              </a:path>
              <a:path w="9475470" h="4709795">
                <a:moveTo>
                  <a:pt x="2556002" y="1263002"/>
                </a:moveTo>
                <a:lnTo>
                  <a:pt x="2554325" y="1258011"/>
                </a:lnTo>
                <a:lnTo>
                  <a:pt x="2552738" y="1256182"/>
                </a:lnTo>
                <a:lnTo>
                  <a:pt x="2548013" y="1253845"/>
                </a:lnTo>
                <a:lnTo>
                  <a:pt x="2545588" y="1253680"/>
                </a:lnTo>
                <a:lnTo>
                  <a:pt x="2540609" y="1255356"/>
                </a:lnTo>
                <a:lnTo>
                  <a:pt x="2538780" y="1256944"/>
                </a:lnTo>
                <a:lnTo>
                  <a:pt x="2536444" y="1261656"/>
                </a:lnTo>
                <a:lnTo>
                  <a:pt x="2536279" y="1264081"/>
                </a:lnTo>
                <a:lnTo>
                  <a:pt x="2537955" y="1269072"/>
                </a:lnTo>
                <a:lnTo>
                  <a:pt x="2539542" y="1270901"/>
                </a:lnTo>
                <a:lnTo>
                  <a:pt x="2544267" y="1273238"/>
                </a:lnTo>
                <a:lnTo>
                  <a:pt x="2546680" y="1273403"/>
                </a:lnTo>
                <a:lnTo>
                  <a:pt x="2551671" y="1271727"/>
                </a:lnTo>
                <a:lnTo>
                  <a:pt x="2553500" y="1270127"/>
                </a:lnTo>
                <a:lnTo>
                  <a:pt x="2555837" y="1265415"/>
                </a:lnTo>
                <a:lnTo>
                  <a:pt x="2556002" y="1263002"/>
                </a:lnTo>
                <a:close/>
              </a:path>
              <a:path w="9475470" h="4709795">
                <a:moveTo>
                  <a:pt x="2579928" y="3430562"/>
                </a:moveTo>
                <a:lnTo>
                  <a:pt x="2579763" y="3428136"/>
                </a:lnTo>
                <a:lnTo>
                  <a:pt x="2577427" y="3423424"/>
                </a:lnTo>
                <a:lnTo>
                  <a:pt x="2575598" y="3421824"/>
                </a:lnTo>
                <a:lnTo>
                  <a:pt x="2570619" y="3420148"/>
                </a:lnTo>
                <a:lnTo>
                  <a:pt x="2568194" y="3420313"/>
                </a:lnTo>
                <a:lnTo>
                  <a:pt x="2563469" y="3422650"/>
                </a:lnTo>
                <a:lnTo>
                  <a:pt x="2561882" y="3424478"/>
                </a:lnTo>
                <a:lnTo>
                  <a:pt x="2560193" y="3429470"/>
                </a:lnTo>
                <a:lnTo>
                  <a:pt x="2560358" y="3431883"/>
                </a:lnTo>
                <a:lnTo>
                  <a:pt x="2562695" y="3436607"/>
                </a:lnTo>
                <a:lnTo>
                  <a:pt x="2564523" y="3438194"/>
                </a:lnTo>
                <a:lnTo>
                  <a:pt x="2569514" y="3439884"/>
                </a:lnTo>
                <a:lnTo>
                  <a:pt x="2571940" y="3439718"/>
                </a:lnTo>
                <a:lnTo>
                  <a:pt x="2576652" y="3437382"/>
                </a:lnTo>
                <a:lnTo>
                  <a:pt x="2578252" y="3435553"/>
                </a:lnTo>
                <a:lnTo>
                  <a:pt x="2579928" y="3430562"/>
                </a:lnTo>
                <a:close/>
              </a:path>
              <a:path w="9475470" h="4709795">
                <a:moveTo>
                  <a:pt x="2590139" y="1279944"/>
                </a:moveTo>
                <a:lnTo>
                  <a:pt x="2588463" y="1274953"/>
                </a:lnTo>
                <a:lnTo>
                  <a:pt x="2586863" y="1273124"/>
                </a:lnTo>
                <a:lnTo>
                  <a:pt x="2582151" y="1270787"/>
                </a:lnTo>
                <a:lnTo>
                  <a:pt x="2579725" y="1270622"/>
                </a:lnTo>
                <a:lnTo>
                  <a:pt x="2574734" y="1272298"/>
                </a:lnTo>
                <a:lnTo>
                  <a:pt x="2572905" y="1273886"/>
                </a:lnTo>
                <a:lnTo>
                  <a:pt x="2570569" y="1278597"/>
                </a:lnTo>
                <a:lnTo>
                  <a:pt x="2570403" y="1281023"/>
                </a:lnTo>
                <a:lnTo>
                  <a:pt x="2572080" y="1286014"/>
                </a:lnTo>
                <a:lnTo>
                  <a:pt x="2573680" y="1287843"/>
                </a:lnTo>
                <a:lnTo>
                  <a:pt x="2578392" y="1290180"/>
                </a:lnTo>
                <a:lnTo>
                  <a:pt x="2580817" y="1290345"/>
                </a:lnTo>
                <a:lnTo>
                  <a:pt x="2585796" y="1288669"/>
                </a:lnTo>
                <a:lnTo>
                  <a:pt x="2587625" y="1287068"/>
                </a:lnTo>
                <a:lnTo>
                  <a:pt x="2589974" y="1282357"/>
                </a:lnTo>
                <a:lnTo>
                  <a:pt x="2590139" y="1279944"/>
                </a:lnTo>
                <a:close/>
              </a:path>
              <a:path w="9475470" h="4709795">
                <a:moveTo>
                  <a:pt x="2614066" y="3413633"/>
                </a:moveTo>
                <a:lnTo>
                  <a:pt x="2613901" y="3411207"/>
                </a:lnTo>
                <a:lnTo>
                  <a:pt x="2611564" y="3406495"/>
                </a:lnTo>
                <a:lnTo>
                  <a:pt x="2609735" y="3404895"/>
                </a:lnTo>
                <a:lnTo>
                  <a:pt x="2604744" y="3403219"/>
                </a:lnTo>
                <a:lnTo>
                  <a:pt x="2602331" y="3403384"/>
                </a:lnTo>
                <a:lnTo>
                  <a:pt x="2597607" y="3405721"/>
                </a:lnTo>
                <a:lnTo>
                  <a:pt x="2596007" y="3407549"/>
                </a:lnTo>
                <a:lnTo>
                  <a:pt x="2594330" y="3412540"/>
                </a:lnTo>
                <a:lnTo>
                  <a:pt x="2594495" y="3414966"/>
                </a:lnTo>
                <a:lnTo>
                  <a:pt x="2596832" y="3419678"/>
                </a:lnTo>
                <a:lnTo>
                  <a:pt x="2598661" y="3421278"/>
                </a:lnTo>
                <a:lnTo>
                  <a:pt x="2603652" y="3422954"/>
                </a:lnTo>
                <a:lnTo>
                  <a:pt x="2606078" y="3422789"/>
                </a:lnTo>
                <a:lnTo>
                  <a:pt x="2610789" y="3420453"/>
                </a:lnTo>
                <a:lnTo>
                  <a:pt x="2612390" y="3418624"/>
                </a:lnTo>
                <a:lnTo>
                  <a:pt x="2614066" y="3413633"/>
                </a:lnTo>
                <a:close/>
              </a:path>
              <a:path w="9475470" h="4709795">
                <a:moveTo>
                  <a:pt x="2624264" y="1296885"/>
                </a:moveTo>
                <a:lnTo>
                  <a:pt x="2622588" y="1291894"/>
                </a:lnTo>
                <a:lnTo>
                  <a:pt x="2620988" y="1290066"/>
                </a:lnTo>
                <a:lnTo>
                  <a:pt x="2616276" y="1287729"/>
                </a:lnTo>
                <a:lnTo>
                  <a:pt x="2613850" y="1287551"/>
                </a:lnTo>
                <a:lnTo>
                  <a:pt x="2608859" y="1289240"/>
                </a:lnTo>
                <a:lnTo>
                  <a:pt x="2607030" y="1290828"/>
                </a:lnTo>
                <a:lnTo>
                  <a:pt x="2604693" y="1295539"/>
                </a:lnTo>
                <a:lnTo>
                  <a:pt x="2604528" y="1297965"/>
                </a:lnTo>
                <a:lnTo>
                  <a:pt x="2606205" y="1302956"/>
                </a:lnTo>
                <a:lnTo>
                  <a:pt x="2607805" y="1304785"/>
                </a:lnTo>
                <a:lnTo>
                  <a:pt x="2612517" y="1307122"/>
                </a:lnTo>
                <a:lnTo>
                  <a:pt x="2614942" y="1307287"/>
                </a:lnTo>
                <a:lnTo>
                  <a:pt x="2619933" y="1305610"/>
                </a:lnTo>
                <a:lnTo>
                  <a:pt x="2621762" y="1304010"/>
                </a:lnTo>
                <a:lnTo>
                  <a:pt x="2624099" y="1299298"/>
                </a:lnTo>
                <a:lnTo>
                  <a:pt x="2624264" y="1296885"/>
                </a:lnTo>
                <a:close/>
              </a:path>
              <a:path w="9475470" h="4709795">
                <a:moveTo>
                  <a:pt x="2648204" y="3396704"/>
                </a:moveTo>
                <a:lnTo>
                  <a:pt x="2648039" y="3394291"/>
                </a:lnTo>
                <a:lnTo>
                  <a:pt x="2645702" y="3389566"/>
                </a:lnTo>
                <a:lnTo>
                  <a:pt x="2643873" y="3387979"/>
                </a:lnTo>
                <a:lnTo>
                  <a:pt x="2638882" y="3386290"/>
                </a:lnTo>
                <a:lnTo>
                  <a:pt x="2636456" y="3386455"/>
                </a:lnTo>
                <a:lnTo>
                  <a:pt x="2631744" y="3388791"/>
                </a:lnTo>
                <a:lnTo>
                  <a:pt x="2630144" y="3390620"/>
                </a:lnTo>
                <a:lnTo>
                  <a:pt x="2628468" y="3395611"/>
                </a:lnTo>
                <a:lnTo>
                  <a:pt x="2628633" y="3398037"/>
                </a:lnTo>
                <a:lnTo>
                  <a:pt x="2630970" y="3402749"/>
                </a:lnTo>
                <a:lnTo>
                  <a:pt x="2632799" y="3404349"/>
                </a:lnTo>
                <a:lnTo>
                  <a:pt x="2637790" y="3406025"/>
                </a:lnTo>
                <a:lnTo>
                  <a:pt x="2640215" y="3405860"/>
                </a:lnTo>
                <a:lnTo>
                  <a:pt x="2644927" y="3403523"/>
                </a:lnTo>
                <a:lnTo>
                  <a:pt x="2646527" y="3401695"/>
                </a:lnTo>
                <a:lnTo>
                  <a:pt x="2648204" y="3396704"/>
                </a:lnTo>
                <a:close/>
              </a:path>
              <a:path w="9475470" h="4709795">
                <a:moveTo>
                  <a:pt x="2658389" y="1313827"/>
                </a:moveTo>
                <a:lnTo>
                  <a:pt x="2656713" y="1308836"/>
                </a:lnTo>
                <a:lnTo>
                  <a:pt x="2655112" y="1307007"/>
                </a:lnTo>
                <a:lnTo>
                  <a:pt x="2650401" y="1304658"/>
                </a:lnTo>
                <a:lnTo>
                  <a:pt x="2647975" y="1304493"/>
                </a:lnTo>
                <a:lnTo>
                  <a:pt x="2642997" y="1306182"/>
                </a:lnTo>
                <a:lnTo>
                  <a:pt x="2641168" y="1307769"/>
                </a:lnTo>
                <a:lnTo>
                  <a:pt x="2638818" y="1312481"/>
                </a:lnTo>
                <a:lnTo>
                  <a:pt x="2638653" y="1314907"/>
                </a:lnTo>
                <a:lnTo>
                  <a:pt x="2640330" y="1319898"/>
                </a:lnTo>
                <a:lnTo>
                  <a:pt x="2641930" y="1321727"/>
                </a:lnTo>
                <a:lnTo>
                  <a:pt x="2646642" y="1324063"/>
                </a:lnTo>
                <a:lnTo>
                  <a:pt x="2649067" y="1324229"/>
                </a:lnTo>
                <a:lnTo>
                  <a:pt x="2654058" y="1322552"/>
                </a:lnTo>
                <a:lnTo>
                  <a:pt x="2655887" y="1320952"/>
                </a:lnTo>
                <a:lnTo>
                  <a:pt x="2658224" y="1316240"/>
                </a:lnTo>
                <a:lnTo>
                  <a:pt x="2658389" y="1313827"/>
                </a:lnTo>
                <a:close/>
              </a:path>
              <a:path w="9475470" h="4709795">
                <a:moveTo>
                  <a:pt x="2682341" y="3379787"/>
                </a:moveTo>
                <a:lnTo>
                  <a:pt x="2682176" y="3377361"/>
                </a:lnTo>
                <a:lnTo>
                  <a:pt x="2679839" y="3372650"/>
                </a:lnTo>
                <a:lnTo>
                  <a:pt x="2678011" y="3371050"/>
                </a:lnTo>
                <a:lnTo>
                  <a:pt x="2673019" y="3369373"/>
                </a:lnTo>
                <a:lnTo>
                  <a:pt x="2670594" y="3369538"/>
                </a:lnTo>
                <a:lnTo>
                  <a:pt x="2665882" y="3371875"/>
                </a:lnTo>
                <a:lnTo>
                  <a:pt x="2664282" y="3373704"/>
                </a:lnTo>
                <a:lnTo>
                  <a:pt x="2662605" y="3378682"/>
                </a:lnTo>
                <a:lnTo>
                  <a:pt x="2662771" y="3381108"/>
                </a:lnTo>
                <a:lnTo>
                  <a:pt x="2665107" y="3385820"/>
                </a:lnTo>
                <a:lnTo>
                  <a:pt x="2666936" y="3387420"/>
                </a:lnTo>
                <a:lnTo>
                  <a:pt x="2671927" y="3389096"/>
                </a:lnTo>
                <a:lnTo>
                  <a:pt x="2674340" y="3388931"/>
                </a:lnTo>
                <a:lnTo>
                  <a:pt x="2679065" y="3386594"/>
                </a:lnTo>
                <a:lnTo>
                  <a:pt x="2680665" y="3384766"/>
                </a:lnTo>
                <a:lnTo>
                  <a:pt x="2682341" y="3379787"/>
                </a:lnTo>
                <a:close/>
              </a:path>
              <a:path w="9475470" h="4709795">
                <a:moveTo>
                  <a:pt x="2692514" y="1330756"/>
                </a:moveTo>
                <a:lnTo>
                  <a:pt x="2690838" y="1325778"/>
                </a:lnTo>
                <a:lnTo>
                  <a:pt x="2689250" y="1323949"/>
                </a:lnTo>
                <a:lnTo>
                  <a:pt x="2684526" y="1321600"/>
                </a:lnTo>
                <a:lnTo>
                  <a:pt x="2682113" y="1321435"/>
                </a:lnTo>
                <a:lnTo>
                  <a:pt x="2677122" y="1323124"/>
                </a:lnTo>
                <a:lnTo>
                  <a:pt x="2675293" y="1324711"/>
                </a:lnTo>
                <a:lnTo>
                  <a:pt x="2672956" y="1329423"/>
                </a:lnTo>
                <a:lnTo>
                  <a:pt x="2672791" y="1331849"/>
                </a:lnTo>
                <a:lnTo>
                  <a:pt x="2674467" y="1336840"/>
                </a:lnTo>
                <a:lnTo>
                  <a:pt x="2676055" y="1338668"/>
                </a:lnTo>
                <a:lnTo>
                  <a:pt x="2680779" y="1341005"/>
                </a:lnTo>
                <a:lnTo>
                  <a:pt x="2683205" y="1341170"/>
                </a:lnTo>
                <a:lnTo>
                  <a:pt x="2688183" y="1339494"/>
                </a:lnTo>
                <a:lnTo>
                  <a:pt x="2690012" y="1337894"/>
                </a:lnTo>
                <a:lnTo>
                  <a:pt x="2692362" y="1333182"/>
                </a:lnTo>
                <a:lnTo>
                  <a:pt x="2692514" y="1330756"/>
                </a:lnTo>
                <a:close/>
              </a:path>
              <a:path w="9475470" h="4709795">
                <a:moveTo>
                  <a:pt x="2716479" y="3362858"/>
                </a:moveTo>
                <a:lnTo>
                  <a:pt x="2716314" y="3360432"/>
                </a:lnTo>
                <a:lnTo>
                  <a:pt x="2713977" y="3355721"/>
                </a:lnTo>
                <a:lnTo>
                  <a:pt x="2712148" y="3354120"/>
                </a:lnTo>
                <a:lnTo>
                  <a:pt x="2707157" y="3352444"/>
                </a:lnTo>
                <a:lnTo>
                  <a:pt x="2704731" y="3352609"/>
                </a:lnTo>
                <a:lnTo>
                  <a:pt x="2700020" y="3354946"/>
                </a:lnTo>
                <a:lnTo>
                  <a:pt x="2698419" y="3356775"/>
                </a:lnTo>
                <a:lnTo>
                  <a:pt x="2696743" y="3361753"/>
                </a:lnTo>
                <a:lnTo>
                  <a:pt x="2696908" y="3364179"/>
                </a:lnTo>
                <a:lnTo>
                  <a:pt x="2699245" y="3368891"/>
                </a:lnTo>
                <a:lnTo>
                  <a:pt x="2701074" y="3370491"/>
                </a:lnTo>
                <a:lnTo>
                  <a:pt x="2706052" y="3372180"/>
                </a:lnTo>
                <a:lnTo>
                  <a:pt x="2708478" y="3372015"/>
                </a:lnTo>
                <a:lnTo>
                  <a:pt x="2713202" y="3369678"/>
                </a:lnTo>
                <a:lnTo>
                  <a:pt x="2714790" y="3367836"/>
                </a:lnTo>
                <a:lnTo>
                  <a:pt x="2716479" y="3362858"/>
                </a:lnTo>
                <a:close/>
              </a:path>
              <a:path w="9475470" h="4709795">
                <a:moveTo>
                  <a:pt x="2726652" y="1347698"/>
                </a:moveTo>
                <a:lnTo>
                  <a:pt x="2724975" y="1342720"/>
                </a:lnTo>
                <a:lnTo>
                  <a:pt x="2723375" y="1340891"/>
                </a:lnTo>
                <a:lnTo>
                  <a:pt x="2718663" y="1338541"/>
                </a:lnTo>
                <a:lnTo>
                  <a:pt x="2716238" y="1338376"/>
                </a:lnTo>
                <a:lnTo>
                  <a:pt x="2711246" y="1340065"/>
                </a:lnTo>
                <a:lnTo>
                  <a:pt x="2709418" y="1341653"/>
                </a:lnTo>
                <a:lnTo>
                  <a:pt x="2707081" y="1346365"/>
                </a:lnTo>
                <a:lnTo>
                  <a:pt x="2706916" y="1348790"/>
                </a:lnTo>
                <a:lnTo>
                  <a:pt x="2708592" y="1353781"/>
                </a:lnTo>
                <a:lnTo>
                  <a:pt x="2710192" y="1355610"/>
                </a:lnTo>
                <a:lnTo>
                  <a:pt x="2714904" y="1357947"/>
                </a:lnTo>
                <a:lnTo>
                  <a:pt x="2717330" y="1358112"/>
                </a:lnTo>
                <a:lnTo>
                  <a:pt x="2722308" y="1356436"/>
                </a:lnTo>
                <a:lnTo>
                  <a:pt x="2724150" y="1354836"/>
                </a:lnTo>
                <a:lnTo>
                  <a:pt x="2726486" y="1350124"/>
                </a:lnTo>
                <a:lnTo>
                  <a:pt x="2726652" y="1347698"/>
                </a:lnTo>
                <a:close/>
              </a:path>
              <a:path w="9475470" h="4709795">
                <a:moveTo>
                  <a:pt x="2750616" y="3345929"/>
                </a:moveTo>
                <a:lnTo>
                  <a:pt x="2750451" y="3343503"/>
                </a:lnTo>
                <a:lnTo>
                  <a:pt x="2748115" y="3338792"/>
                </a:lnTo>
                <a:lnTo>
                  <a:pt x="2746273" y="3337191"/>
                </a:lnTo>
                <a:lnTo>
                  <a:pt x="2741295" y="3335515"/>
                </a:lnTo>
                <a:lnTo>
                  <a:pt x="2738869" y="3335680"/>
                </a:lnTo>
                <a:lnTo>
                  <a:pt x="2734157" y="3338017"/>
                </a:lnTo>
                <a:lnTo>
                  <a:pt x="2732557" y="3339846"/>
                </a:lnTo>
                <a:lnTo>
                  <a:pt x="2730881" y="3344837"/>
                </a:lnTo>
                <a:lnTo>
                  <a:pt x="2731046" y="3347262"/>
                </a:lnTo>
                <a:lnTo>
                  <a:pt x="2733383" y="3351974"/>
                </a:lnTo>
                <a:lnTo>
                  <a:pt x="2735211" y="3353574"/>
                </a:lnTo>
                <a:lnTo>
                  <a:pt x="2740190" y="3355251"/>
                </a:lnTo>
                <a:lnTo>
                  <a:pt x="2742615" y="3355086"/>
                </a:lnTo>
                <a:lnTo>
                  <a:pt x="2747327" y="3352749"/>
                </a:lnTo>
                <a:lnTo>
                  <a:pt x="2748927" y="3350920"/>
                </a:lnTo>
                <a:lnTo>
                  <a:pt x="2750616" y="3345929"/>
                </a:lnTo>
                <a:close/>
              </a:path>
              <a:path w="9475470" h="4709795">
                <a:moveTo>
                  <a:pt x="2760776" y="1364640"/>
                </a:moveTo>
                <a:lnTo>
                  <a:pt x="2759100" y="1359662"/>
                </a:lnTo>
                <a:lnTo>
                  <a:pt x="2757500" y="1357833"/>
                </a:lnTo>
                <a:lnTo>
                  <a:pt x="2752788" y="1355483"/>
                </a:lnTo>
                <a:lnTo>
                  <a:pt x="2750362" y="1355318"/>
                </a:lnTo>
                <a:lnTo>
                  <a:pt x="2745371" y="1357007"/>
                </a:lnTo>
                <a:lnTo>
                  <a:pt x="2743543" y="1358595"/>
                </a:lnTo>
                <a:lnTo>
                  <a:pt x="2741206" y="1363306"/>
                </a:lnTo>
                <a:lnTo>
                  <a:pt x="2741041" y="1365732"/>
                </a:lnTo>
                <a:lnTo>
                  <a:pt x="2742717" y="1370723"/>
                </a:lnTo>
                <a:lnTo>
                  <a:pt x="2744317" y="1372552"/>
                </a:lnTo>
                <a:lnTo>
                  <a:pt x="2749029" y="1374889"/>
                </a:lnTo>
                <a:lnTo>
                  <a:pt x="2751455" y="1375054"/>
                </a:lnTo>
                <a:lnTo>
                  <a:pt x="2756446" y="1373378"/>
                </a:lnTo>
                <a:lnTo>
                  <a:pt x="2758275" y="1371777"/>
                </a:lnTo>
                <a:lnTo>
                  <a:pt x="2760611" y="1367066"/>
                </a:lnTo>
                <a:lnTo>
                  <a:pt x="2760776" y="1364640"/>
                </a:lnTo>
                <a:close/>
              </a:path>
              <a:path w="9475470" h="4709795">
                <a:moveTo>
                  <a:pt x="2784741" y="3329000"/>
                </a:moveTo>
                <a:lnTo>
                  <a:pt x="2784576" y="3326587"/>
                </a:lnTo>
                <a:lnTo>
                  <a:pt x="2782239" y="3321862"/>
                </a:lnTo>
                <a:lnTo>
                  <a:pt x="2780411" y="3320275"/>
                </a:lnTo>
                <a:lnTo>
                  <a:pt x="2775432" y="3318586"/>
                </a:lnTo>
                <a:lnTo>
                  <a:pt x="2773007" y="3318751"/>
                </a:lnTo>
                <a:lnTo>
                  <a:pt x="2768295" y="3321088"/>
                </a:lnTo>
                <a:lnTo>
                  <a:pt x="2766695" y="3322917"/>
                </a:lnTo>
                <a:lnTo>
                  <a:pt x="2765018" y="3327908"/>
                </a:lnTo>
                <a:lnTo>
                  <a:pt x="2765171" y="3330333"/>
                </a:lnTo>
                <a:lnTo>
                  <a:pt x="2767507" y="3335045"/>
                </a:lnTo>
                <a:lnTo>
                  <a:pt x="2769349" y="3336645"/>
                </a:lnTo>
                <a:lnTo>
                  <a:pt x="2774327" y="3338322"/>
                </a:lnTo>
                <a:lnTo>
                  <a:pt x="2776753" y="3338157"/>
                </a:lnTo>
                <a:lnTo>
                  <a:pt x="2781465" y="3335820"/>
                </a:lnTo>
                <a:lnTo>
                  <a:pt x="2783065" y="3333991"/>
                </a:lnTo>
                <a:lnTo>
                  <a:pt x="2784741" y="3329000"/>
                </a:lnTo>
                <a:close/>
              </a:path>
              <a:path w="9475470" h="4709795">
                <a:moveTo>
                  <a:pt x="2794901" y="1381582"/>
                </a:moveTo>
                <a:lnTo>
                  <a:pt x="2793225" y="1376603"/>
                </a:lnTo>
                <a:lnTo>
                  <a:pt x="2791625" y="1374775"/>
                </a:lnTo>
                <a:lnTo>
                  <a:pt x="2786913" y="1372425"/>
                </a:lnTo>
                <a:lnTo>
                  <a:pt x="2784487" y="1372260"/>
                </a:lnTo>
                <a:lnTo>
                  <a:pt x="2779509" y="1373949"/>
                </a:lnTo>
                <a:lnTo>
                  <a:pt x="2777680" y="1375537"/>
                </a:lnTo>
                <a:lnTo>
                  <a:pt x="2775331" y="1380248"/>
                </a:lnTo>
                <a:lnTo>
                  <a:pt x="2775166" y="1382674"/>
                </a:lnTo>
                <a:lnTo>
                  <a:pt x="2776855" y="1387665"/>
                </a:lnTo>
                <a:lnTo>
                  <a:pt x="2778442" y="1389494"/>
                </a:lnTo>
                <a:lnTo>
                  <a:pt x="2783154" y="1391831"/>
                </a:lnTo>
                <a:lnTo>
                  <a:pt x="2785580" y="1391996"/>
                </a:lnTo>
                <a:lnTo>
                  <a:pt x="2790571" y="1390319"/>
                </a:lnTo>
                <a:lnTo>
                  <a:pt x="2792399" y="1388719"/>
                </a:lnTo>
                <a:lnTo>
                  <a:pt x="2794736" y="1384007"/>
                </a:lnTo>
                <a:lnTo>
                  <a:pt x="2794901" y="1381582"/>
                </a:lnTo>
                <a:close/>
              </a:path>
              <a:path w="9475470" h="4709795">
                <a:moveTo>
                  <a:pt x="2818879" y="3312083"/>
                </a:moveTo>
                <a:lnTo>
                  <a:pt x="2818714" y="3309658"/>
                </a:lnTo>
                <a:lnTo>
                  <a:pt x="2816377" y="3304946"/>
                </a:lnTo>
                <a:lnTo>
                  <a:pt x="2814548" y="3303346"/>
                </a:lnTo>
                <a:lnTo>
                  <a:pt x="2809570" y="3301669"/>
                </a:lnTo>
                <a:lnTo>
                  <a:pt x="2807144" y="3301822"/>
                </a:lnTo>
                <a:lnTo>
                  <a:pt x="2802432" y="3304171"/>
                </a:lnTo>
                <a:lnTo>
                  <a:pt x="2800832" y="3306000"/>
                </a:lnTo>
                <a:lnTo>
                  <a:pt x="2799143" y="3310979"/>
                </a:lnTo>
                <a:lnTo>
                  <a:pt x="2799308" y="3313404"/>
                </a:lnTo>
                <a:lnTo>
                  <a:pt x="2801645" y="3318116"/>
                </a:lnTo>
                <a:lnTo>
                  <a:pt x="2803474" y="3319716"/>
                </a:lnTo>
                <a:lnTo>
                  <a:pt x="2808465" y="3321393"/>
                </a:lnTo>
                <a:lnTo>
                  <a:pt x="2810891" y="3321227"/>
                </a:lnTo>
                <a:lnTo>
                  <a:pt x="2815602" y="3318891"/>
                </a:lnTo>
                <a:lnTo>
                  <a:pt x="2817203" y="3317062"/>
                </a:lnTo>
                <a:lnTo>
                  <a:pt x="2818879" y="3312083"/>
                </a:lnTo>
                <a:close/>
              </a:path>
              <a:path w="9475470" h="4709795">
                <a:moveTo>
                  <a:pt x="2829039" y="1398524"/>
                </a:moveTo>
                <a:lnTo>
                  <a:pt x="2827350" y="1393545"/>
                </a:lnTo>
                <a:lnTo>
                  <a:pt x="2825762" y="1391716"/>
                </a:lnTo>
                <a:lnTo>
                  <a:pt x="2821051" y="1389367"/>
                </a:lnTo>
                <a:lnTo>
                  <a:pt x="2818625" y="1389202"/>
                </a:lnTo>
                <a:lnTo>
                  <a:pt x="2813634" y="1390878"/>
                </a:lnTo>
                <a:lnTo>
                  <a:pt x="2811805" y="1392478"/>
                </a:lnTo>
                <a:lnTo>
                  <a:pt x="2809468" y="1397190"/>
                </a:lnTo>
                <a:lnTo>
                  <a:pt x="2809303" y="1399616"/>
                </a:lnTo>
                <a:lnTo>
                  <a:pt x="2810980" y="1404607"/>
                </a:lnTo>
                <a:lnTo>
                  <a:pt x="2812580" y="1406436"/>
                </a:lnTo>
                <a:lnTo>
                  <a:pt x="2817291" y="1408772"/>
                </a:lnTo>
                <a:lnTo>
                  <a:pt x="2819717" y="1408938"/>
                </a:lnTo>
                <a:lnTo>
                  <a:pt x="2824696" y="1407261"/>
                </a:lnTo>
                <a:lnTo>
                  <a:pt x="2826524" y="1405661"/>
                </a:lnTo>
                <a:lnTo>
                  <a:pt x="2828874" y="1400949"/>
                </a:lnTo>
                <a:lnTo>
                  <a:pt x="2829039" y="1398524"/>
                </a:lnTo>
                <a:close/>
              </a:path>
              <a:path w="9475470" h="4709795">
                <a:moveTo>
                  <a:pt x="2853017" y="3295154"/>
                </a:moveTo>
                <a:lnTo>
                  <a:pt x="2852851" y="3292729"/>
                </a:lnTo>
                <a:lnTo>
                  <a:pt x="2850515" y="3288017"/>
                </a:lnTo>
                <a:lnTo>
                  <a:pt x="2848686" y="3286417"/>
                </a:lnTo>
                <a:lnTo>
                  <a:pt x="2843707" y="3284740"/>
                </a:lnTo>
                <a:lnTo>
                  <a:pt x="2841282" y="3284905"/>
                </a:lnTo>
                <a:lnTo>
                  <a:pt x="2836557" y="3287242"/>
                </a:lnTo>
                <a:lnTo>
                  <a:pt x="2834970" y="3289071"/>
                </a:lnTo>
                <a:lnTo>
                  <a:pt x="2833281" y="3294049"/>
                </a:lnTo>
                <a:lnTo>
                  <a:pt x="2833446" y="3296475"/>
                </a:lnTo>
                <a:lnTo>
                  <a:pt x="2835783" y="3301187"/>
                </a:lnTo>
                <a:lnTo>
                  <a:pt x="2837611" y="3302787"/>
                </a:lnTo>
                <a:lnTo>
                  <a:pt x="2842603" y="3304476"/>
                </a:lnTo>
                <a:lnTo>
                  <a:pt x="2845028" y="3304311"/>
                </a:lnTo>
                <a:lnTo>
                  <a:pt x="2849740" y="3301974"/>
                </a:lnTo>
                <a:lnTo>
                  <a:pt x="2851340" y="3300133"/>
                </a:lnTo>
                <a:lnTo>
                  <a:pt x="2853017" y="3295154"/>
                </a:lnTo>
                <a:close/>
              </a:path>
              <a:path w="9475470" h="4709795">
                <a:moveTo>
                  <a:pt x="2863164" y="1415465"/>
                </a:moveTo>
                <a:lnTo>
                  <a:pt x="2861487" y="1410487"/>
                </a:lnTo>
                <a:lnTo>
                  <a:pt x="2859887" y="1408658"/>
                </a:lnTo>
                <a:lnTo>
                  <a:pt x="2855176" y="1406309"/>
                </a:lnTo>
                <a:lnTo>
                  <a:pt x="2852750" y="1406144"/>
                </a:lnTo>
                <a:lnTo>
                  <a:pt x="2847759" y="1407820"/>
                </a:lnTo>
                <a:lnTo>
                  <a:pt x="2845930" y="1409420"/>
                </a:lnTo>
                <a:lnTo>
                  <a:pt x="2843593" y="1414132"/>
                </a:lnTo>
                <a:lnTo>
                  <a:pt x="2843428" y="1416558"/>
                </a:lnTo>
                <a:lnTo>
                  <a:pt x="2845104" y="1421549"/>
                </a:lnTo>
                <a:lnTo>
                  <a:pt x="2846705" y="1423377"/>
                </a:lnTo>
                <a:lnTo>
                  <a:pt x="2851416" y="1425714"/>
                </a:lnTo>
                <a:lnTo>
                  <a:pt x="2853842" y="1425879"/>
                </a:lnTo>
                <a:lnTo>
                  <a:pt x="2858820" y="1424203"/>
                </a:lnTo>
                <a:lnTo>
                  <a:pt x="2860662" y="1422603"/>
                </a:lnTo>
                <a:lnTo>
                  <a:pt x="2862999" y="1417891"/>
                </a:lnTo>
                <a:lnTo>
                  <a:pt x="2863164" y="1415465"/>
                </a:lnTo>
                <a:close/>
              </a:path>
              <a:path w="9475470" h="4709795">
                <a:moveTo>
                  <a:pt x="2887154" y="3278225"/>
                </a:moveTo>
                <a:lnTo>
                  <a:pt x="2886989" y="3275800"/>
                </a:lnTo>
                <a:lnTo>
                  <a:pt x="2884652" y="3271088"/>
                </a:lnTo>
                <a:lnTo>
                  <a:pt x="2882823" y="3269488"/>
                </a:lnTo>
                <a:lnTo>
                  <a:pt x="2877832" y="3267811"/>
                </a:lnTo>
                <a:lnTo>
                  <a:pt x="2875419" y="3267976"/>
                </a:lnTo>
                <a:lnTo>
                  <a:pt x="2870695" y="3270313"/>
                </a:lnTo>
                <a:lnTo>
                  <a:pt x="2869095" y="3272142"/>
                </a:lnTo>
                <a:lnTo>
                  <a:pt x="2867418" y="3277133"/>
                </a:lnTo>
                <a:lnTo>
                  <a:pt x="2867583" y="3279559"/>
                </a:lnTo>
                <a:lnTo>
                  <a:pt x="2869920" y="3284270"/>
                </a:lnTo>
                <a:lnTo>
                  <a:pt x="2871749" y="3285871"/>
                </a:lnTo>
                <a:lnTo>
                  <a:pt x="2876740" y="3287547"/>
                </a:lnTo>
                <a:lnTo>
                  <a:pt x="2879166" y="3287382"/>
                </a:lnTo>
                <a:lnTo>
                  <a:pt x="2883878" y="3285045"/>
                </a:lnTo>
                <a:lnTo>
                  <a:pt x="2885478" y="3283216"/>
                </a:lnTo>
                <a:lnTo>
                  <a:pt x="2887154" y="3278225"/>
                </a:lnTo>
                <a:close/>
              </a:path>
              <a:path w="9475470" h="4709795">
                <a:moveTo>
                  <a:pt x="2897289" y="1432407"/>
                </a:moveTo>
                <a:lnTo>
                  <a:pt x="2895612" y="1427429"/>
                </a:lnTo>
                <a:lnTo>
                  <a:pt x="2894012" y="1425600"/>
                </a:lnTo>
                <a:lnTo>
                  <a:pt x="2889300" y="1423250"/>
                </a:lnTo>
                <a:lnTo>
                  <a:pt x="2886875" y="1423085"/>
                </a:lnTo>
                <a:lnTo>
                  <a:pt x="2881896" y="1424762"/>
                </a:lnTo>
                <a:lnTo>
                  <a:pt x="2880055" y="1426362"/>
                </a:lnTo>
                <a:lnTo>
                  <a:pt x="2877718" y="1431074"/>
                </a:lnTo>
                <a:lnTo>
                  <a:pt x="2877553" y="1433499"/>
                </a:lnTo>
                <a:lnTo>
                  <a:pt x="2879229" y="1438490"/>
                </a:lnTo>
                <a:lnTo>
                  <a:pt x="2880830" y="1440319"/>
                </a:lnTo>
                <a:lnTo>
                  <a:pt x="2885541" y="1442656"/>
                </a:lnTo>
                <a:lnTo>
                  <a:pt x="2887967" y="1442821"/>
                </a:lnTo>
                <a:lnTo>
                  <a:pt x="2892958" y="1441145"/>
                </a:lnTo>
                <a:lnTo>
                  <a:pt x="2894787" y="1439545"/>
                </a:lnTo>
                <a:lnTo>
                  <a:pt x="2897124" y="1434833"/>
                </a:lnTo>
                <a:lnTo>
                  <a:pt x="2897289" y="1432407"/>
                </a:lnTo>
                <a:close/>
              </a:path>
              <a:path w="9475470" h="4709795">
                <a:moveTo>
                  <a:pt x="2921292" y="3261296"/>
                </a:moveTo>
                <a:lnTo>
                  <a:pt x="2921127" y="3258883"/>
                </a:lnTo>
                <a:lnTo>
                  <a:pt x="2918790" y="3254159"/>
                </a:lnTo>
                <a:lnTo>
                  <a:pt x="2916961" y="3252571"/>
                </a:lnTo>
                <a:lnTo>
                  <a:pt x="2911970" y="3250882"/>
                </a:lnTo>
                <a:lnTo>
                  <a:pt x="2909544" y="3251047"/>
                </a:lnTo>
                <a:lnTo>
                  <a:pt x="2904833" y="3253384"/>
                </a:lnTo>
                <a:lnTo>
                  <a:pt x="2903232" y="3255213"/>
                </a:lnTo>
                <a:lnTo>
                  <a:pt x="2901556" y="3260204"/>
                </a:lnTo>
                <a:lnTo>
                  <a:pt x="2901721" y="3262630"/>
                </a:lnTo>
                <a:lnTo>
                  <a:pt x="2904058" y="3267341"/>
                </a:lnTo>
                <a:lnTo>
                  <a:pt x="2905887" y="3268942"/>
                </a:lnTo>
                <a:lnTo>
                  <a:pt x="2910878" y="3270618"/>
                </a:lnTo>
                <a:lnTo>
                  <a:pt x="2913303" y="3270453"/>
                </a:lnTo>
                <a:lnTo>
                  <a:pt x="2918015" y="3268116"/>
                </a:lnTo>
                <a:lnTo>
                  <a:pt x="2919615" y="3266287"/>
                </a:lnTo>
                <a:lnTo>
                  <a:pt x="2921292" y="3261296"/>
                </a:lnTo>
                <a:close/>
              </a:path>
              <a:path w="9475470" h="4709795">
                <a:moveTo>
                  <a:pt x="2931414" y="1449349"/>
                </a:moveTo>
                <a:lnTo>
                  <a:pt x="2929737" y="1444371"/>
                </a:lnTo>
                <a:lnTo>
                  <a:pt x="2928137" y="1442542"/>
                </a:lnTo>
                <a:lnTo>
                  <a:pt x="2923425" y="1440192"/>
                </a:lnTo>
                <a:lnTo>
                  <a:pt x="2921000" y="1440027"/>
                </a:lnTo>
                <a:lnTo>
                  <a:pt x="2916021" y="1441704"/>
                </a:lnTo>
                <a:lnTo>
                  <a:pt x="2914192" y="1443304"/>
                </a:lnTo>
                <a:lnTo>
                  <a:pt x="2911843" y="1448015"/>
                </a:lnTo>
                <a:lnTo>
                  <a:pt x="2911678" y="1450441"/>
                </a:lnTo>
                <a:lnTo>
                  <a:pt x="2913367" y="1455432"/>
                </a:lnTo>
                <a:lnTo>
                  <a:pt x="2914954" y="1457261"/>
                </a:lnTo>
                <a:lnTo>
                  <a:pt x="2919679" y="1459598"/>
                </a:lnTo>
                <a:lnTo>
                  <a:pt x="2922092" y="1459763"/>
                </a:lnTo>
                <a:lnTo>
                  <a:pt x="2927083" y="1458087"/>
                </a:lnTo>
                <a:lnTo>
                  <a:pt x="2928912" y="1456486"/>
                </a:lnTo>
                <a:lnTo>
                  <a:pt x="2931249" y="1451775"/>
                </a:lnTo>
                <a:lnTo>
                  <a:pt x="2931414" y="1449349"/>
                </a:lnTo>
                <a:close/>
              </a:path>
              <a:path w="9475470" h="4709795">
                <a:moveTo>
                  <a:pt x="2955429" y="3244380"/>
                </a:moveTo>
                <a:lnTo>
                  <a:pt x="2955264" y="3241954"/>
                </a:lnTo>
                <a:lnTo>
                  <a:pt x="2952927" y="3237242"/>
                </a:lnTo>
                <a:lnTo>
                  <a:pt x="2951099" y="3235642"/>
                </a:lnTo>
                <a:lnTo>
                  <a:pt x="2946108" y="3233953"/>
                </a:lnTo>
                <a:lnTo>
                  <a:pt x="2943682" y="3234118"/>
                </a:lnTo>
                <a:lnTo>
                  <a:pt x="2938970" y="3236455"/>
                </a:lnTo>
                <a:lnTo>
                  <a:pt x="2937370" y="3238296"/>
                </a:lnTo>
                <a:lnTo>
                  <a:pt x="2935694" y="3243275"/>
                </a:lnTo>
                <a:lnTo>
                  <a:pt x="2935859" y="3245701"/>
                </a:lnTo>
                <a:lnTo>
                  <a:pt x="2938195" y="3250412"/>
                </a:lnTo>
                <a:lnTo>
                  <a:pt x="2940024" y="3252012"/>
                </a:lnTo>
                <a:lnTo>
                  <a:pt x="2945003" y="3253689"/>
                </a:lnTo>
                <a:lnTo>
                  <a:pt x="2947428" y="3253524"/>
                </a:lnTo>
                <a:lnTo>
                  <a:pt x="2952153" y="3251187"/>
                </a:lnTo>
                <a:lnTo>
                  <a:pt x="2953740" y="3249358"/>
                </a:lnTo>
                <a:lnTo>
                  <a:pt x="2955429" y="3244380"/>
                </a:lnTo>
                <a:close/>
              </a:path>
              <a:path w="9475470" h="4709795">
                <a:moveTo>
                  <a:pt x="2965551" y="1466291"/>
                </a:moveTo>
                <a:lnTo>
                  <a:pt x="2963875" y="1461312"/>
                </a:lnTo>
                <a:lnTo>
                  <a:pt x="2962275" y="1459484"/>
                </a:lnTo>
                <a:lnTo>
                  <a:pt x="2957563" y="1457134"/>
                </a:lnTo>
                <a:lnTo>
                  <a:pt x="2955137" y="1456969"/>
                </a:lnTo>
                <a:lnTo>
                  <a:pt x="2950146" y="1458645"/>
                </a:lnTo>
                <a:lnTo>
                  <a:pt x="2948317" y="1460246"/>
                </a:lnTo>
                <a:lnTo>
                  <a:pt x="2945981" y="1464957"/>
                </a:lnTo>
                <a:lnTo>
                  <a:pt x="2945815" y="1467383"/>
                </a:lnTo>
                <a:lnTo>
                  <a:pt x="2947492" y="1472374"/>
                </a:lnTo>
                <a:lnTo>
                  <a:pt x="2949092" y="1474203"/>
                </a:lnTo>
                <a:lnTo>
                  <a:pt x="2953804" y="1476540"/>
                </a:lnTo>
                <a:lnTo>
                  <a:pt x="2956229" y="1476705"/>
                </a:lnTo>
                <a:lnTo>
                  <a:pt x="2961208" y="1475028"/>
                </a:lnTo>
                <a:lnTo>
                  <a:pt x="2963037" y="1473428"/>
                </a:lnTo>
                <a:lnTo>
                  <a:pt x="2965386" y="1468716"/>
                </a:lnTo>
                <a:lnTo>
                  <a:pt x="2965551" y="1466291"/>
                </a:lnTo>
                <a:close/>
              </a:path>
              <a:path w="9475470" h="4709795">
                <a:moveTo>
                  <a:pt x="2989567" y="3227451"/>
                </a:moveTo>
                <a:lnTo>
                  <a:pt x="2989402" y="3225025"/>
                </a:lnTo>
                <a:lnTo>
                  <a:pt x="2987065" y="3220313"/>
                </a:lnTo>
                <a:lnTo>
                  <a:pt x="2985236" y="3218713"/>
                </a:lnTo>
                <a:lnTo>
                  <a:pt x="2980245" y="3217037"/>
                </a:lnTo>
                <a:lnTo>
                  <a:pt x="2977819" y="3217202"/>
                </a:lnTo>
                <a:lnTo>
                  <a:pt x="2973108" y="3219539"/>
                </a:lnTo>
                <a:lnTo>
                  <a:pt x="2971508" y="3221367"/>
                </a:lnTo>
                <a:lnTo>
                  <a:pt x="2969831" y="3226346"/>
                </a:lnTo>
                <a:lnTo>
                  <a:pt x="2969996" y="3228771"/>
                </a:lnTo>
                <a:lnTo>
                  <a:pt x="2972333" y="3233483"/>
                </a:lnTo>
                <a:lnTo>
                  <a:pt x="2974162" y="3235083"/>
                </a:lnTo>
                <a:lnTo>
                  <a:pt x="2979140" y="3236772"/>
                </a:lnTo>
                <a:lnTo>
                  <a:pt x="2981566" y="3236607"/>
                </a:lnTo>
                <a:lnTo>
                  <a:pt x="2986290" y="3234271"/>
                </a:lnTo>
                <a:lnTo>
                  <a:pt x="2987878" y="3232429"/>
                </a:lnTo>
                <a:lnTo>
                  <a:pt x="2989567" y="3227451"/>
                </a:lnTo>
                <a:close/>
              </a:path>
              <a:path w="9475470" h="4709795">
                <a:moveTo>
                  <a:pt x="2999676" y="1483233"/>
                </a:moveTo>
                <a:lnTo>
                  <a:pt x="2998000" y="1478254"/>
                </a:lnTo>
                <a:lnTo>
                  <a:pt x="2996400" y="1476425"/>
                </a:lnTo>
                <a:lnTo>
                  <a:pt x="2991688" y="1474076"/>
                </a:lnTo>
                <a:lnTo>
                  <a:pt x="2989262" y="1473911"/>
                </a:lnTo>
                <a:lnTo>
                  <a:pt x="2984271" y="1475587"/>
                </a:lnTo>
                <a:lnTo>
                  <a:pt x="2982442" y="1477187"/>
                </a:lnTo>
                <a:lnTo>
                  <a:pt x="2980105" y="1481899"/>
                </a:lnTo>
                <a:lnTo>
                  <a:pt x="2979940" y="1484325"/>
                </a:lnTo>
                <a:lnTo>
                  <a:pt x="2981617" y="1489316"/>
                </a:lnTo>
                <a:lnTo>
                  <a:pt x="2983217" y="1491145"/>
                </a:lnTo>
                <a:lnTo>
                  <a:pt x="2987929" y="1493481"/>
                </a:lnTo>
                <a:lnTo>
                  <a:pt x="2990354" y="1493647"/>
                </a:lnTo>
                <a:lnTo>
                  <a:pt x="2995345" y="1491970"/>
                </a:lnTo>
                <a:lnTo>
                  <a:pt x="2997174" y="1490370"/>
                </a:lnTo>
                <a:lnTo>
                  <a:pt x="2999511" y="1485658"/>
                </a:lnTo>
                <a:lnTo>
                  <a:pt x="2999676" y="1483233"/>
                </a:lnTo>
                <a:close/>
              </a:path>
              <a:path w="9475470" h="4709795">
                <a:moveTo>
                  <a:pt x="3023705" y="3210522"/>
                </a:moveTo>
                <a:lnTo>
                  <a:pt x="3023539" y="3208096"/>
                </a:lnTo>
                <a:lnTo>
                  <a:pt x="3021203" y="3203384"/>
                </a:lnTo>
                <a:lnTo>
                  <a:pt x="3019361" y="3201784"/>
                </a:lnTo>
                <a:lnTo>
                  <a:pt x="3014383" y="3200108"/>
                </a:lnTo>
                <a:lnTo>
                  <a:pt x="3011957" y="3200273"/>
                </a:lnTo>
                <a:lnTo>
                  <a:pt x="3007245" y="3202609"/>
                </a:lnTo>
                <a:lnTo>
                  <a:pt x="3005645" y="3204438"/>
                </a:lnTo>
                <a:lnTo>
                  <a:pt x="3003969" y="3209429"/>
                </a:lnTo>
                <a:lnTo>
                  <a:pt x="3004134" y="3211855"/>
                </a:lnTo>
                <a:lnTo>
                  <a:pt x="3006471" y="3216567"/>
                </a:lnTo>
                <a:lnTo>
                  <a:pt x="3008299" y="3218154"/>
                </a:lnTo>
                <a:lnTo>
                  <a:pt x="3013278" y="3219843"/>
                </a:lnTo>
                <a:lnTo>
                  <a:pt x="3015704" y="3219678"/>
                </a:lnTo>
                <a:lnTo>
                  <a:pt x="3020415" y="3217341"/>
                </a:lnTo>
                <a:lnTo>
                  <a:pt x="3022015" y="3215513"/>
                </a:lnTo>
                <a:lnTo>
                  <a:pt x="3023705" y="3210522"/>
                </a:lnTo>
                <a:close/>
              </a:path>
              <a:path w="9475470" h="4709795">
                <a:moveTo>
                  <a:pt x="3033801" y="1500174"/>
                </a:moveTo>
                <a:lnTo>
                  <a:pt x="3032125" y="1495196"/>
                </a:lnTo>
                <a:lnTo>
                  <a:pt x="3030524" y="1493367"/>
                </a:lnTo>
                <a:lnTo>
                  <a:pt x="3025813" y="1491018"/>
                </a:lnTo>
                <a:lnTo>
                  <a:pt x="3023387" y="1490853"/>
                </a:lnTo>
                <a:lnTo>
                  <a:pt x="3018409" y="1492529"/>
                </a:lnTo>
                <a:lnTo>
                  <a:pt x="3016567" y="1494129"/>
                </a:lnTo>
                <a:lnTo>
                  <a:pt x="3014230" y="1498841"/>
                </a:lnTo>
                <a:lnTo>
                  <a:pt x="3014065" y="1501267"/>
                </a:lnTo>
                <a:lnTo>
                  <a:pt x="3015742" y="1506258"/>
                </a:lnTo>
                <a:lnTo>
                  <a:pt x="3017342" y="1508086"/>
                </a:lnTo>
                <a:lnTo>
                  <a:pt x="3022054" y="1510423"/>
                </a:lnTo>
                <a:lnTo>
                  <a:pt x="3024479" y="1510588"/>
                </a:lnTo>
                <a:lnTo>
                  <a:pt x="3029470" y="1508912"/>
                </a:lnTo>
                <a:lnTo>
                  <a:pt x="3031299" y="1507312"/>
                </a:lnTo>
                <a:lnTo>
                  <a:pt x="3033636" y="1502600"/>
                </a:lnTo>
                <a:lnTo>
                  <a:pt x="3033801" y="1500174"/>
                </a:lnTo>
                <a:close/>
              </a:path>
              <a:path w="9475470" h="4709795">
                <a:moveTo>
                  <a:pt x="3057829" y="3193592"/>
                </a:moveTo>
                <a:lnTo>
                  <a:pt x="3057664" y="3191167"/>
                </a:lnTo>
                <a:lnTo>
                  <a:pt x="3055328" y="3186455"/>
                </a:lnTo>
                <a:lnTo>
                  <a:pt x="3053499" y="3184855"/>
                </a:lnTo>
                <a:lnTo>
                  <a:pt x="3048520" y="3183178"/>
                </a:lnTo>
                <a:lnTo>
                  <a:pt x="3046095" y="3183344"/>
                </a:lnTo>
                <a:lnTo>
                  <a:pt x="3041383" y="3185680"/>
                </a:lnTo>
                <a:lnTo>
                  <a:pt x="3039783" y="3187509"/>
                </a:lnTo>
                <a:lnTo>
                  <a:pt x="3038094" y="3192500"/>
                </a:lnTo>
                <a:lnTo>
                  <a:pt x="3038259" y="3194926"/>
                </a:lnTo>
                <a:lnTo>
                  <a:pt x="3040596" y="3199638"/>
                </a:lnTo>
                <a:lnTo>
                  <a:pt x="3042437" y="3201238"/>
                </a:lnTo>
                <a:lnTo>
                  <a:pt x="3047415" y="3202914"/>
                </a:lnTo>
                <a:lnTo>
                  <a:pt x="3049841" y="3202749"/>
                </a:lnTo>
                <a:lnTo>
                  <a:pt x="3054553" y="3200412"/>
                </a:lnTo>
                <a:lnTo>
                  <a:pt x="3056153" y="3198584"/>
                </a:lnTo>
                <a:lnTo>
                  <a:pt x="3057829" y="3193592"/>
                </a:lnTo>
                <a:close/>
              </a:path>
              <a:path w="9475470" h="4709795">
                <a:moveTo>
                  <a:pt x="3067926" y="1517116"/>
                </a:moveTo>
                <a:lnTo>
                  <a:pt x="3066250" y="1512138"/>
                </a:lnTo>
                <a:lnTo>
                  <a:pt x="3064662" y="1510296"/>
                </a:lnTo>
                <a:lnTo>
                  <a:pt x="3059938" y="1507959"/>
                </a:lnTo>
                <a:lnTo>
                  <a:pt x="3057512" y="1507794"/>
                </a:lnTo>
                <a:lnTo>
                  <a:pt x="3052534" y="1509471"/>
                </a:lnTo>
                <a:lnTo>
                  <a:pt x="3050705" y="1511071"/>
                </a:lnTo>
                <a:lnTo>
                  <a:pt x="3048368" y="1515783"/>
                </a:lnTo>
                <a:lnTo>
                  <a:pt x="3048203" y="1518208"/>
                </a:lnTo>
                <a:lnTo>
                  <a:pt x="3049879" y="1523199"/>
                </a:lnTo>
                <a:lnTo>
                  <a:pt x="3051467" y="1525028"/>
                </a:lnTo>
                <a:lnTo>
                  <a:pt x="3056191" y="1527365"/>
                </a:lnTo>
                <a:lnTo>
                  <a:pt x="3058604" y="1527530"/>
                </a:lnTo>
                <a:lnTo>
                  <a:pt x="3063595" y="1525854"/>
                </a:lnTo>
                <a:lnTo>
                  <a:pt x="3065424" y="1524254"/>
                </a:lnTo>
                <a:lnTo>
                  <a:pt x="3067761" y="1519542"/>
                </a:lnTo>
                <a:lnTo>
                  <a:pt x="3067926" y="1517116"/>
                </a:lnTo>
                <a:close/>
              </a:path>
              <a:path w="9475470" h="4709795">
                <a:moveTo>
                  <a:pt x="3091967" y="3176676"/>
                </a:moveTo>
                <a:lnTo>
                  <a:pt x="3091802" y="3174250"/>
                </a:lnTo>
                <a:lnTo>
                  <a:pt x="3089465" y="3169539"/>
                </a:lnTo>
                <a:lnTo>
                  <a:pt x="3087636" y="3167938"/>
                </a:lnTo>
                <a:lnTo>
                  <a:pt x="3082658" y="3166249"/>
                </a:lnTo>
                <a:lnTo>
                  <a:pt x="3080232" y="3166414"/>
                </a:lnTo>
                <a:lnTo>
                  <a:pt x="3075521" y="3168751"/>
                </a:lnTo>
                <a:lnTo>
                  <a:pt x="3073920" y="3170593"/>
                </a:lnTo>
                <a:lnTo>
                  <a:pt x="3072231" y="3175571"/>
                </a:lnTo>
                <a:lnTo>
                  <a:pt x="3072396" y="3177997"/>
                </a:lnTo>
                <a:lnTo>
                  <a:pt x="3074733" y="3182709"/>
                </a:lnTo>
                <a:lnTo>
                  <a:pt x="3076562" y="3184309"/>
                </a:lnTo>
                <a:lnTo>
                  <a:pt x="3081553" y="3185985"/>
                </a:lnTo>
                <a:lnTo>
                  <a:pt x="3083979" y="3185820"/>
                </a:lnTo>
                <a:lnTo>
                  <a:pt x="3088690" y="3183483"/>
                </a:lnTo>
                <a:lnTo>
                  <a:pt x="3090291" y="3181654"/>
                </a:lnTo>
                <a:lnTo>
                  <a:pt x="3091967" y="3176676"/>
                </a:lnTo>
                <a:close/>
              </a:path>
              <a:path w="9475470" h="4709795">
                <a:moveTo>
                  <a:pt x="3102064" y="1534058"/>
                </a:moveTo>
                <a:lnTo>
                  <a:pt x="3100387" y="1529080"/>
                </a:lnTo>
                <a:lnTo>
                  <a:pt x="3098787" y="1527238"/>
                </a:lnTo>
                <a:lnTo>
                  <a:pt x="3094075" y="1524901"/>
                </a:lnTo>
                <a:lnTo>
                  <a:pt x="3091650" y="1524736"/>
                </a:lnTo>
                <a:lnTo>
                  <a:pt x="3086658" y="1526413"/>
                </a:lnTo>
                <a:lnTo>
                  <a:pt x="3084830" y="1528013"/>
                </a:lnTo>
                <a:lnTo>
                  <a:pt x="3082493" y="1532724"/>
                </a:lnTo>
                <a:lnTo>
                  <a:pt x="3082328" y="1535150"/>
                </a:lnTo>
                <a:lnTo>
                  <a:pt x="3084004" y="1540141"/>
                </a:lnTo>
                <a:lnTo>
                  <a:pt x="3085604" y="1541970"/>
                </a:lnTo>
                <a:lnTo>
                  <a:pt x="3090316" y="1544307"/>
                </a:lnTo>
                <a:lnTo>
                  <a:pt x="3092742" y="1544472"/>
                </a:lnTo>
                <a:lnTo>
                  <a:pt x="3097720" y="1542796"/>
                </a:lnTo>
                <a:lnTo>
                  <a:pt x="3099549" y="1541195"/>
                </a:lnTo>
                <a:lnTo>
                  <a:pt x="3101898" y="1536484"/>
                </a:lnTo>
                <a:lnTo>
                  <a:pt x="3102064" y="1534058"/>
                </a:lnTo>
                <a:close/>
              </a:path>
              <a:path w="9475470" h="4709795">
                <a:moveTo>
                  <a:pt x="3126105" y="3159747"/>
                </a:moveTo>
                <a:lnTo>
                  <a:pt x="3125940" y="3157321"/>
                </a:lnTo>
                <a:lnTo>
                  <a:pt x="3123603" y="3152610"/>
                </a:lnTo>
                <a:lnTo>
                  <a:pt x="3121774" y="3151009"/>
                </a:lnTo>
                <a:lnTo>
                  <a:pt x="3116796" y="3149333"/>
                </a:lnTo>
                <a:lnTo>
                  <a:pt x="3114370" y="3149498"/>
                </a:lnTo>
                <a:lnTo>
                  <a:pt x="3109645" y="3151835"/>
                </a:lnTo>
                <a:lnTo>
                  <a:pt x="3108058" y="3153664"/>
                </a:lnTo>
                <a:lnTo>
                  <a:pt x="3106369" y="3158642"/>
                </a:lnTo>
                <a:lnTo>
                  <a:pt x="3106534" y="3161068"/>
                </a:lnTo>
                <a:lnTo>
                  <a:pt x="3108871" y="3165779"/>
                </a:lnTo>
                <a:lnTo>
                  <a:pt x="3110700" y="3167380"/>
                </a:lnTo>
                <a:lnTo>
                  <a:pt x="3115691" y="3169069"/>
                </a:lnTo>
                <a:lnTo>
                  <a:pt x="3118116" y="3168904"/>
                </a:lnTo>
                <a:lnTo>
                  <a:pt x="3122828" y="3166554"/>
                </a:lnTo>
                <a:lnTo>
                  <a:pt x="3124428" y="3164725"/>
                </a:lnTo>
                <a:lnTo>
                  <a:pt x="3126105" y="3159747"/>
                </a:lnTo>
                <a:close/>
              </a:path>
              <a:path w="9475470" h="4709795">
                <a:moveTo>
                  <a:pt x="3136188" y="1551000"/>
                </a:moveTo>
                <a:lnTo>
                  <a:pt x="3134512" y="1546021"/>
                </a:lnTo>
                <a:lnTo>
                  <a:pt x="3132912" y="1544180"/>
                </a:lnTo>
                <a:lnTo>
                  <a:pt x="3128200" y="1541843"/>
                </a:lnTo>
                <a:lnTo>
                  <a:pt x="3125774" y="1541678"/>
                </a:lnTo>
                <a:lnTo>
                  <a:pt x="3120783" y="1543354"/>
                </a:lnTo>
                <a:lnTo>
                  <a:pt x="3118955" y="1544955"/>
                </a:lnTo>
                <a:lnTo>
                  <a:pt x="3116618" y="1549666"/>
                </a:lnTo>
                <a:lnTo>
                  <a:pt x="3116453" y="1552092"/>
                </a:lnTo>
                <a:lnTo>
                  <a:pt x="3118129" y="1557083"/>
                </a:lnTo>
                <a:lnTo>
                  <a:pt x="3119729" y="1558912"/>
                </a:lnTo>
                <a:lnTo>
                  <a:pt x="3124441" y="1561249"/>
                </a:lnTo>
                <a:lnTo>
                  <a:pt x="3126867" y="1561414"/>
                </a:lnTo>
                <a:lnTo>
                  <a:pt x="3131858" y="1559737"/>
                </a:lnTo>
                <a:lnTo>
                  <a:pt x="3133687" y="1558137"/>
                </a:lnTo>
                <a:lnTo>
                  <a:pt x="3136023" y="1553425"/>
                </a:lnTo>
                <a:lnTo>
                  <a:pt x="3136188" y="1551000"/>
                </a:lnTo>
                <a:close/>
              </a:path>
              <a:path w="9475470" h="4709795">
                <a:moveTo>
                  <a:pt x="3160242" y="3142818"/>
                </a:moveTo>
                <a:lnTo>
                  <a:pt x="3160077" y="3140392"/>
                </a:lnTo>
                <a:lnTo>
                  <a:pt x="3157740" y="3135680"/>
                </a:lnTo>
                <a:lnTo>
                  <a:pt x="3155912" y="3134080"/>
                </a:lnTo>
                <a:lnTo>
                  <a:pt x="3150920" y="3132404"/>
                </a:lnTo>
                <a:lnTo>
                  <a:pt x="3148507" y="3132569"/>
                </a:lnTo>
                <a:lnTo>
                  <a:pt x="3143783" y="3134906"/>
                </a:lnTo>
                <a:lnTo>
                  <a:pt x="3142183" y="3136735"/>
                </a:lnTo>
                <a:lnTo>
                  <a:pt x="3140506" y="3141726"/>
                </a:lnTo>
                <a:lnTo>
                  <a:pt x="3140672" y="3144139"/>
                </a:lnTo>
                <a:lnTo>
                  <a:pt x="3143008" y="3148863"/>
                </a:lnTo>
                <a:lnTo>
                  <a:pt x="3144837" y="3150451"/>
                </a:lnTo>
                <a:lnTo>
                  <a:pt x="3149828" y="3152140"/>
                </a:lnTo>
                <a:lnTo>
                  <a:pt x="3152254" y="3151975"/>
                </a:lnTo>
                <a:lnTo>
                  <a:pt x="3156966" y="3149638"/>
                </a:lnTo>
                <a:lnTo>
                  <a:pt x="3158566" y="3147809"/>
                </a:lnTo>
                <a:lnTo>
                  <a:pt x="3160242" y="3142818"/>
                </a:lnTo>
                <a:close/>
              </a:path>
              <a:path w="9475470" h="4709795">
                <a:moveTo>
                  <a:pt x="3170313" y="1567942"/>
                </a:moveTo>
                <a:lnTo>
                  <a:pt x="3168637" y="1562963"/>
                </a:lnTo>
                <a:lnTo>
                  <a:pt x="3167037" y="1561122"/>
                </a:lnTo>
                <a:lnTo>
                  <a:pt x="3162325" y="1558785"/>
                </a:lnTo>
                <a:lnTo>
                  <a:pt x="3159899" y="1558620"/>
                </a:lnTo>
                <a:lnTo>
                  <a:pt x="3154921" y="1560296"/>
                </a:lnTo>
                <a:lnTo>
                  <a:pt x="3153079" y="1561896"/>
                </a:lnTo>
                <a:lnTo>
                  <a:pt x="3150743" y="1566608"/>
                </a:lnTo>
                <a:lnTo>
                  <a:pt x="3150578" y="1569034"/>
                </a:lnTo>
                <a:lnTo>
                  <a:pt x="3152254" y="1574025"/>
                </a:lnTo>
                <a:lnTo>
                  <a:pt x="3153854" y="1575854"/>
                </a:lnTo>
                <a:lnTo>
                  <a:pt x="3158566" y="1578190"/>
                </a:lnTo>
                <a:lnTo>
                  <a:pt x="3160992" y="1578356"/>
                </a:lnTo>
                <a:lnTo>
                  <a:pt x="3165983" y="1576679"/>
                </a:lnTo>
                <a:lnTo>
                  <a:pt x="3167811" y="1575079"/>
                </a:lnTo>
                <a:lnTo>
                  <a:pt x="3170148" y="1570367"/>
                </a:lnTo>
                <a:lnTo>
                  <a:pt x="3170313" y="1567942"/>
                </a:lnTo>
                <a:close/>
              </a:path>
              <a:path w="9475470" h="4709795">
                <a:moveTo>
                  <a:pt x="3194380" y="3125889"/>
                </a:moveTo>
                <a:lnTo>
                  <a:pt x="3194215" y="3123463"/>
                </a:lnTo>
                <a:lnTo>
                  <a:pt x="3191878" y="3118751"/>
                </a:lnTo>
                <a:lnTo>
                  <a:pt x="3190049" y="3117151"/>
                </a:lnTo>
                <a:lnTo>
                  <a:pt x="3185058" y="3115475"/>
                </a:lnTo>
                <a:lnTo>
                  <a:pt x="3182632" y="3115640"/>
                </a:lnTo>
                <a:lnTo>
                  <a:pt x="3177921" y="3117977"/>
                </a:lnTo>
                <a:lnTo>
                  <a:pt x="3176320" y="3119805"/>
                </a:lnTo>
                <a:lnTo>
                  <a:pt x="3174644" y="3124797"/>
                </a:lnTo>
                <a:lnTo>
                  <a:pt x="3174809" y="3127222"/>
                </a:lnTo>
                <a:lnTo>
                  <a:pt x="3177146" y="3131934"/>
                </a:lnTo>
                <a:lnTo>
                  <a:pt x="3178975" y="3133534"/>
                </a:lnTo>
                <a:lnTo>
                  <a:pt x="3183966" y="3135211"/>
                </a:lnTo>
                <a:lnTo>
                  <a:pt x="3186379" y="3135045"/>
                </a:lnTo>
                <a:lnTo>
                  <a:pt x="3191103" y="3132709"/>
                </a:lnTo>
                <a:lnTo>
                  <a:pt x="3192703" y="3130880"/>
                </a:lnTo>
                <a:lnTo>
                  <a:pt x="3194380" y="3125889"/>
                </a:lnTo>
                <a:close/>
              </a:path>
              <a:path w="9475470" h="4709795">
                <a:moveTo>
                  <a:pt x="3204438" y="1584883"/>
                </a:moveTo>
                <a:lnTo>
                  <a:pt x="3202762" y="1579905"/>
                </a:lnTo>
                <a:lnTo>
                  <a:pt x="3201174" y="1578063"/>
                </a:lnTo>
                <a:lnTo>
                  <a:pt x="3196450" y="1575727"/>
                </a:lnTo>
                <a:lnTo>
                  <a:pt x="3194037" y="1575562"/>
                </a:lnTo>
                <a:lnTo>
                  <a:pt x="3189046" y="1577238"/>
                </a:lnTo>
                <a:lnTo>
                  <a:pt x="3187217" y="1578838"/>
                </a:lnTo>
                <a:lnTo>
                  <a:pt x="3184880" y="1583550"/>
                </a:lnTo>
                <a:lnTo>
                  <a:pt x="3184715" y="1585976"/>
                </a:lnTo>
                <a:lnTo>
                  <a:pt x="3186392" y="1590967"/>
                </a:lnTo>
                <a:lnTo>
                  <a:pt x="3187979" y="1592795"/>
                </a:lnTo>
                <a:lnTo>
                  <a:pt x="3192703" y="1595132"/>
                </a:lnTo>
                <a:lnTo>
                  <a:pt x="3195116" y="1595297"/>
                </a:lnTo>
                <a:lnTo>
                  <a:pt x="3200108" y="1593621"/>
                </a:lnTo>
                <a:lnTo>
                  <a:pt x="3201936" y="1592021"/>
                </a:lnTo>
                <a:lnTo>
                  <a:pt x="3204273" y="1587309"/>
                </a:lnTo>
                <a:lnTo>
                  <a:pt x="3204438" y="1584883"/>
                </a:lnTo>
                <a:close/>
              </a:path>
              <a:path w="9475470" h="4709795">
                <a:moveTo>
                  <a:pt x="3228517" y="3108972"/>
                </a:moveTo>
                <a:lnTo>
                  <a:pt x="3228352" y="3106547"/>
                </a:lnTo>
                <a:lnTo>
                  <a:pt x="3226016" y="3101835"/>
                </a:lnTo>
                <a:lnTo>
                  <a:pt x="3224187" y="3100235"/>
                </a:lnTo>
                <a:lnTo>
                  <a:pt x="3219196" y="3098546"/>
                </a:lnTo>
                <a:lnTo>
                  <a:pt x="3216770" y="3098711"/>
                </a:lnTo>
                <a:lnTo>
                  <a:pt x="3212058" y="3101048"/>
                </a:lnTo>
                <a:lnTo>
                  <a:pt x="3210458" y="3102889"/>
                </a:lnTo>
                <a:lnTo>
                  <a:pt x="3208782" y="3107867"/>
                </a:lnTo>
                <a:lnTo>
                  <a:pt x="3208947" y="3110293"/>
                </a:lnTo>
                <a:lnTo>
                  <a:pt x="3211284" y="3115005"/>
                </a:lnTo>
                <a:lnTo>
                  <a:pt x="3213112" y="3116605"/>
                </a:lnTo>
                <a:lnTo>
                  <a:pt x="3218091" y="3118281"/>
                </a:lnTo>
                <a:lnTo>
                  <a:pt x="3220516" y="3118116"/>
                </a:lnTo>
                <a:lnTo>
                  <a:pt x="3225241" y="3115780"/>
                </a:lnTo>
                <a:lnTo>
                  <a:pt x="3226828" y="3113951"/>
                </a:lnTo>
                <a:lnTo>
                  <a:pt x="3228517" y="3108972"/>
                </a:lnTo>
                <a:close/>
              </a:path>
              <a:path w="9475470" h="4709795">
                <a:moveTo>
                  <a:pt x="3238576" y="1601825"/>
                </a:moveTo>
                <a:lnTo>
                  <a:pt x="3236899" y="1596847"/>
                </a:lnTo>
                <a:lnTo>
                  <a:pt x="3235299" y="1595005"/>
                </a:lnTo>
                <a:lnTo>
                  <a:pt x="3230588" y="1592668"/>
                </a:lnTo>
                <a:lnTo>
                  <a:pt x="3228162" y="1592503"/>
                </a:lnTo>
                <a:lnTo>
                  <a:pt x="3223171" y="1594180"/>
                </a:lnTo>
                <a:lnTo>
                  <a:pt x="3221342" y="1595780"/>
                </a:lnTo>
                <a:lnTo>
                  <a:pt x="3219005" y="1600492"/>
                </a:lnTo>
                <a:lnTo>
                  <a:pt x="3218840" y="1602917"/>
                </a:lnTo>
                <a:lnTo>
                  <a:pt x="3220516" y="1607908"/>
                </a:lnTo>
                <a:lnTo>
                  <a:pt x="3222117" y="1609737"/>
                </a:lnTo>
                <a:lnTo>
                  <a:pt x="3226828" y="1612074"/>
                </a:lnTo>
                <a:lnTo>
                  <a:pt x="3229254" y="1612239"/>
                </a:lnTo>
                <a:lnTo>
                  <a:pt x="3234232" y="1610563"/>
                </a:lnTo>
                <a:lnTo>
                  <a:pt x="3236074" y="1608963"/>
                </a:lnTo>
                <a:lnTo>
                  <a:pt x="3238411" y="1604251"/>
                </a:lnTo>
                <a:lnTo>
                  <a:pt x="3238576" y="1601825"/>
                </a:lnTo>
                <a:close/>
              </a:path>
              <a:path w="9475470" h="4709795">
                <a:moveTo>
                  <a:pt x="3262655" y="3092043"/>
                </a:moveTo>
                <a:lnTo>
                  <a:pt x="3262490" y="3089618"/>
                </a:lnTo>
                <a:lnTo>
                  <a:pt x="3260153" y="3084906"/>
                </a:lnTo>
                <a:lnTo>
                  <a:pt x="3258324" y="3083306"/>
                </a:lnTo>
                <a:lnTo>
                  <a:pt x="3253333" y="3081629"/>
                </a:lnTo>
                <a:lnTo>
                  <a:pt x="3250908" y="3081794"/>
                </a:lnTo>
                <a:lnTo>
                  <a:pt x="3246196" y="3084131"/>
                </a:lnTo>
                <a:lnTo>
                  <a:pt x="3244596" y="3085960"/>
                </a:lnTo>
                <a:lnTo>
                  <a:pt x="3242919" y="3090938"/>
                </a:lnTo>
                <a:lnTo>
                  <a:pt x="3243084" y="3093364"/>
                </a:lnTo>
                <a:lnTo>
                  <a:pt x="3245421" y="3098076"/>
                </a:lnTo>
                <a:lnTo>
                  <a:pt x="3247250" y="3099676"/>
                </a:lnTo>
                <a:lnTo>
                  <a:pt x="3252228" y="3101352"/>
                </a:lnTo>
                <a:lnTo>
                  <a:pt x="3254654" y="3101200"/>
                </a:lnTo>
                <a:lnTo>
                  <a:pt x="3259366" y="3098850"/>
                </a:lnTo>
                <a:lnTo>
                  <a:pt x="3260966" y="3097022"/>
                </a:lnTo>
                <a:lnTo>
                  <a:pt x="3262655" y="3092043"/>
                </a:lnTo>
                <a:close/>
              </a:path>
              <a:path w="9475470" h="4709795">
                <a:moveTo>
                  <a:pt x="3272701" y="1618767"/>
                </a:moveTo>
                <a:lnTo>
                  <a:pt x="3271024" y="1613789"/>
                </a:lnTo>
                <a:lnTo>
                  <a:pt x="3269424" y="1611947"/>
                </a:lnTo>
                <a:lnTo>
                  <a:pt x="3264712" y="1609610"/>
                </a:lnTo>
                <a:lnTo>
                  <a:pt x="3262287" y="1609445"/>
                </a:lnTo>
                <a:lnTo>
                  <a:pt x="3257296" y="1611122"/>
                </a:lnTo>
                <a:lnTo>
                  <a:pt x="3255467" y="1612722"/>
                </a:lnTo>
                <a:lnTo>
                  <a:pt x="3253130" y="1617433"/>
                </a:lnTo>
                <a:lnTo>
                  <a:pt x="3252965" y="1619859"/>
                </a:lnTo>
                <a:lnTo>
                  <a:pt x="3254641" y="1624838"/>
                </a:lnTo>
                <a:lnTo>
                  <a:pt x="3256242" y="1626679"/>
                </a:lnTo>
                <a:lnTo>
                  <a:pt x="3260953" y="1629016"/>
                </a:lnTo>
                <a:lnTo>
                  <a:pt x="3263379" y="1629181"/>
                </a:lnTo>
                <a:lnTo>
                  <a:pt x="3268370" y="1627505"/>
                </a:lnTo>
                <a:lnTo>
                  <a:pt x="3270199" y="1625904"/>
                </a:lnTo>
                <a:lnTo>
                  <a:pt x="3272536" y="1621193"/>
                </a:lnTo>
                <a:lnTo>
                  <a:pt x="3272701" y="1618767"/>
                </a:lnTo>
                <a:close/>
              </a:path>
              <a:path w="9475470" h="4709795">
                <a:moveTo>
                  <a:pt x="3296780" y="3075114"/>
                </a:moveTo>
                <a:lnTo>
                  <a:pt x="3296628" y="3072688"/>
                </a:lnTo>
                <a:lnTo>
                  <a:pt x="3294291" y="3067977"/>
                </a:lnTo>
                <a:lnTo>
                  <a:pt x="3292449" y="3066377"/>
                </a:lnTo>
                <a:lnTo>
                  <a:pt x="3287471" y="3064700"/>
                </a:lnTo>
                <a:lnTo>
                  <a:pt x="3285045" y="3064865"/>
                </a:lnTo>
                <a:lnTo>
                  <a:pt x="3280333" y="3067202"/>
                </a:lnTo>
                <a:lnTo>
                  <a:pt x="3278733" y="3069031"/>
                </a:lnTo>
                <a:lnTo>
                  <a:pt x="3277057" y="3074022"/>
                </a:lnTo>
                <a:lnTo>
                  <a:pt x="3277222" y="3076435"/>
                </a:lnTo>
                <a:lnTo>
                  <a:pt x="3279559" y="3081159"/>
                </a:lnTo>
                <a:lnTo>
                  <a:pt x="3281388" y="3082747"/>
                </a:lnTo>
                <a:lnTo>
                  <a:pt x="3286366" y="3084436"/>
                </a:lnTo>
                <a:lnTo>
                  <a:pt x="3288792" y="3084271"/>
                </a:lnTo>
                <a:lnTo>
                  <a:pt x="3293503" y="3081934"/>
                </a:lnTo>
                <a:lnTo>
                  <a:pt x="3295104" y="3080105"/>
                </a:lnTo>
                <a:lnTo>
                  <a:pt x="3296780" y="3075114"/>
                </a:lnTo>
                <a:close/>
              </a:path>
              <a:path w="9475470" h="4709795">
                <a:moveTo>
                  <a:pt x="3306826" y="1635709"/>
                </a:moveTo>
                <a:lnTo>
                  <a:pt x="3305149" y="1630730"/>
                </a:lnTo>
                <a:lnTo>
                  <a:pt x="3303549" y="1628889"/>
                </a:lnTo>
                <a:lnTo>
                  <a:pt x="3298837" y="1626552"/>
                </a:lnTo>
                <a:lnTo>
                  <a:pt x="3296412" y="1626387"/>
                </a:lnTo>
                <a:lnTo>
                  <a:pt x="3291433" y="1628063"/>
                </a:lnTo>
                <a:lnTo>
                  <a:pt x="3289604" y="1629664"/>
                </a:lnTo>
                <a:lnTo>
                  <a:pt x="3287255" y="1634375"/>
                </a:lnTo>
                <a:lnTo>
                  <a:pt x="3287090" y="1636801"/>
                </a:lnTo>
                <a:lnTo>
                  <a:pt x="3288766" y="1641779"/>
                </a:lnTo>
                <a:lnTo>
                  <a:pt x="3290366" y="1643621"/>
                </a:lnTo>
                <a:lnTo>
                  <a:pt x="3295078" y="1645958"/>
                </a:lnTo>
                <a:lnTo>
                  <a:pt x="3297504" y="1646123"/>
                </a:lnTo>
                <a:lnTo>
                  <a:pt x="3302495" y="1644446"/>
                </a:lnTo>
                <a:lnTo>
                  <a:pt x="3304324" y="1642846"/>
                </a:lnTo>
                <a:lnTo>
                  <a:pt x="3306661" y="1638134"/>
                </a:lnTo>
                <a:lnTo>
                  <a:pt x="3306826" y="1635709"/>
                </a:lnTo>
                <a:close/>
              </a:path>
              <a:path w="9475470" h="4709795">
                <a:moveTo>
                  <a:pt x="3330918" y="3058185"/>
                </a:moveTo>
                <a:lnTo>
                  <a:pt x="3330752" y="3055759"/>
                </a:lnTo>
                <a:lnTo>
                  <a:pt x="3328416" y="3051048"/>
                </a:lnTo>
                <a:lnTo>
                  <a:pt x="3326587" y="3049447"/>
                </a:lnTo>
                <a:lnTo>
                  <a:pt x="3321608" y="3047771"/>
                </a:lnTo>
                <a:lnTo>
                  <a:pt x="3319183" y="3047936"/>
                </a:lnTo>
                <a:lnTo>
                  <a:pt x="3314471" y="3050273"/>
                </a:lnTo>
                <a:lnTo>
                  <a:pt x="3312871" y="3052102"/>
                </a:lnTo>
                <a:lnTo>
                  <a:pt x="3311182" y="3057093"/>
                </a:lnTo>
                <a:lnTo>
                  <a:pt x="3311347" y="3059519"/>
                </a:lnTo>
                <a:lnTo>
                  <a:pt x="3313684" y="3064230"/>
                </a:lnTo>
                <a:lnTo>
                  <a:pt x="3315525" y="3065830"/>
                </a:lnTo>
                <a:lnTo>
                  <a:pt x="3320504" y="3067507"/>
                </a:lnTo>
                <a:lnTo>
                  <a:pt x="3322929" y="3067342"/>
                </a:lnTo>
                <a:lnTo>
                  <a:pt x="3327641" y="3065005"/>
                </a:lnTo>
                <a:lnTo>
                  <a:pt x="3329241" y="3063176"/>
                </a:lnTo>
                <a:lnTo>
                  <a:pt x="3330918" y="3058185"/>
                </a:lnTo>
                <a:close/>
              </a:path>
              <a:path w="9475470" h="4709795">
                <a:moveTo>
                  <a:pt x="3340963" y="1652651"/>
                </a:moveTo>
                <a:lnTo>
                  <a:pt x="3339274" y="1647659"/>
                </a:lnTo>
                <a:lnTo>
                  <a:pt x="3337687" y="1645831"/>
                </a:lnTo>
                <a:lnTo>
                  <a:pt x="3332975" y="1643494"/>
                </a:lnTo>
                <a:lnTo>
                  <a:pt x="3330549" y="1643329"/>
                </a:lnTo>
                <a:lnTo>
                  <a:pt x="3325558" y="1645005"/>
                </a:lnTo>
                <a:lnTo>
                  <a:pt x="3323729" y="1646605"/>
                </a:lnTo>
                <a:lnTo>
                  <a:pt x="3321393" y="1651317"/>
                </a:lnTo>
                <a:lnTo>
                  <a:pt x="3321227" y="1653743"/>
                </a:lnTo>
                <a:lnTo>
                  <a:pt x="3322904" y="1658721"/>
                </a:lnTo>
                <a:lnTo>
                  <a:pt x="3324504" y="1660563"/>
                </a:lnTo>
                <a:lnTo>
                  <a:pt x="3329216" y="1662899"/>
                </a:lnTo>
                <a:lnTo>
                  <a:pt x="3331641" y="1663065"/>
                </a:lnTo>
                <a:lnTo>
                  <a:pt x="3336620" y="1661388"/>
                </a:lnTo>
                <a:lnTo>
                  <a:pt x="3338449" y="1659788"/>
                </a:lnTo>
                <a:lnTo>
                  <a:pt x="3340798" y="1655076"/>
                </a:lnTo>
                <a:lnTo>
                  <a:pt x="3340963" y="1652651"/>
                </a:lnTo>
                <a:close/>
              </a:path>
              <a:path w="9475470" h="4709795">
                <a:moveTo>
                  <a:pt x="3365055" y="3041269"/>
                </a:moveTo>
                <a:lnTo>
                  <a:pt x="3364890" y="3038843"/>
                </a:lnTo>
                <a:lnTo>
                  <a:pt x="3362553" y="3034131"/>
                </a:lnTo>
                <a:lnTo>
                  <a:pt x="3360724" y="3032531"/>
                </a:lnTo>
                <a:lnTo>
                  <a:pt x="3355746" y="3030842"/>
                </a:lnTo>
                <a:lnTo>
                  <a:pt x="3353320" y="3031007"/>
                </a:lnTo>
                <a:lnTo>
                  <a:pt x="3348596" y="3033344"/>
                </a:lnTo>
                <a:lnTo>
                  <a:pt x="3347008" y="3035185"/>
                </a:lnTo>
                <a:lnTo>
                  <a:pt x="3345319" y="3040164"/>
                </a:lnTo>
                <a:lnTo>
                  <a:pt x="3345484" y="3042589"/>
                </a:lnTo>
                <a:lnTo>
                  <a:pt x="3347821" y="3047301"/>
                </a:lnTo>
                <a:lnTo>
                  <a:pt x="3349650" y="3048901"/>
                </a:lnTo>
                <a:lnTo>
                  <a:pt x="3354641" y="3050578"/>
                </a:lnTo>
                <a:lnTo>
                  <a:pt x="3357067" y="3050413"/>
                </a:lnTo>
                <a:lnTo>
                  <a:pt x="3361779" y="3048076"/>
                </a:lnTo>
                <a:lnTo>
                  <a:pt x="3363379" y="3046247"/>
                </a:lnTo>
                <a:lnTo>
                  <a:pt x="3365055" y="3041269"/>
                </a:lnTo>
                <a:close/>
              </a:path>
              <a:path w="9475470" h="4709795">
                <a:moveTo>
                  <a:pt x="3375088" y="1669592"/>
                </a:moveTo>
                <a:lnTo>
                  <a:pt x="3373412" y="1664601"/>
                </a:lnTo>
                <a:lnTo>
                  <a:pt x="3371812" y="1662772"/>
                </a:lnTo>
                <a:lnTo>
                  <a:pt x="3367100" y="1660436"/>
                </a:lnTo>
                <a:lnTo>
                  <a:pt x="3364674" y="1660271"/>
                </a:lnTo>
                <a:lnTo>
                  <a:pt x="3359683" y="1661947"/>
                </a:lnTo>
                <a:lnTo>
                  <a:pt x="3357854" y="1663547"/>
                </a:lnTo>
                <a:lnTo>
                  <a:pt x="3355517" y="1668259"/>
                </a:lnTo>
                <a:lnTo>
                  <a:pt x="3355352" y="1670685"/>
                </a:lnTo>
                <a:lnTo>
                  <a:pt x="3357029" y="1675663"/>
                </a:lnTo>
                <a:lnTo>
                  <a:pt x="3358629" y="1677504"/>
                </a:lnTo>
                <a:lnTo>
                  <a:pt x="3363341" y="1679841"/>
                </a:lnTo>
                <a:lnTo>
                  <a:pt x="3365766" y="1680006"/>
                </a:lnTo>
                <a:lnTo>
                  <a:pt x="3370745" y="1678330"/>
                </a:lnTo>
                <a:lnTo>
                  <a:pt x="3372586" y="1676730"/>
                </a:lnTo>
                <a:lnTo>
                  <a:pt x="3374923" y="1672018"/>
                </a:lnTo>
                <a:lnTo>
                  <a:pt x="3375088" y="1669592"/>
                </a:lnTo>
                <a:close/>
              </a:path>
              <a:path w="9475470" h="4709795">
                <a:moveTo>
                  <a:pt x="3399193" y="3024340"/>
                </a:moveTo>
                <a:lnTo>
                  <a:pt x="3399028" y="3021914"/>
                </a:lnTo>
                <a:lnTo>
                  <a:pt x="3396691" y="3017202"/>
                </a:lnTo>
                <a:lnTo>
                  <a:pt x="3394862" y="3015602"/>
                </a:lnTo>
                <a:lnTo>
                  <a:pt x="3389884" y="3013926"/>
                </a:lnTo>
                <a:lnTo>
                  <a:pt x="3387458" y="3014091"/>
                </a:lnTo>
                <a:lnTo>
                  <a:pt x="3382734" y="3016427"/>
                </a:lnTo>
                <a:lnTo>
                  <a:pt x="3381133" y="3018256"/>
                </a:lnTo>
                <a:lnTo>
                  <a:pt x="3379457" y="3023235"/>
                </a:lnTo>
                <a:lnTo>
                  <a:pt x="3379622" y="3025660"/>
                </a:lnTo>
                <a:lnTo>
                  <a:pt x="3381959" y="3030372"/>
                </a:lnTo>
                <a:lnTo>
                  <a:pt x="3383788" y="3031972"/>
                </a:lnTo>
                <a:lnTo>
                  <a:pt x="3388779" y="3033649"/>
                </a:lnTo>
                <a:lnTo>
                  <a:pt x="3391204" y="3033484"/>
                </a:lnTo>
                <a:lnTo>
                  <a:pt x="3395916" y="3031147"/>
                </a:lnTo>
                <a:lnTo>
                  <a:pt x="3397516" y="3029318"/>
                </a:lnTo>
                <a:lnTo>
                  <a:pt x="3399193" y="3024340"/>
                </a:lnTo>
                <a:close/>
              </a:path>
              <a:path w="9475470" h="4709795">
                <a:moveTo>
                  <a:pt x="3409213" y="1686534"/>
                </a:moveTo>
                <a:lnTo>
                  <a:pt x="3407537" y="1681543"/>
                </a:lnTo>
                <a:lnTo>
                  <a:pt x="3405936" y="1679714"/>
                </a:lnTo>
                <a:lnTo>
                  <a:pt x="3401225" y="1677377"/>
                </a:lnTo>
                <a:lnTo>
                  <a:pt x="3398799" y="1677212"/>
                </a:lnTo>
                <a:lnTo>
                  <a:pt x="3393821" y="1678889"/>
                </a:lnTo>
                <a:lnTo>
                  <a:pt x="3391979" y="1680489"/>
                </a:lnTo>
                <a:lnTo>
                  <a:pt x="3389642" y="1685201"/>
                </a:lnTo>
                <a:lnTo>
                  <a:pt x="3389477" y="1687626"/>
                </a:lnTo>
                <a:lnTo>
                  <a:pt x="3391154" y="1692605"/>
                </a:lnTo>
                <a:lnTo>
                  <a:pt x="3392754" y="1694446"/>
                </a:lnTo>
                <a:lnTo>
                  <a:pt x="3397466" y="1696783"/>
                </a:lnTo>
                <a:lnTo>
                  <a:pt x="3399891" y="1696948"/>
                </a:lnTo>
                <a:lnTo>
                  <a:pt x="3404882" y="1695272"/>
                </a:lnTo>
                <a:lnTo>
                  <a:pt x="3406711" y="1693672"/>
                </a:lnTo>
                <a:lnTo>
                  <a:pt x="3409048" y="1688960"/>
                </a:lnTo>
                <a:lnTo>
                  <a:pt x="3409213" y="1686534"/>
                </a:lnTo>
                <a:close/>
              </a:path>
              <a:path w="9475470" h="4709795">
                <a:moveTo>
                  <a:pt x="3433330" y="3007410"/>
                </a:moveTo>
                <a:lnTo>
                  <a:pt x="3433165" y="3004985"/>
                </a:lnTo>
                <a:lnTo>
                  <a:pt x="3430828" y="3000273"/>
                </a:lnTo>
                <a:lnTo>
                  <a:pt x="3429000" y="2998673"/>
                </a:lnTo>
                <a:lnTo>
                  <a:pt x="3424009" y="2996996"/>
                </a:lnTo>
                <a:lnTo>
                  <a:pt x="3421583" y="2997162"/>
                </a:lnTo>
                <a:lnTo>
                  <a:pt x="3416871" y="2999498"/>
                </a:lnTo>
                <a:lnTo>
                  <a:pt x="3415271" y="3001327"/>
                </a:lnTo>
                <a:lnTo>
                  <a:pt x="3413595" y="3006318"/>
                </a:lnTo>
                <a:lnTo>
                  <a:pt x="3413760" y="3008731"/>
                </a:lnTo>
                <a:lnTo>
                  <a:pt x="3416096" y="3013456"/>
                </a:lnTo>
                <a:lnTo>
                  <a:pt x="3417925" y="3015043"/>
                </a:lnTo>
                <a:lnTo>
                  <a:pt x="3422916" y="3016732"/>
                </a:lnTo>
                <a:lnTo>
                  <a:pt x="3425342" y="3016567"/>
                </a:lnTo>
                <a:lnTo>
                  <a:pt x="3430054" y="3014230"/>
                </a:lnTo>
                <a:lnTo>
                  <a:pt x="3431654" y="3012402"/>
                </a:lnTo>
                <a:lnTo>
                  <a:pt x="3433330" y="3007410"/>
                </a:lnTo>
                <a:close/>
              </a:path>
              <a:path w="9475470" h="4709795">
                <a:moveTo>
                  <a:pt x="3443338" y="1703476"/>
                </a:moveTo>
                <a:lnTo>
                  <a:pt x="3441662" y="1698485"/>
                </a:lnTo>
                <a:lnTo>
                  <a:pt x="3440061" y="1696656"/>
                </a:lnTo>
                <a:lnTo>
                  <a:pt x="3435350" y="1694319"/>
                </a:lnTo>
                <a:lnTo>
                  <a:pt x="3432924" y="1694154"/>
                </a:lnTo>
                <a:lnTo>
                  <a:pt x="3427946" y="1695831"/>
                </a:lnTo>
                <a:lnTo>
                  <a:pt x="3426117" y="1697431"/>
                </a:lnTo>
                <a:lnTo>
                  <a:pt x="3423767" y="1702142"/>
                </a:lnTo>
                <a:lnTo>
                  <a:pt x="3423602" y="1704568"/>
                </a:lnTo>
                <a:lnTo>
                  <a:pt x="3425291" y="1709547"/>
                </a:lnTo>
                <a:lnTo>
                  <a:pt x="3426879" y="1711388"/>
                </a:lnTo>
                <a:lnTo>
                  <a:pt x="3431590" y="1713725"/>
                </a:lnTo>
                <a:lnTo>
                  <a:pt x="3434016" y="1713890"/>
                </a:lnTo>
                <a:lnTo>
                  <a:pt x="3439007" y="1712214"/>
                </a:lnTo>
                <a:lnTo>
                  <a:pt x="3440836" y="1710613"/>
                </a:lnTo>
                <a:lnTo>
                  <a:pt x="3443173" y="1705902"/>
                </a:lnTo>
                <a:lnTo>
                  <a:pt x="3443338" y="1703476"/>
                </a:lnTo>
                <a:close/>
              </a:path>
              <a:path w="9475470" h="4709795">
                <a:moveTo>
                  <a:pt x="3467468" y="2990481"/>
                </a:moveTo>
                <a:lnTo>
                  <a:pt x="3467303" y="2988056"/>
                </a:lnTo>
                <a:lnTo>
                  <a:pt x="3464966" y="2983344"/>
                </a:lnTo>
                <a:lnTo>
                  <a:pt x="3463137" y="2981744"/>
                </a:lnTo>
                <a:lnTo>
                  <a:pt x="3458146" y="2980067"/>
                </a:lnTo>
                <a:lnTo>
                  <a:pt x="3455720" y="2980232"/>
                </a:lnTo>
                <a:lnTo>
                  <a:pt x="3451009" y="2982569"/>
                </a:lnTo>
                <a:lnTo>
                  <a:pt x="3449409" y="2984398"/>
                </a:lnTo>
                <a:lnTo>
                  <a:pt x="3447732" y="2989389"/>
                </a:lnTo>
                <a:lnTo>
                  <a:pt x="3447897" y="2991815"/>
                </a:lnTo>
                <a:lnTo>
                  <a:pt x="3450234" y="2996527"/>
                </a:lnTo>
                <a:lnTo>
                  <a:pt x="3452063" y="2998127"/>
                </a:lnTo>
                <a:lnTo>
                  <a:pt x="3457054" y="2999803"/>
                </a:lnTo>
                <a:lnTo>
                  <a:pt x="3459467" y="2999638"/>
                </a:lnTo>
                <a:lnTo>
                  <a:pt x="3464191" y="2997301"/>
                </a:lnTo>
                <a:lnTo>
                  <a:pt x="3465779" y="2995472"/>
                </a:lnTo>
                <a:lnTo>
                  <a:pt x="3467468" y="2990481"/>
                </a:lnTo>
                <a:close/>
              </a:path>
              <a:path w="9475470" h="4709795">
                <a:moveTo>
                  <a:pt x="3477476" y="1720418"/>
                </a:moveTo>
                <a:lnTo>
                  <a:pt x="3475786" y="1715427"/>
                </a:lnTo>
                <a:lnTo>
                  <a:pt x="3474199" y="1713598"/>
                </a:lnTo>
                <a:lnTo>
                  <a:pt x="3469487" y="1711261"/>
                </a:lnTo>
                <a:lnTo>
                  <a:pt x="3467062" y="1711096"/>
                </a:lnTo>
                <a:lnTo>
                  <a:pt x="3462070" y="1712772"/>
                </a:lnTo>
                <a:lnTo>
                  <a:pt x="3460242" y="1714373"/>
                </a:lnTo>
                <a:lnTo>
                  <a:pt x="3457905" y="1719084"/>
                </a:lnTo>
                <a:lnTo>
                  <a:pt x="3457740" y="1721510"/>
                </a:lnTo>
                <a:lnTo>
                  <a:pt x="3459416" y="1726488"/>
                </a:lnTo>
                <a:lnTo>
                  <a:pt x="3461016" y="1728330"/>
                </a:lnTo>
                <a:lnTo>
                  <a:pt x="3465728" y="1730667"/>
                </a:lnTo>
                <a:lnTo>
                  <a:pt x="3468154" y="1730832"/>
                </a:lnTo>
                <a:lnTo>
                  <a:pt x="3473132" y="1729155"/>
                </a:lnTo>
                <a:lnTo>
                  <a:pt x="3474961" y="1727555"/>
                </a:lnTo>
                <a:lnTo>
                  <a:pt x="3477310" y="1722843"/>
                </a:lnTo>
                <a:lnTo>
                  <a:pt x="3477476" y="1720418"/>
                </a:lnTo>
                <a:close/>
              </a:path>
              <a:path w="9475470" h="4709795">
                <a:moveTo>
                  <a:pt x="3501606" y="2973552"/>
                </a:moveTo>
                <a:lnTo>
                  <a:pt x="3501440" y="2971139"/>
                </a:lnTo>
                <a:lnTo>
                  <a:pt x="3499104" y="2966415"/>
                </a:lnTo>
                <a:lnTo>
                  <a:pt x="3497275" y="2964827"/>
                </a:lnTo>
                <a:lnTo>
                  <a:pt x="3492284" y="2963138"/>
                </a:lnTo>
                <a:lnTo>
                  <a:pt x="3489858" y="2963303"/>
                </a:lnTo>
                <a:lnTo>
                  <a:pt x="3485146" y="2965640"/>
                </a:lnTo>
                <a:lnTo>
                  <a:pt x="3483546" y="2967469"/>
                </a:lnTo>
                <a:lnTo>
                  <a:pt x="3481870" y="2972460"/>
                </a:lnTo>
                <a:lnTo>
                  <a:pt x="3482035" y="2974886"/>
                </a:lnTo>
                <a:lnTo>
                  <a:pt x="3484372" y="2979597"/>
                </a:lnTo>
                <a:lnTo>
                  <a:pt x="3486200" y="2981198"/>
                </a:lnTo>
                <a:lnTo>
                  <a:pt x="3491179" y="2982874"/>
                </a:lnTo>
                <a:lnTo>
                  <a:pt x="3493605" y="2982709"/>
                </a:lnTo>
                <a:lnTo>
                  <a:pt x="3498329" y="2980372"/>
                </a:lnTo>
                <a:lnTo>
                  <a:pt x="3499916" y="2978543"/>
                </a:lnTo>
                <a:lnTo>
                  <a:pt x="3501606" y="2973552"/>
                </a:lnTo>
                <a:close/>
              </a:path>
              <a:path w="9475470" h="4709795">
                <a:moveTo>
                  <a:pt x="3511600" y="1737360"/>
                </a:moveTo>
                <a:lnTo>
                  <a:pt x="3509924" y="1732368"/>
                </a:lnTo>
                <a:lnTo>
                  <a:pt x="3508324" y="1730540"/>
                </a:lnTo>
                <a:lnTo>
                  <a:pt x="3503612" y="1728203"/>
                </a:lnTo>
                <a:lnTo>
                  <a:pt x="3501186" y="1728038"/>
                </a:lnTo>
                <a:lnTo>
                  <a:pt x="3496195" y="1729714"/>
                </a:lnTo>
                <a:lnTo>
                  <a:pt x="3494367" y="1731314"/>
                </a:lnTo>
                <a:lnTo>
                  <a:pt x="3492030" y="1736026"/>
                </a:lnTo>
                <a:lnTo>
                  <a:pt x="3491865" y="1738452"/>
                </a:lnTo>
                <a:lnTo>
                  <a:pt x="3493541" y="1743430"/>
                </a:lnTo>
                <a:lnTo>
                  <a:pt x="3495141" y="1745272"/>
                </a:lnTo>
                <a:lnTo>
                  <a:pt x="3499853" y="1747608"/>
                </a:lnTo>
                <a:lnTo>
                  <a:pt x="3502279" y="1747774"/>
                </a:lnTo>
                <a:lnTo>
                  <a:pt x="3507270" y="1746097"/>
                </a:lnTo>
                <a:lnTo>
                  <a:pt x="3509099" y="1744497"/>
                </a:lnTo>
                <a:lnTo>
                  <a:pt x="3511435" y="1739785"/>
                </a:lnTo>
                <a:lnTo>
                  <a:pt x="3511600" y="1737360"/>
                </a:lnTo>
                <a:close/>
              </a:path>
              <a:path w="9475470" h="4709795">
                <a:moveTo>
                  <a:pt x="3535743" y="2956636"/>
                </a:moveTo>
                <a:lnTo>
                  <a:pt x="3535578" y="2954210"/>
                </a:lnTo>
                <a:lnTo>
                  <a:pt x="3533241" y="2949498"/>
                </a:lnTo>
                <a:lnTo>
                  <a:pt x="3531412" y="2947898"/>
                </a:lnTo>
                <a:lnTo>
                  <a:pt x="3526421" y="2946222"/>
                </a:lnTo>
                <a:lnTo>
                  <a:pt x="3523996" y="2946374"/>
                </a:lnTo>
                <a:lnTo>
                  <a:pt x="3519284" y="2948724"/>
                </a:lnTo>
                <a:lnTo>
                  <a:pt x="3517684" y="2950553"/>
                </a:lnTo>
                <a:lnTo>
                  <a:pt x="3516007" y="2955531"/>
                </a:lnTo>
                <a:lnTo>
                  <a:pt x="3516172" y="2957957"/>
                </a:lnTo>
                <a:lnTo>
                  <a:pt x="3518509" y="2962668"/>
                </a:lnTo>
                <a:lnTo>
                  <a:pt x="3520338" y="2964269"/>
                </a:lnTo>
                <a:lnTo>
                  <a:pt x="3525316" y="2965945"/>
                </a:lnTo>
                <a:lnTo>
                  <a:pt x="3527742" y="2965780"/>
                </a:lnTo>
                <a:lnTo>
                  <a:pt x="3532454" y="2963443"/>
                </a:lnTo>
                <a:lnTo>
                  <a:pt x="3534054" y="2961614"/>
                </a:lnTo>
                <a:lnTo>
                  <a:pt x="3535743" y="2956636"/>
                </a:lnTo>
                <a:close/>
              </a:path>
              <a:path w="9475470" h="4709795">
                <a:moveTo>
                  <a:pt x="3545725" y="1754301"/>
                </a:moveTo>
                <a:lnTo>
                  <a:pt x="3544049" y="1749310"/>
                </a:lnTo>
                <a:lnTo>
                  <a:pt x="3542449" y="1747481"/>
                </a:lnTo>
                <a:lnTo>
                  <a:pt x="3537737" y="1745145"/>
                </a:lnTo>
                <a:lnTo>
                  <a:pt x="3535311" y="1744980"/>
                </a:lnTo>
                <a:lnTo>
                  <a:pt x="3530333" y="1746656"/>
                </a:lnTo>
                <a:lnTo>
                  <a:pt x="3528491" y="1748256"/>
                </a:lnTo>
                <a:lnTo>
                  <a:pt x="3526155" y="1752968"/>
                </a:lnTo>
                <a:lnTo>
                  <a:pt x="3525990" y="1755394"/>
                </a:lnTo>
                <a:lnTo>
                  <a:pt x="3527666" y="1760372"/>
                </a:lnTo>
                <a:lnTo>
                  <a:pt x="3529266" y="1762213"/>
                </a:lnTo>
                <a:lnTo>
                  <a:pt x="3533978" y="1764550"/>
                </a:lnTo>
                <a:lnTo>
                  <a:pt x="3536404" y="1764715"/>
                </a:lnTo>
                <a:lnTo>
                  <a:pt x="3541395" y="1763039"/>
                </a:lnTo>
                <a:lnTo>
                  <a:pt x="3543223" y="1761439"/>
                </a:lnTo>
                <a:lnTo>
                  <a:pt x="3545560" y="1756727"/>
                </a:lnTo>
                <a:lnTo>
                  <a:pt x="3545725" y="1754301"/>
                </a:lnTo>
                <a:close/>
              </a:path>
              <a:path w="9475470" h="4709795">
                <a:moveTo>
                  <a:pt x="3569868" y="2939707"/>
                </a:moveTo>
                <a:lnTo>
                  <a:pt x="3569716" y="2937281"/>
                </a:lnTo>
                <a:lnTo>
                  <a:pt x="3567366" y="2932569"/>
                </a:lnTo>
                <a:lnTo>
                  <a:pt x="3565537" y="2930969"/>
                </a:lnTo>
                <a:lnTo>
                  <a:pt x="3560559" y="2929293"/>
                </a:lnTo>
                <a:lnTo>
                  <a:pt x="3558133" y="2929458"/>
                </a:lnTo>
                <a:lnTo>
                  <a:pt x="3553422" y="2931795"/>
                </a:lnTo>
                <a:lnTo>
                  <a:pt x="3551821" y="2933623"/>
                </a:lnTo>
                <a:lnTo>
                  <a:pt x="3550145" y="2938602"/>
                </a:lnTo>
                <a:lnTo>
                  <a:pt x="3550297" y="2941028"/>
                </a:lnTo>
                <a:lnTo>
                  <a:pt x="3552647" y="2945739"/>
                </a:lnTo>
                <a:lnTo>
                  <a:pt x="3554476" y="2947339"/>
                </a:lnTo>
                <a:lnTo>
                  <a:pt x="3559454" y="2949029"/>
                </a:lnTo>
                <a:lnTo>
                  <a:pt x="3561880" y="2948863"/>
                </a:lnTo>
                <a:lnTo>
                  <a:pt x="3566591" y="2946527"/>
                </a:lnTo>
                <a:lnTo>
                  <a:pt x="3568192" y="2944685"/>
                </a:lnTo>
                <a:lnTo>
                  <a:pt x="3569868" y="2939707"/>
                </a:lnTo>
                <a:close/>
              </a:path>
              <a:path w="9475470" h="4709795">
                <a:moveTo>
                  <a:pt x="3579850" y="1771243"/>
                </a:moveTo>
                <a:lnTo>
                  <a:pt x="3578174" y="1766252"/>
                </a:lnTo>
                <a:lnTo>
                  <a:pt x="3576586" y="1764423"/>
                </a:lnTo>
                <a:lnTo>
                  <a:pt x="3571862" y="1762086"/>
                </a:lnTo>
                <a:lnTo>
                  <a:pt x="3569436" y="1761921"/>
                </a:lnTo>
                <a:lnTo>
                  <a:pt x="3564458" y="1763598"/>
                </a:lnTo>
                <a:lnTo>
                  <a:pt x="3562629" y="1765198"/>
                </a:lnTo>
                <a:lnTo>
                  <a:pt x="3560292" y="1769910"/>
                </a:lnTo>
                <a:lnTo>
                  <a:pt x="3560127" y="1772335"/>
                </a:lnTo>
                <a:lnTo>
                  <a:pt x="3561804" y="1777314"/>
                </a:lnTo>
                <a:lnTo>
                  <a:pt x="3563391" y="1779155"/>
                </a:lnTo>
                <a:lnTo>
                  <a:pt x="3568115" y="1781492"/>
                </a:lnTo>
                <a:lnTo>
                  <a:pt x="3570528" y="1781657"/>
                </a:lnTo>
                <a:lnTo>
                  <a:pt x="3575520" y="1779981"/>
                </a:lnTo>
                <a:lnTo>
                  <a:pt x="3577348" y="1778381"/>
                </a:lnTo>
                <a:lnTo>
                  <a:pt x="3579685" y="1773669"/>
                </a:lnTo>
                <a:lnTo>
                  <a:pt x="3579850" y="1771243"/>
                </a:lnTo>
                <a:close/>
              </a:path>
              <a:path w="9475470" h="4709795">
                <a:moveTo>
                  <a:pt x="3604006" y="2922778"/>
                </a:moveTo>
                <a:lnTo>
                  <a:pt x="3603841" y="2920352"/>
                </a:lnTo>
                <a:lnTo>
                  <a:pt x="3601504" y="2915640"/>
                </a:lnTo>
                <a:lnTo>
                  <a:pt x="3599675" y="2914040"/>
                </a:lnTo>
                <a:lnTo>
                  <a:pt x="3594697" y="2912364"/>
                </a:lnTo>
                <a:lnTo>
                  <a:pt x="3592271" y="2912529"/>
                </a:lnTo>
                <a:lnTo>
                  <a:pt x="3587559" y="2914866"/>
                </a:lnTo>
                <a:lnTo>
                  <a:pt x="3585959" y="2916694"/>
                </a:lnTo>
                <a:lnTo>
                  <a:pt x="3584270" y="2921685"/>
                </a:lnTo>
                <a:lnTo>
                  <a:pt x="3584435" y="2924111"/>
                </a:lnTo>
                <a:lnTo>
                  <a:pt x="3586772" y="2928823"/>
                </a:lnTo>
                <a:lnTo>
                  <a:pt x="3588601" y="2930423"/>
                </a:lnTo>
                <a:lnTo>
                  <a:pt x="3593592" y="2932099"/>
                </a:lnTo>
                <a:lnTo>
                  <a:pt x="3596017" y="2931934"/>
                </a:lnTo>
                <a:lnTo>
                  <a:pt x="3600729" y="2929598"/>
                </a:lnTo>
                <a:lnTo>
                  <a:pt x="3602329" y="2927769"/>
                </a:lnTo>
                <a:lnTo>
                  <a:pt x="3604006" y="2922778"/>
                </a:lnTo>
                <a:close/>
              </a:path>
              <a:path w="9475470" h="4709795">
                <a:moveTo>
                  <a:pt x="3613988" y="1788185"/>
                </a:moveTo>
                <a:lnTo>
                  <a:pt x="3612311" y="1783194"/>
                </a:lnTo>
                <a:lnTo>
                  <a:pt x="3610711" y="1781365"/>
                </a:lnTo>
                <a:lnTo>
                  <a:pt x="3606000" y="1779028"/>
                </a:lnTo>
                <a:lnTo>
                  <a:pt x="3603574" y="1778863"/>
                </a:lnTo>
                <a:lnTo>
                  <a:pt x="3598583" y="1780540"/>
                </a:lnTo>
                <a:lnTo>
                  <a:pt x="3596754" y="1782140"/>
                </a:lnTo>
                <a:lnTo>
                  <a:pt x="3594417" y="1786851"/>
                </a:lnTo>
                <a:lnTo>
                  <a:pt x="3594252" y="1789277"/>
                </a:lnTo>
                <a:lnTo>
                  <a:pt x="3595928" y="1794256"/>
                </a:lnTo>
                <a:lnTo>
                  <a:pt x="3597529" y="1796084"/>
                </a:lnTo>
                <a:lnTo>
                  <a:pt x="3602240" y="1798434"/>
                </a:lnTo>
                <a:lnTo>
                  <a:pt x="3604666" y="1798599"/>
                </a:lnTo>
                <a:lnTo>
                  <a:pt x="3609644" y="1796923"/>
                </a:lnTo>
                <a:lnTo>
                  <a:pt x="3611486" y="1795322"/>
                </a:lnTo>
                <a:lnTo>
                  <a:pt x="3613823" y="1790611"/>
                </a:lnTo>
                <a:lnTo>
                  <a:pt x="3613988" y="1788185"/>
                </a:lnTo>
                <a:close/>
              </a:path>
              <a:path w="9475470" h="4709795">
                <a:moveTo>
                  <a:pt x="3638143" y="2905849"/>
                </a:moveTo>
                <a:lnTo>
                  <a:pt x="3637978" y="2903436"/>
                </a:lnTo>
                <a:lnTo>
                  <a:pt x="3635641" y="2898711"/>
                </a:lnTo>
                <a:lnTo>
                  <a:pt x="3633813" y="2897124"/>
                </a:lnTo>
                <a:lnTo>
                  <a:pt x="3628834" y="2895435"/>
                </a:lnTo>
                <a:lnTo>
                  <a:pt x="3626408" y="2895600"/>
                </a:lnTo>
                <a:lnTo>
                  <a:pt x="3621684" y="2897936"/>
                </a:lnTo>
                <a:lnTo>
                  <a:pt x="3620097" y="2899765"/>
                </a:lnTo>
                <a:lnTo>
                  <a:pt x="3618407" y="2904756"/>
                </a:lnTo>
                <a:lnTo>
                  <a:pt x="3618573" y="2907182"/>
                </a:lnTo>
                <a:lnTo>
                  <a:pt x="3620909" y="2911894"/>
                </a:lnTo>
                <a:lnTo>
                  <a:pt x="3622738" y="2913494"/>
                </a:lnTo>
                <a:lnTo>
                  <a:pt x="3627729" y="2915170"/>
                </a:lnTo>
                <a:lnTo>
                  <a:pt x="3630155" y="2915005"/>
                </a:lnTo>
                <a:lnTo>
                  <a:pt x="3634867" y="2912668"/>
                </a:lnTo>
                <a:lnTo>
                  <a:pt x="3636467" y="2910840"/>
                </a:lnTo>
                <a:lnTo>
                  <a:pt x="3638143" y="2905849"/>
                </a:lnTo>
                <a:close/>
              </a:path>
              <a:path w="9475470" h="4709795">
                <a:moveTo>
                  <a:pt x="3648113" y="1805127"/>
                </a:moveTo>
                <a:lnTo>
                  <a:pt x="3646436" y="1800136"/>
                </a:lnTo>
                <a:lnTo>
                  <a:pt x="3644836" y="1798307"/>
                </a:lnTo>
                <a:lnTo>
                  <a:pt x="3640124" y="1795970"/>
                </a:lnTo>
                <a:lnTo>
                  <a:pt x="3637699" y="1795805"/>
                </a:lnTo>
                <a:lnTo>
                  <a:pt x="3632708" y="1797481"/>
                </a:lnTo>
                <a:lnTo>
                  <a:pt x="3630879" y="1799082"/>
                </a:lnTo>
                <a:lnTo>
                  <a:pt x="3628542" y="1803793"/>
                </a:lnTo>
                <a:lnTo>
                  <a:pt x="3628377" y="1806219"/>
                </a:lnTo>
                <a:lnTo>
                  <a:pt x="3630053" y="1811197"/>
                </a:lnTo>
                <a:lnTo>
                  <a:pt x="3631654" y="1813026"/>
                </a:lnTo>
                <a:lnTo>
                  <a:pt x="3636365" y="1815376"/>
                </a:lnTo>
                <a:lnTo>
                  <a:pt x="3638791" y="1815541"/>
                </a:lnTo>
                <a:lnTo>
                  <a:pt x="3643782" y="1813864"/>
                </a:lnTo>
                <a:lnTo>
                  <a:pt x="3645611" y="1812264"/>
                </a:lnTo>
                <a:lnTo>
                  <a:pt x="3647948" y="1807552"/>
                </a:lnTo>
                <a:lnTo>
                  <a:pt x="3648113" y="1805127"/>
                </a:lnTo>
                <a:close/>
              </a:path>
              <a:path w="9475470" h="4709795">
                <a:moveTo>
                  <a:pt x="3672281" y="2888932"/>
                </a:moveTo>
                <a:lnTo>
                  <a:pt x="3672116" y="2886506"/>
                </a:lnTo>
                <a:lnTo>
                  <a:pt x="3669779" y="2881795"/>
                </a:lnTo>
                <a:lnTo>
                  <a:pt x="3667950" y="2880195"/>
                </a:lnTo>
                <a:lnTo>
                  <a:pt x="3662959" y="2878518"/>
                </a:lnTo>
                <a:lnTo>
                  <a:pt x="3660546" y="2878671"/>
                </a:lnTo>
                <a:lnTo>
                  <a:pt x="3655822" y="2881020"/>
                </a:lnTo>
                <a:lnTo>
                  <a:pt x="3654221" y="2882849"/>
                </a:lnTo>
                <a:lnTo>
                  <a:pt x="3652545" y="2887827"/>
                </a:lnTo>
                <a:lnTo>
                  <a:pt x="3652710" y="2890253"/>
                </a:lnTo>
                <a:lnTo>
                  <a:pt x="3655047" y="2894965"/>
                </a:lnTo>
                <a:lnTo>
                  <a:pt x="3656876" y="2896565"/>
                </a:lnTo>
                <a:lnTo>
                  <a:pt x="3661867" y="2898241"/>
                </a:lnTo>
                <a:lnTo>
                  <a:pt x="3664293" y="2898076"/>
                </a:lnTo>
                <a:lnTo>
                  <a:pt x="3669004" y="2895739"/>
                </a:lnTo>
                <a:lnTo>
                  <a:pt x="3670604" y="2893911"/>
                </a:lnTo>
                <a:lnTo>
                  <a:pt x="3672281" y="2888932"/>
                </a:lnTo>
                <a:close/>
              </a:path>
              <a:path w="9475470" h="4709795">
                <a:moveTo>
                  <a:pt x="3682238" y="1822069"/>
                </a:moveTo>
                <a:lnTo>
                  <a:pt x="3680561" y="1817077"/>
                </a:lnTo>
                <a:lnTo>
                  <a:pt x="3678961" y="1815249"/>
                </a:lnTo>
                <a:lnTo>
                  <a:pt x="3674249" y="1812912"/>
                </a:lnTo>
                <a:lnTo>
                  <a:pt x="3671824" y="1812747"/>
                </a:lnTo>
                <a:lnTo>
                  <a:pt x="3666845" y="1814423"/>
                </a:lnTo>
                <a:lnTo>
                  <a:pt x="3665004" y="1816023"/>
                </a:lnTo>
                <a:lnTo>
                  <a:pt x="3662667" y="1820735"/>
                </a:lnTo>
                <a:lnTo>
                  <a:pt x="3662502" y="1823161"/>
                </a:lnTo>
                <a:lnTo>
                  <a:pt x="3664178" y="1828139"/>
                </a:lnTo>
                <a:lnTo>
                  <a:pt x="3665778" y="1829968"/>
                </a:lnTo>
                <a:lnTo>
                  <a:pt x="3670490" y="1832317"/>
                </a:lnTo>
                <a:lnTo>
                  <a:pt x="3672916" y="1832483"/>
                </a:lnTo>
                <a:lnTo>
                  <a:pt x="3677907" y="1830806"/>
                </a:lnTo>
                <a:lnTo>
                  <a:pt x="3679736" y="1829206"/>
                </a:lnTo>
                <a:lnTo>
                  <a:pt x="3682073" y="1824494"/>
                </a:lnTo>
                <a:lnTo>
                  <a:pt x="3682238" y="1822069"/>
                </a:lnTo>
                <a:close/>
              </a:path>
              <a:path w="9475470" h="4709795">
                <a:moveTo>
                  <a:pt x="3706418" y="2872003"/>
                </a:moveTo>
                <a:lnTo>
                  <a:pt x="3706253" y="2869577"/>
                </a:lnTo>
                <a:lnTo>
                  <a:pt x="3703917" y="2864866"/>
                </a:lnTo>
                <a:lnTo>
                  <a:pt x="3702088" y="2863265"/>
                </a:lnTo>
                <a:lnTo>
                  <a:pt x="3697097" y="2861589"/>
                </a:lnTo>
                <a:lnTo>
                  <a:pt x="3694671" y="2861754"/>
                </a:lnTo>
                <a:lnTo>
                  <a:pt x="3689959" y="2864091"/>
                </a:lnTo>
                <a:lnTo>
                  <a:pt x="3688359" y="2865920"/>
                </a:lnTo>
                <a:lnTo>
                  <a:pt x="3686683" y="2870898"/>
                </a:lnTo>
                <a:lnTo>
                  <a:pt x="3686848" y="2873324"/>
                </a:lnTo>
                <a:lnTo>
                  <a:pt x="3689185" y="2878036"/>
                </a:lnTo>
                <a:lnTo>
                  <a:pt x="3691013" y="2879636"/>
                </a:lnTo>
                <a:lnTo>
                  <a:pt x="3696004" y="2881325"/>
                </a:lnTo>
                <a:lnTo>
                  <a:pt x="3698430" y="2881160"/>
                </a:lnTo>
                <a:lnTo>
                  <a:pt x="3703142" y="2878823"/>
                </a:lnTo>
                <a:lnTo>
                  <a:pt x="3704742" y="2876981"/>
                </a:lnTo>
                <a:lnTo>
                  <a:pt x="3706418" y="2872003"/>
                </a:lnTo>
                <a:close/>
              </a:path>
              <a:path w="9475470" h="4709795">
                <a:moveTo>
                  <a:pt x="3716363" y="1839010"/>
                </a:moveTo>
                <a:lnTo>
                  <a:pt x="3714686" y="1834019"/>
                </a:lnTo>
                <a:lnTo>
                  <a:pt x="3713099" y="1832190"/>
                </a:lnTo>
                <a:lnTo>
                  <a:pt x="3708374" y="1829854"/>
                </a:lnTo>
                <a:lnTo>
                  <a:pt x="3705961" y="1829689"/>
                </a:lnTo>
                <a:lnTo>
                  <a:pt x="3700970" y="1831365"/>
                </a:lnTo>
                <a:lnTo>
                  <a:pt x="3699141" y="1832965"/>
                </a:lnTo>
                <a:lnTo>
                  <a:pt x="3696805" y="1837677"/>
                </a:lnTo>
                <a:lnTo>
                  <a:pt x="3696639" y="1840103"/>
                </a:lnTo>
                <a:lnTo>
                  <a:pt x="3698316" y="1845081"/>
                </a:lnTo>
                <a:lnTo>
                  <a:pt x="3699903" y="1846910"/>
                </a:lnTo>
                <a:lnTo>
                  <a:pt x="3704628" y="1849259"/>
                </a:lnTo>
                <a:lnTo>
                  <a:pt x="3707041" y="1849424"/>
                </a:lnTo>
                <a:lnTo>
                  <a:pt x="3712032" y="1847748"/>
                </a:lnTo>
                <a:lnTo>
                  <a:pt x="3713861" y="1846148"/>
                </a:lnTo>
                <a:lnTo>
                  <a:pt x="3716197" y="1841436"/>
                </a:lnTo>
                <a:lnTo>
                  <a:pt x="3716363" y="1839010"/>
                </a:lnTo>
                <a:close/>
              </a:path>
              <a:path w="9475470" h="4709795">
                <a:moveTo>
                  <a:pt x="3740556" y="2855074"/>
                </a:moveTo>
                <a:lnTo>
                  <a:pt x="3740391" y="2852648"/>
                </a:lnTo>
                <a:lnTo>
                  <a:pt x="3738054" y="2847937"/>
                </a:lnTo>
                <a:lnTo>
                  <a:pt x="3736225" y="2846336"/>
                </a:lnTo>
                <a:lnTo>
                  <a:pt x="3731234" y="2844660"/>
                </a:lnTo>
                <a:lnTo>
                  <a:pt x="3728809" y="2844825"/>
                </a:lnTo>
                <a:lnTo>
                  <a:pt x="3724097" y="2847162"/>
                </a:lnTo>
                <a:lnTo>
                  <a:pt x="3722497" y="2848991"/>
                </a:lnTo>
                <a:lnTo>
                  <a:pt x="3720820" y="2853982"/>
                </a:lnTo>
                <a:lnTo>
                  <a:pt x="3720985" y="2856407"/>
                </a:lnTo>
                <a:lnTo>
                  <a:pt x="3723322" y="2861119"/>
                </a:lnTo>
                <a:lnTo>
                  <a:pt x="3725151" y="2862719"/>
                </a:lnTo>
                <a:lnTo>
                  <a:pt x="3730129" y="2864396"/>
                </a:lnTo>
                <a:lnTo>
                  <a:pt x="3732555" y="2864231"/>
                </a:lnTo>
                <a:lnTo>
                  <a:pt x="3737279" y="2861894"/>
                </a:lnTo>
                <a:lnTo>
                  <a:pt x="3738880" y="2860065"/>
                </a:lnTo>
                <a:lnTo>
                  <a:pt x="3740556" y="2855074"/>
                </a:lnTo>
                <a:close/>
              </a:path>
              <a:path w="9475470" h="4709795">
                <a:moveTo>
                  <a:pt x="3750500" y="1855952"/>
                </a:moveTo>
                <a:lnTo>
                  <a:pt x="3748824" y="1850961"/>
                </a:lnTo>
                <a:lnTo>
                  <a:pt x="3747224" y="1849132"/>
                </a:lnTo>
                <a:lnTo>
                  <a:pt x="3742512" y="1846795"/>
                </a:lnTo>
                <a:lnTo>
                  <a:pt x="3740086" y="1846630"/>
                </a:lnTo>
                <a:lnTo>
                  <a:pt x="3735095" y="1848307"/>
                </a:lnTo>
                <a:lnTo>
                  <a:pt x="3733266" y="1849907"/>
                </a:lnTo>
                <a:lnTo>
                  <a:pt x="3730929" y="1854619"/>
                </a:lnTo>
                <a:lnTo>
                  <a:pt x="3730764" y="1857044"/>
                </a:lnTo>
                <a:lnTo>
                  <a:pt x="3732441" y="1862023"/>
                </a:lnTo>
                <a:lnTo>
                  <a:pt x="3734041" y="1863852"/>
                </a:lnTo>
                <a:lnTo>
                  <a:pt x="3738753" y="1866201"/>
                </a:lnTo>
                <a:lnTo>
                  <a:pt x="3741178" y="1866366"/>
                </a:lnTo>
                <a:lnTo>
                  <a:pt x="3746157" y="1864690"/>
                </a:lnTo>
                <a:lnTo>
                  <a:pt x="3747998" y="1863090"/>
                </a:lnTo>
                <a:lnTo>
                  <a:pt x="3750335" y="1858378"/>
                </a:lnTo>
                <a:lnTo>
                  <a:pt x="3750500" y="1855952"/>
                </a:lnTo>
                <a:close/>
              </a:path>
              <a:path w="9475470" h="4709795">
                <a:moveTo>
                  <a:pt x="3774694" y="2838145"/>
                </a:moveTo>
                <a:lnTo>
                  <a:pt x="3774529" y="2835719"/>
                </a:lnTo>
                <a:lnTo>
                  <a:pt x="3772192" y="2831007"/>
                </a:lnTo>
                <a:lnTo>
                  <a:pt x="3770363" y="2829420"/>
                </a:lnTo>
                <a:lnTo>
                  <a:pt x="3765372" y="2827731"/>
                </a:lnTo>
                <a:lnTo>
                  <a:pt x="3762946" y="2827896"/>
                </a:lnTo>
                <a:lnTo>
                  <a:pt x="3758234" y="2830233"/>
                </a:lnTo>
                <a:lnTo>
                  <a:pt x="3756634" y="2832062"/>
                </a:lnTo>
                <a:lnTo>
                  <a:pt x="3754958" y="2837053"/>
                </a:lnTo>
                <a:lnTo>
                  <a:pt x="3755123" y="2839478"/>
                </a:lnTo>
                <a:lnTo>
                  <a:pt x="3757460" y="2844190"/>
                </a:lnTo>
                <a:lnTo>
                  <a:pt x="3759289" y="2845790"/>
                </a:lnTo>
                <a:lnTo>
                  <a:pt x="3764267" y="2847467"/>
                </a:lnTo>
                <a:lnTo>
                  <a:pt x="3766693" y="2847302"/>
                </a:lnTo>
                <a:lnTo>
                  <a:pt x="3771417" y="2844965"/>
                </a:lnTo>
                <a:lnTo>
                  <a:pt x="3773005" y="2843136"/>
                </a:lnTo>
                <a:lnTo>
                  <a:pt x="3774694" y="2838145"/>
                </a:lnTo>
                <a:close/>
              </a:path>
              <a:path w="9475470" h="4709795">
                <a:moveTo>
                  <a:pt x="3784625" y="1872894"/>
                </a:moveTo>
                <a:lnTo>
                  <a:pt x="3782949" y="1867903"/>
                </a:lnTo>
                <a:lnTo>
                  <a:pt x="3781348" y="1866074"/>
                </a:lnTo>
                <a:lnTo>
                  <a:pt x="3776637" y="1863737"/>
                </a:lnTo>
                <a:lnTo>
                  <a:pt x="3774211" y="1863572"/>
                </a:lnTo>
                <a:lnTo>
                  <a:pt x="3769220" y="1865249"/>
                </a:lnTo>
                <a:lnTo>
                  <a:pt x="3767391" y="1866849"/>
                </a:lnTo>
                <a:lnTo>
                  <a:pt x="3765054" y="1871560"/>
                </a:lnTo>
                <a:lnTo>
                  <a:pt x="3764889" y="1873986"/>
                </a:lnTo>
                <a:lnTo>
                  <a:pt x="3766566" y="1878965"/>
                </a:lnTo>
                <a:lnTo>
                  <a:pt x="3768166" y="1880793"/>
                </a:lnTo>
                <a:lnTo>
                  <a:pt x="3772878" y="1883143"/>
                </a:lnTo>
                <a:lnTo>
                  <a:pt x="3775303" y="1883308"/>
                </a:lnTo>
                <a:lnTo>
                  <a:pt x="3780294" y="1881632"/>
                </a:lnTo>
                <a:lnTo>
                  <a:pt x="3782123" y="1880031"/>
                </a:lnTo>
                <a:lnTo>
                  <a:pt x="3784460" y="1875320"/>
                </a:lnTo>
                <a:lnTo>
                  <a:pt x="3784625" y="1872894"/>
                </a:lnTo>
                <a:close/>
              </a:path>
              <a:path w="9475470" h="4709795">
                <a:moveTo>
                  <a:pt x="3808831" y="2821228"/>
                </a:moveTo>
                <a:lnTo>
                  <a:pt x="3808666" y="2818803"/>
                </a:lnTo>
                <a:lnTo>
                  <a:pt x="3806329" y="2814091"/>
                </a:lnTo>
                <a:lnTo>
                  <a:pt x="3804488" y="2812491"/>
                </a:lnTo>
                <a:lnTo>
                  <a:pt x="3799509" y="2810802"/>
                </a:lnTo>
                <a:lnTo>
                  <a:pt x="3797084" y="2810967"/>
                </a:lnTo>
                <a:lnTo>
                  <a:pt x="3792372" y="2813304"/>
                </a:lnTo>
                <a:lnTo>
                  <a:pt x="3790772" y="2815145"/>
                </a:lnTo>
                <a:lnTo>
                  <a:pt x="3789095" y="2820124"/>
                </a:lnTo>
                <a:lnTo>
                  <a:pt x="3789261" y="2822549"/>
                </a:lnTo>
                <a:lnTo>
                  <a:pt x="3791597" y="2827261"/>
                </a:lnTo>
                <a:lnTo>
                  <a:pt x="3793426" y="2828861"/>
                </a:lnTo>
                <a:lnTo>
                  <a:pt x="3798405" y="2830538"/>
                </a:lnTo>
                <a:lnTo>
                  <a:pt x="3800830" y="2830372"/>
                </a:lnTo>
                <a:lnTo>
                  <a:pt x="3805542" y="2828036"/>
                </a:lnTo>
                <a:lnTo>
                  <a:pt x="3807142" y="2826207"/>
                </a:lnTo>
                <a:lnTo>
                  <a:pt x="3808831" y="2821228"/>
                </a:lnTo>
                <a:close/>
              </a:path>
              <a:path w="9475470" h="4709795">
                <a:moveTo>
                  <a:pt x="3818750" y="1889836"/>
                </a:moveTo>
                <a:lnTo>
                  <a:pt x="3817074" y="1884845"/>
                </a:lnTo>
                <a:lnTo>
                  <a:pt x="3815473" y="1883016"/>
                </a:lnTo>
                <a:lnTo>
                  <a:pt x="3810762" y="1880679"/>
                </a:lnTo>
                <a:lnTo>
                  <a:pt x="3808336" y="1880514"/>
                </a:lnTo>
                <a:lnTo>
                  <a:pt x="3803358" y="1882190"/>
                </a:lnTo>
                <a:lnTo>
                  <a:pt x="3801529" y="1883791"/>
                </a:lnTo>
                <a:lnTo>
                  <a:pt x="3799179" y="1888502"/>
                </a:lnTo>
                <a:lnTo>
                  <a:pt x="3799014" y="1890928"/>
                </a:lnTo>
                <a:lnTo>
                  <a:pt x="3800691" y="1895906"/>
                </a:lnTo>
                <a:lnTo>
                  <a:pt x="3802291" y="1897735"/>
                </a:lnTo>
                <a:lnTo>
                  <a:pt x="3807002" y="1900085"/>
                </a:lnTo>
                <a:lnTo>
                  <a:pt x="3809428" y="1900250"/>
                </a:lnTo>
                <a:lnTo>
                  <a:pt x="3814419" y="1898561"/>
                </a:lnTo>
                <a:lnTo>
                  <a:pt x="3816248" y="1896973"/>
                </a:lnTo>
                <a:lnTo>
                  <a:pt x="3818585" y="1892261"/>
                </a:lnTo>
                <a:lnTo>
                  <a:pt x="3818750" y="1889836"/>
                </a:lnTo>
                <a:close/>
              </a:path>
              <a:path w="9475470" h="4709795">
                <a:moveTo>
                  <a:pt x="3842956" y="2804299"/>
                </a:moveTo>
                <a:lnTo>
                  <a:pt x="3842791" y="2801874"/>
                </a:lnTo>
                <a:lnTo>
                  <a:pt x="3840454" y="2797162"/>
                </a:lnTo>
                <a:lnTo>
                  <a:pt x="3838625" y="2795562"/>
                </a:lnTo>
                <a:lnTo>
                  <a:pt x="3833647" y="2793885"/>
                </a:lnTo>
                <a:lnTo>
                  <a:pt x="3831221" y="2794050"/>
                </a:lnTo>
                <a:lnTo>
                  <a:pt x="3826510" y="2796387"/>
                </a:lnTo>
                <a:lnTo>
                  <a:pt x="3824909" y="2798216"/>
                </a:lnTo>
                <a:lnTo>
                  <a:pt x="3823233" y="2803194"/>
                </a:lnTo>
                <a:lnTo>
                  <a:pt x="3823385" y="2805620"/>
                </a:lnTo>
                <a:lnTo>
                  <a:pt x="3825722" y="2810332"/>
                </a:lnTo>
                <a:lnTo>
                  <a:pt x="3827564" y="2811932"/>
                </a:lnTo>
                <a:lnTo>
                  <a:pt x="3832542" y="2813621"/>
                </a:lnTo>
                <a:lnTo>
                  <a:pt x="3834968" y="2813456"/>
                </a:lnTo>
                <a:lnTo>
                  <a:pt x="3839680" y="2811107"/>
                </a:lnTo>
                <a:lnTo>
                  <a:pt x="3841280" y="2809278"/>
                </a:lnTo>
                <a:lnTo>
                  <a:pt x="3842956" y="2804299"/>
                </a:lnTo>
                <a:close/>
              </a:path>
              <a:path w="9475470" h="4709795">
                <a:moveTo>
                  <a:pt x="3852888" y="1906778"/>
                </a:moveTo>
                <a:lnTo>
                  <a:pt x="3851198" y="1901786"/>
                </a:lnTo>
                <a:lnTo>
                  <a:pt x="3849611" y="1899958"/>
                </a:lnTo>
                <a:lnTo>
                  <a:pt x="3844887" y="1897621"/>
                </a:lnTo>
                <a:lnTo>
                  <a:pt x="3842474" y="1897456"/>
                </a:lnTo>
                <a:lnTo>
                  <a:pt x="3837482" y="1899132"/>
                </a:lnTo>
                <a:lnTo>
                  <a:pt x="3835654" y="1900732"/>
                </a:lnTo>
                <a:lnTo>
                  <a:pt x="3833317" y="1905444"/>
                </a:lnTo>
                <a:lnTo>
                  <a:pt x="3833152" y="1907870"/>
                </a:lnTo>
                <a:lnTo>
                  <a:pt x="3834828" y="1912848"/>
                </a:lnTo>
                <a:lnTo>
                  <a:pt x="3836428" y="1914677"/>
                </a:lnTo>
                <a:lnTo>
                  <a:pt x="3841140" y="1917026"/>
                </a:lnTo>
                <a:lnTo>
                  <a:pt x="3843566" y="1917192"/>
                </a:lnTo>
                <a:lnTo>
                  <a:pt x="3848544" y="1915502"/>
                </a:lnTo>
                <a:lnTo>
                  <a:pt x="3850373" y="1913915"/>
                </a:lnTo>
                <a:lnTo>
                  <a:pt x="3852722" y="1909203"/>
                </a:lnTo>
                <a:lnTo>
                  <a:pt x="3852888" y="1906778"/>
                </a:lnTo>
                <a:close/>
              </a:path>
              <a:path w="9475470" h="4709795">
                <a:moveTo>
                  <a:pt x="3877094" y="2787370"/>
                </a:moveTo>
                <a:lnTo>
                  <a:pt x="3876929" y="2784945"/>
                </a:lnTo>
                <a:lnTo>
                  <a:pt x="3874592" y="2780233"/>
                </a:lnTo>
                <a:lnTo>
                  <a:pt x="3872763" y="2778633"/>
                </a:lnTo>
                <a:lnTo>
                  <a:pt x="3867785" y="2776956"/>
                </a:lnTo>
                <a:lnTo>
                  <a:pt x="3865359" y="2777121"/>
                </a:lnTo>
                <a:lnTo>
                  <a:pt x="3860647" y="2779458"/>
                </a:lnTo>
                <a:lnTo>
                  <a:pt x="3859047" y="2781287"/>
                </a:lnTo>
                <a:lnTo>
                  <a:pt x="3857358" y="2786278"/>
                </a:lnTo>
                <a:lnTo>
                  <a:pt x="3857523" y="2788704"/>
                </a:lnTo>
                <a:lnTo>
                  <a:pt x="3859860" y="2793415"/>
                </a:lnTo>
                <a:lnTo>
                  <a:pt x="3861689" y="2795003"/>
                </a:lnTo>
                <a:lnTo>
                  <a:pt x="3866680" y="2796692"/>
                </a:lnTo>
                <a:lnTo>
                  <a:pt x="3869105" y="2796527"/>
                </a:lnTo>
                <a:lnTo>
                  <a:pt x="3873817" y="2794190"/>
                </a:lnTo>
                <a:lnTo>
                  <a:pt x="3875417" y="2792361"/>
                </a:lnTo>
                <a:lnTo>
                  <a:pt x="3877094" y="2787370"/>
                </a:lnTo>
                <a:close/>
              </a:path>
              <a:path w="9475470" h="4709795">
                <a:moveTo>
                  <a:pt x="3887012" y="1923719"/>
                </a:moveTo>
                <a:lnTo>
                  <a:pt x="3885336" y="1918728"/>
                </a:lnTo>
                <a:lnTo>
                  <a:pt x="3883736" y="1916899"/>
                </a:lnTo>
                <a:lnTo>
                  <a:pt x="3879024" y="1914563"/>
                </a:lnTo>
                <a:lnTo>
                  <a:pt x="3876598" y="1914398"/>
                </a:lnTo>
                <a:lnTo>
                  <a:pt x="3871607" y="1916074"/>
                </a:lnTo>
                <a:lnTo>
                  <a:pt x="3869779" y="1917674"/>
                </a:lnTo>
                <a:lnTo>
                  <a:pt x="3867442" y="1922386"/>
                </a:lnTo>
                <a:lnTo>
                  <a:pt x="3867277" y="1924812"/>
                </a:lnTo>
                <a:lnTo>
                  <a:pt x="3868953" y="1929790"/>
                </a:lnTo>
                <a:lnTo>
                  <a:pt x="3870553" y="1931619"/>
                </a:lnTo>
                <a:lnTo>
                  <a:pt x="3875265" y="1933968"/>
                </a:lnTo>
                <a:lnTo>
                  <a:pt x="3877691" y="1934133"/>
                </a:lnTo>
                <a:lnTo>
                  <a:pt x="3882669" y="1932444"/>
                </a:lnTo>
                <a:lnTo>
                  <a:pt x="3884511" y="1930857"/>
                </a:lnTo>
                <a:lnTo>
                  <a:pt x="3886847" y="1926145"/>
                </a:lnTo>
                <a:lnTo>
                  <a:pt x="3887012" y="1923719"/>
                </a:lnTo>
                <a:close/>
              </a:path>
              <a:path w="9475470" h="4709795">
                <a:moveTo>
                  <a:pt x="3911231" y="2770441"/>
                </a:moveTo>
                <a:lnTo>
                  <a:pt x="3911066" y="2768015"/>
                </a:lnTo>
                <a:lnTo>
                  <a:pt x="3908729" y="2763304"/>
                </a:lnTo>
                <a:lnTo>
                  <a:pt x="3906901" y="2761704"/>
                </a:lnTo>
                <a:lnTo>
                  <a:pt x="3901922" y="2760027"/>
                </a:lnTo>
                <a:lnTo>
                  <a:pt x="3899497" y="2760192"/>
                </a:lnTo>
                <a:lnTo>
                  <a:pt x="3894772" y="2762529"/>
                </a:lnTo>
                <a:lnTo>
                  <a:pt x="3893185" y="2764358"/>
                </a:lnTo>
                <a:lnTo>
                  <a:pt x="3891496" y="2769349"/>
                </a:lnTo>
                <a:lnTo>
                  <a:pt x="3891661" y="2771775"/>
                </a:lnTo>
                <a:lnTo>
                  <a:pt x="3893997" y="2776486"/>
                </a:lnTo>
                <a:lnTo>
                  <a:pt x="3895826" y="2778087"/>
                </a:lnTo>
                <a:lnTo>
                  <a:pt x="3900817" y="2779763"/>
                </a:lnTo>
                <a:lnTo>
                  <a:pt x="3903243" y="2779598"/>
                </a:lnTo>
                <a:lnTo>
                  <a:pt x="3907955" y="2777261"/>
                </a:lnTo>
                <a:lnTo>
                  <a:pt x="3909555" y="2775432"/>
                </a:lnTo>
                <a:lnTo>
                  <a:pt x="3911231" y="2770441"/>
                </a:lnTo>
                <a:close/>
              </a:path>
              <a:path w="9475470" h="4709795">
                <a:moveTo>
                  <a:pt x="3921137" y="1940661"/>
                </a:moveTo>
                <a:lnTo>
                  <a:pt x="3919461" y="1935670"/>
                </a:lnTo>
                <a:lnTo>
                  <a:pt x="3917861" y="1933841"/>
                </a:lnTo>
                <a:lnTo>
                  <a:pt x="3913149" y="1931504"/>
                </a:lnTo>
                <a:lnTo>
                  <a:pt x="3910723" y="1931339"/>
                </a:lnTo>
                <a:lnTo>
                  <a:pt x="3905745" y="1933016"/>
                </a:lnTo>
                <a:lnTo>
                  <a:pt x="3903903" y="1934616"/>
                </a:lnTo>
                <a:lnTo>
                  <a:pt x="3901567" y="1939328"/>
                </a:lnTo>
                <a:lnTo>
                  <a:pt x="3901402" y="1941753"/>
                </a:lnTo>
                <a:lnTo>
                  <a:pt x="3903078" y="1946732"/>
                </a:lnTo>
                <a:lnTo>
                  <a:pt x="3904678" y="1948561"/>
                </a:lnTo>
                <a:lnTo>
                  <a:pt x="3909390" y="1950910"/>
                </a:lnTo>
                <a:lnTo>
                  <a:pt x="3911816" y="1951075"/>
                </a:lnTo>
                <a:lnTo>
                  <a:pt x="3916807" y="1949386"/>
                </a:lnTo>
                <a:lnTo>
                  <a:pt x="3918635" y="1947799"/>
                </a:lnTo>
                <a:lnTo>
                  <a:pt x="3920972" y="1943087"/>
                </a:lnTo>
                <a:lnTo>
                  <a:pt x="3921137" y="1940661"/>
                </a:lnTo>
                <a:close/>
              </a:path>
              <a:path w="9475470" h="4709795">
                <a:moveTo>
                  <a:pt x="3945369" y="2753525"/>
                </a:moveTo>
                <a:lnTo>
                  <a:pt x="3945204" y="2751099"/>
                </a:lnTo>
                <a:lnTo>
                  <a:pt x="3942867" y="2746387"/>
                </a:lnTo>
                <a:lnTo>
                  <a:pt x="3941038" y="2744787"/>
                </a:lnTo>
                <a:lnTo>
                  <a:pt x="3936047" y="2743098"/>
                </a:lnTo>
                <a:lnTo>
                  <a:pt x="3933634" y="2743263"/>
                </a:lnTo>
                <a:lnTo>
                  <a:pt x="3928910" y="2745600"/>
                </a:lnTo>
                <a:lnTo>
                  <a:pt x="3927310" y="2747441"/>
                </a:lnTo>
                <a:lnTo>
                  <a:pt x="3925633" y="2752420"/>
                </a:lnTo>
                <a:lnTo>
                  <a:pt x="3925798" y="2754846"/>
                </a:lnTo>
                <a:lnTo>
                  <a:pt x="3928135" y="2759557"/>
                </a:lnTo>
                <a:lnTo>
                  <a:pt x="3929964" y="2761157"/>
                </a:lnTo>
                <a:lnTo>
                  <a:pt x="3934955" y="2762834"/>
                </a:lnTo>
                <a:lnTo>
                  <a:pt x="3937381" y="2762669"/>
                </a:lnTo>
                <a:lnTo>
                  <a:pt x="3942092" y="2760332"/>
                </a:lnTo>
                <a:lnTo>
                  <a:pt x="3943693" y="2758503"/>
                </a:lnTo>
                <a:lnTo>
                  <a:pt x="3945369" y="2753525"/>
                </a:lnTo>
                <a:close/>
              </a:path>
              <a:path w="9475470" h="4709795">
                <a:moveTo>
                  <a:pt x="3955262" y="1957603"/>
                </a:moveTo>
                <a:lnTo>
                  <a:pt x="3953586" y="1952612"/>
                </a:lnTo>
                <a:lnTo>
                  <a:pt x="3951986" y="1950783"/>
                </a:lnTo>
                <a:lnTo>
                  <a:pt x="3947274" y="1948446"/>
                </a:lnTo>
                <a:lnTo>
                  <a:pt x="3944848" y="1948281"/>
                </a:lnTo>
                <a:lnTo>
                  <a:pt x="3939870" y="1949958"/>
                </a:lnTo>
                <a:lnTo>
                  <a:pt x="3938041" y="1951558"/>
                </a:lnTo>
                <a:lnTo>
                  <a:pt x="3935692" y="1956269"/>
                </a:lnTo>
                <a:lnTo>
                  <a:pt x="3935526" y="1958682"/>
                </a:lnTo>
                <a:lnTo>
                  <a:pt x="3937216" y="1963674"/>
                </a:lnTo>
                <a:lnTo>
                  <a:pt x="3938803" y="1965502"/>
                </a:lnTo>
                <a:lnTo>
                  <a:pt x="3943515" y="1967852"/>
                </a:lnTo>
                <a:lnTo>
                  <a:pt x="3945940" y="1968017"/>
                </a:lnTo>
                <a:lnTo>
                  <a:pt x="3950932" y="1966328"/>
                </a:lnTo>
                <a:lnTo>
                  <a:pt x="3952760" y="1964740"/>
                </a:lnTo>
                <a:lnTo>
                  <a:pt x="3955097" y="1960029"/>
                </a:lnTo>
                <a:lnTo>
                  <a:pt x="3955262" y="1957603"/>
                </a:lnTo>
                <a:close/>
              </a:path>
              <a:path w="9475470" h="4709795">
                <a:moveTo>
                  <a:pt x="3979507" y="2736596"/>
                </a:moveTo>
                <a:lnTo>
                  <a:pt x="3979341" y="2734170"/>
                </a:lnTo>
                <a:lnTo>
                  <a:pt x="3977005" y="2729458"/>
                </a:lnTo>
                <a:lnTo>
                  <a:pt x="3975176" y="2727858"/>
                </a:lnTo>
                <a:lnTo>
                  <a:pt x="3970185" y="2726182"/>
                </a:lnTo>
                <a:lnTo>
                  <a:pt x="3967759" y="2726347"/>
                </a:lnTo>
                <a:lnTo>
                  <a:pt x="3963047" y="2728684"/>
                </a:lnTo>
                <a:lnTo>
                  <a:pt x="3961447" y="2730512"/>
                </a:lnTo>
                <a:lnTo>
                  <a:pt x="3959771" y="2735491"/>
                </a:lnTo>
                <a:lnTo>
                  <a:pt x="3959936" y="2737916"/>
                </a:lnTo>
                <a:lnTo>
                  <a:pt x="3962273" y="2742628"/>
                </a:lnTo>
                <a:lnTo>
                  <a:pt x="3964101" y="2744228"/>
                </a:lnTo>
                <a:lnTo>
                  <a:pt x="3969093" y="2745905"/>
                </a:lnTo>
                <a:lnTo>
                  <a:pt x="3971518" y="2745752"/>
                </a:lnTo>
                <a:lnTo>
                  <a:pt x="3976230" y="2743403"/>
                </a:lnTo>
                <a:lnTo>
                  <a:pt x="3977830" y="2741574"/>
                </a:lnTo>
                <a:lnTo>
                  <a:pt x="3979507" y="2736596"/>
                </a:lnTo>
                <a:close/>
              </a:path>
              <a:path w="9475470" h="4709795">
                <a:moveTo>
                  <a:pt x="3989400" y="1974545"/>
                </a:moveTo>
                <a:lnTo>
                  <a:pt x="3987723" y="1969554"/>
                </a:lnTo>
                <a:lnTo>
                  <a:pt x="3986123" y="1967725"/>
                </a:lnTo>
                <a:lnTo>
                  <a:pt x="3981412" y="1965388"/>
                </a:lnTo>
                <a:lnTo>
                  <a:pt x="3978986" y="1965223"/>
                </a:lnTo>
                <a:lnTo>
                  <a:pt x="3973995" y="1966899"/>
                </a:lnTo>
                <a:lnTo>
                  <a:pt x="3972166" y="1968500"/>
                </a:lnTo>
                <a:lnTo>
                  <a:pt x="3969829" y="1973211"/>
                </a:lnTo>
                <a:lnTo>
                  <a:pt x="3969664" y="1975624"/>
                </a:lnTo>
                <a:lnTo>
                  <a:pt x="3971340" y="1980615"/>
                </a:lnTo>
                <a:lnTo>
                  <a:pt x="3972941" y="1982444"/>
                </a:lnTo>
                <a:lnTo>
                  <a:pt x="3977652" y="1984794"/>
                </a:lnTo>
                <a:lnTo>
                  <a:pt x="3980078" y="1984959"/>
                </a:lnTo>
                <a:lnTo>
                  <a:pt x="3985056" y="1983270"/>
                </a:lnTo>
                <a:lnTo>
                  <a:pt x="3986885" y="1981682"/>
                </a:lnTo>
                <a:lnTo>
                  <a:pt x="3989235" y="1976970"/>
                </a:lnTo>
                <a:lnTo>
                  <a:pt x="3989400" y="1974545"/>
                </a:lnTo>
                <a:close/>
              </a:path>
              <a:path w="9475470" h="4709795">
                <a:moveTo>
                  <a:pt x="4013644" y="2719667"/>
                </a:moveTo>
                <a:lnTo>
                  <a:pt x="4013479" y="2717241"/>
                </a:lnTo>
                <a:lnTo>
                  <a:pt x="4011142" y="2712529"/>
                </a:lnTo>
                <a:lnTo>
                  <a:pt x="4009313" y="2710929"/>
                </a:lnTo>
                <a:lnTo>
                  <a:pt x="4004322" y="2709253"/>
                </a:lnTo>
                <a:lnTo>
                  <a:pt x="4001897" y="2709418"/>
                </a:lnTo>
                <a:lnTo>
                  <a:pt x="3997185" y="2711754"/>
                </a:lnTo>
                <a:lnTo>
                  <a:pt x="3995585" y="2713583"/>
                </a:lnTo>
                <a:lnTo>
                  <a:pt x="3993908" y="2718574"/>
                </a:lnTo>
                <a:lnTo>
                  <a:pt x="3994073" y="2720987"/>
                </a:lnTo>
                <a:lnTo>
                  <a:pt x="3996410" y="2725712"/>
                </a:lnTo>
                <a:lnTo>
                  <a:pt x="3998239" y="2727299"/>
                </a:lnTo>
                <a:lnTo>
                  <a:pt x="4003217" y="2728988"/>
                </a:lnTo>
                <a:lnTo>
                  <a:pt x="4005643" y="2728823"/>
                </a:lnTo>
                <a:lnTo>
                  <a:pt x="4010368" y="2726486"/>
                </a:lnTo>
                <a:lnTo>
                  <a:pt x="4011955" y="2724658"/>
                </a:lnTo>
                <a:lnTo>
                  <a:pt x="4013644" y="2719667"/>
                </a:lnTo>
                <a:close/>
              </a:path>
              <a:path w="9475470" h="4709795">
                <a:moveTo>
                  <a:pt x="4023525" y="1991487"/>
                </a:moveTo>
                <a:lnTo>
                  <a:pt x="4021848" y="1986495"/>
                </a:lnTo>
                <a:lnTo>
                  <a:pt x="4020248" y="1984667"/>
                </a:lnTo>
                <a:lnTo>
                  <a:pt x="4015536" y="1982330"/>
                </a:lnTo>
                <a:lnTo>
                  <a:pt x="4013111" y="1982165"/>
                </a:lnTo>
                <a:lnTo>
                  <a:pt x="4008120" y="1983841"/>
                </a:lnTo>
                <a:lnTo>
                  <a:pt x="4006291" y="1985441"/>
                </a:lnTo>
                <a:lnTo>
                  <a:pt x="4003954" y="1990153"/>
                </a:lnTo>
                <a:lnTo>
                  <a:pt x="4003789" y="1992566"/>
                </a:lnTo>
                <a:lnTo>
                  <a:pt x="4005465" y="1997557"/>
                </a:lnTo>
                <a:lnTo>
                  <a:pt x="4007066" y="1999386"/>
                </a:lnTo>
                <a:lnTo>
                  <a:pt x="4011777" y="2001723"/>
                </a:lnTo>
                <a:lnTo>
                  <a:pt x="4014203" y="2001888"/>
                </a:lnTo>
                <a:lnTo>
                  <a:pt x="4019181" y="2000211"/>
                </a:lnTo>
                <a:lnTo>
                  <a:pt x="4021023" y="1998624"/>
                </a:lnTo>
                <a:lnTo>
                  <a:pt x="4023360" y="1993912"/>
                </a:lnTo>
                <a:lnTo>
                  <a:pt x="4023525" y="1991487"/>
                </a:lnTo>
                <a:close/>
              </a:path>
              <a:path w="9475470" h="4709795">
                <a:moveTo>
                  <a:pt x="4047782" y="2702737"/>
                </a:moveTo>
                <a:lnTo>
                  <a:pt x="4047617" y="2700312"/>
                </a:lnTo>
                <a:lnTo>
                  <a:pt x="4045280" y="2695600"/>
                </a:lnTo>
                <a:lnTo>
                  <a:pt x="4043451" y="2694000"/>
                </a:lnTo>
                <a:lnTo>
                  <a:pt x="4038460" y="2692323"/>
                </a:lnTo>
                <a:lnTo>
                  <a:pt x="4036034" y="2692489"/>
                </a:lnTo>
                <a:lnTo>
                  <a:pt x="4031323" y="2694825"/>
                </a:lnTo>
                <a:lnTo>
                  <a:pt x="4029722" y="2696654"/>
                </a:lnTo>
                <a:lnTo>
                  <a:pt x="4028046" y="2701645"/>
                </a:lnTo>
                <a:lnTo>
                  <a:pt x="4028211" y="2704071"/>
                </a:lnTo>
                <a:lnTo>
                  <a:pt x="4030548" y="2708783"/>
                </a:lnTo>
                <a:lnTo>
                  <a:pt x="4032377" y="2710383"/>
                </a:lnTo>
                <a:lnTo>
                  <a:pt x="4037355" y="2712059"/>
                </a:lnTo>
                <a:lnTo>
                  <a:pt x="4039781" y="2711894"/>
                </a:lnTo>
                <a:lnTo>
                  <a:pt x="4044492" y="2709557"/>
                </a:lnTo>
                <a:lnTo>
                  <a:pt x="4046093" y="2707729"/>
                </a:lnTo>
                <a:lnTo>
                  <a:pt x="4047782" y="2702737"/>
                </a:lnTo>
                <a:close/>
              </a:path>
              <a:path w="9475470" h="4709795">
                <a:moveTo>
                  <a:pt x="4057650" y="2008428"/>
                </a:moveTo>
                <a:lnTo>
                  <a:pt x="4055973" y="2003437"/>
                </a:lnTo>
                <a:lnTo>
                  <a:pt x="4054373" y="2001608"/>
                </a:lnTo>
                <a:lnTo>
                  <a:pt x="4049661" y="1999272"/>
                </a:lnTo>
                <a:lnTo>
                  <a:pt x="4047236" y="1999107"/>
                </a:lnTo>
                <a:lnTo>
                  <a:pt x="4042257" y="2000783"/>
                </a:lnTo>
                <a:lnTo>
                  <a:pt x="4040416" y="2002383"/>
                </a:lnTo>
                <a:lnTo>
                  <a:pt x="4038079" y="2007095"/>
                </a:lnTo>
                <a:lnTo>
                  <a:pt x="4037914" y="2009508"/>
                </a:lnTo>
                <a:lnTo>
                  <a:pt x="4039590" y="2014499"/>
                </a:lnTo>
                <a:lnTo>
                  <a:pt x="4041190" y="2016328"/>
                </a:lnTo>
                <a:lnTo>
                  <a:pt x="4045902" y="2018665"/>
                </a:lnTo>
                <a:lnTo>
                  <a:pt x="4048328" y="2018830"/>
                </a:lnTo>
                <a:lnTo>
                  <a:pt x="4053319" y="2017153"/>
                </a:lnTo>
                <a:lnTo>
                  <a:pt x="4055148" y="2015566"/>
                </a:lnTo>
                <a:lnTo>
                  <a:pt x="4057485" y="2010854"/>
                </a:lnTo>
                <a:lnTo>
                  <a:pt x="4057650" y="2008428"/>
                </a:lnTo>
                <a:close/>
              </a:path>
              <a:path w="9475470" h="4709795">
                <a:moveTo>
                  <a:pt x="4081907" y="2685821"/>
                </a:moveTo>
                <a:lnTo>
                  <a:pt x="4081754" y="2683395"/>
                </a:lnTo>
                <a:lnTo>
                  <a:pt x="4079417" y="2678684"/>
                </a:lnTo>
                <a:lnTo>
                  <a:pt x="4077576" y="2677083"/>
                </a:lnTo>
                <a:lnTo>
                  <a:pt x="4072598" y="2675394"/>
                </a:lnTo>
                <a:lnTo>
                  <a:pt x="4070172" y="2675559"/>
                </a:lnTo>
                <a:lnTo>
                  <a:pt x="4065460" y="2677896"/>
                </a:lnTo>
                <a:lnTo>
                  <a:pt x="4063860" y="2679738"/>
                </a:lnTo>
                <a:lnTo>
                  <a:pt x="4062184" y="2684716"/>
                </a:lnTo>
                <a:lnTo>
                  <a:pt x="4062349" y="2687142"/>
                </a:lnTo>
                <a:lnTo>
                  <a:pt x="4064685" y="2691854"/>
                </a:lnTo>
                <a:lnTo>
                  <a:pt x="4066514" y="2693454"/>
                </a:lnTo>
                <a:lnTo>
                  <a:pt x="4071493" y="2695130"/>
                </a:lnTo>
                <a:lnTo>
                  <a:pt x="4073918" y="2694965"/>
                </a:lnTo>
                <a:lnTo>
                  <a:pt x="4078630" y="2692628"/>
                </a:lnTo>
                <a:lnTo>
                  <a:pt x="4080230" y="2690799"/>
                </a:lnTo>
                <a:lnTo>
                  <a:pt x="4081907" y="2685821"/>
                </a:lnTo>
                <a:close/>
              </a:path>
              <a:path w="9475470" h="4709795">
                <a:moveTo>
                  <a:pt x="4091775" y="2025370"/>
                </a:moveTo>
                <a:lnTo>
                  <a:pt x="4090098" y="2020379"/>
                </a:lnTo>
                <a:lnTo>
                  <a:pt x="4088498" y="2018550"/>
                </a:lnTo>
                <a:lnTo>
                  <a:pt x="4083786" y="2016213"/>
                </a:lnTo>
                <a:lnTo>
                  <a:pt x="4081361" y="2016048"/>
                </a:lnTo>
                <a:lnTo>
                  <a:pt x="4076382" y="2017725"/>
                </a:lnTo>
                <a:lnTo>
                  <a:pt x="4074553" y="2019325"/>
                </a:lnTo>
                <a:lnTo>
                  <a:pt x="4072217" y="2024037"/>
                </a:lnTo>
                <a:lnTo>
                  <a:pt x="4072039" y="2026450"/>
                </a:lnTo>
                <a:lnTo>
                  <a:pt x="4073728" y="2031441"/>
                </a:lnTo>
                <a:lnTo>
                  <a:pt x="4075315" y="2033270"/>
                </a:lnTo>
                <a:lnTo>
                  <a:pt x="4080040" y="2035606"/>
                </a:lnTo>
                <a:lnTo>
                  <a:pt x="4082453" y="2035771"/>
                </a:lnTo>
                <a:lnTo>
                  <a:pt x="4087444" y="2034095"/>
                </a:lnTo>
                <a:lnTo>
                  <a:pt x="4089273" y="2032508"/>
                </a:lnTo>
                <a:lnTo>
                  <a:pt x="4091609" y="2027796"/>
                </a:lnTo>
                <a:lnTo>
                  <a:pt x="4091775" y="2025370"/>
                </a:lnTo>
                <a:close/>
              </a:path>
              <a:path w="9475470" h="4709795">
                <a:moveTo>
                  <a:pt x="4116044" y="2668892"/>
                </a:moveTo>
                <a:lnTo>
                  <a:pt x="4115879" y="2666466"/>
                </a:lnTo>
                <a:lnTo>
                  <a:pt x="4113542" y="2661755"/>
                </a:lnTo>
                <a:lnTo>
                  <a:pt x="4111714" y="2660154"/>
                </a:lnTo>
                <a:lnTo>
                  <a:pt x="4106735" y="2658478"/>
                </a:lnTo>
                <a:lnTo>
                  <a:pt x="4104309" y="2658643"/>
                </a:lnTo>
                <a:lnTo>
                  <a:pt x="4099598" y="2660980"/>
                </a:lnTo>
                <a:lnTo>
                  <a:pt x="4097998" y="2662809"/>
                </a:lnTo>
                <a:lnTo>
                  <a:pt x="4096308" y="2667787"/>
                </a:lnTo>
                <a:lnTo>
                  <a:pt x="4096474" y="2670213"/>
                </a:lnTo>
                <a:lnTo>
                  <a:pt x="4098810" y="2674924"/>
                </a:lnTo>
                <a:lnTo>
                  <a:pt x="4100652" y="2676525"/>
                </a:lnTo>
                <a:lnTo>
                  <a:pt x="4105630" y="2678201"/>
                </a:lnTo>
                <a:lnTo>
                  <a:pt x="4108056" y="2678049"/>
                </a:lnTo>
                <a:lnTo>
                  <a:pt x="4112768" y="2675699"/>
                </a:lnTo>
                <a:lnTo>
                  <a:pt x="4114368" y="2673870"/>
                </a:lnTo>
                <a:lnTo>
                  <a:pt x="4116044" y="2668892"/>
                </a:lnTo>
                <a:close/>
              </a:path>
              <a:path w="9475470" h="4709795">
                <a:moveTo>
                  <a:pt x="4125912" y="2042312"/>
                </a:moveTo>
                <a:lnTo>
                  <a:pt x="4124236" y="2037321"/>
                </a:lnTo>
                <a:lnTo>
                  <a:pt x="4122636" y="2035492"/>
                </a:lnTo>
                <a:lnTo>
                  <a:pt x="4117924" y="2033155"/>
                </a:lnTo>
                <a:lnTo>
                  <a:pt x="4115498" y="2032990"/>
                </a:lnTo>
                <a:lnTo>
                  <a:pt x="4110507" y="2034667"/>
                </a:lnTo>
                <a:lnTo>
                  <a:pt x="4108678" y="2036254"/>
                </a:lnTo>
                <a:lnTo>
                  <a:pt x="4106341" y="2040966"/>
                </a:lnTo>
                <a:lnTo>
                  <a:pt x="4106176" y="2043391"/>
                </a:lnTo>
                <a:lnTo>
                  <a:pt x="4107853" y="2048383"/>
                </a:lnTo>
                <a:lnTo>
                  <a:pt x="4109453" y="2050211"/>
                </a:lnTo>
                <a:lnTo>
                  <a:pt x="4114165" y="2052548"/>
                </a:lnTo>
                <a:lnTo>
                  <a:pt x="4116590" y="2052713"/>
                </a:lnTo>
                <a:lnTo>
                  <a:pt x="4121569" y="2051037"/>
                </a:lnTo>
                <a:lnTo>
                  <a:pt x="4123398" y="2049449"/>
                </a:lnTo>
                <a:lnTo>
                  <a:pt x="4125747" y="2044738"/>
                </a:lnTo>
                <a:lnTo>
                  <a:pt x="4125912" y="2042312"/>
                </a:lnTo>
                <a:close/>
              </a:path>
              <a:path w="9475470" h="4709795">
                <a:moveTo>
                  <a:pt x="4150182" y="2651963"/>
                </a:moveTo>
                <a:lnTo>
                  <a:pt x="4150017" y="2649537"/>
                </a:lnTo>
                <a:lnTo>
                  <a:pt x="4147680" y="2644825"/>
                </a:lnTo>
                <a:lnTo>
                  <a:pt x="4145851" y="2643225"/>
                </a:lnTo>
                <a:lnTo>
                  <a:pt x="4140873" y="2641549"/>
                </a:lnTo>
                <a:lnTo>
                  <a:pt x="4138447" y="2641714"/>
                </a:lnTo>
                <a:lnTo>
                  <a:pt x="4133735" y="2644051"/>
                </a:lnTo>
                <a:lnTo>
                  <a:pt x="4132135" y="2645880"/>
                </a:lnTo>
                <a:lnTo>
                  <a:pt x="4130446" y="2650871"/>
                </a:lnTo>
                <a:lnTo>
                  <a:pt x="4130611" y="2653284"/>
                </a:lnTo>
                <a:lnTo>
                  <a:pt x="4132948" y="2658008"/>
                </a:lnTo>
                <a:lnTo>
                  <a:pt x="4134777" y="2659596"/>
                </a:lnTo>
                <a:lnTo>
                  <a:pt x="4139768" y="2661285"/>
                </a:lnTo>
                <a:lnTo>
                  <a:pt x="4142194" y="2661120"/>
                </a:lnTo>
                <a:lnTo>
                  <a:pt x="4146905" y="2658783"/>
                </a:lnTo>
                <a:lnTo>
                  <a:pt x="4148505" y="2656954"/>
                </a:lnTo>
                <a:lnTo>
                  <a:pt x="4150182" y="2651963"/>
                </a:lnTo>
                <a:close/>
              </a:path>
              <a:path w="9475470" h="4709795">
                <a:moveTo>
                  <a:pt x="4160037" y="2059254"/>
                </a:moveTo>
                <a:lnTo>
                  <a:pt x="4158361" y="2054263"/>
                </a:lnTo>
                <a:lnTo>
                  <a:pt x="4156760" y="2052434"/>
                </a:lnTo>
                <a:lnTo>
                  <a:pt x="4152049" y="2050097"/>
                </a:lnTo>
                <a:lnTo>
                  <a:pt x="4149623" y="2049932"/>
                </a:lnTo>
                <a:lnTo>
                  <a:pt x="4144632" y="2051608"/>
                </a:lnTo>
                <a:lnTo>
                  <a:pt x="4142803" y="2053196"/>
                </a:lnTo>
                <a:lnTo>
                  <a:pt x="4140466" y="2057908"/>
                </a:lnTo>
                <a:lnTo>
                  <a:pt x="4140301" y="2060333"/>
                </a:lnTo>
                <a:lnTo>
                  <a:pt x="4141978" y="2065324"/>
                </a:lnTo>
                <a:lnTo>
                  <a:pt x="4143578" y="2067153"/>
                </a:lnTo>
                <a:lnTo>
                  <a:pt x="4148290" y="2069490"/>
                </a:lnTo>
                <a:lnTo>
                  <a:pt x="4150715" y="2069655"/>
                </a:lnTo>
                <a:lnTo>
                  <a:pt x="4155706" y="2067979"/>
                </a:lnTo>
                <a:lnTo>
                  <a:pt x="4157535" y="2066391"/>
                </a:lnTo>
                <a:lnTo>
                  <a:pt x="4159872" y="2061667"/>
                </a:lnTo>
                <a:lnTo>
                  <a:pt x="4160037" y="2059254"/>
                </a:lnTo>
                <a:close/>
              </a:path>
              <a:path w="9475470" h="4709795">
                <a:moveTo>
                  <a:pt x="4184319" y="2635034"/>
                </a:moveTo>
                <a:lnTo>
                  <a:pt x="4184154" y="2632608"/>
                </a:lnTo>
                <a:lnTo>
                  <a:pt x="4181818" y="2627896"/>
                </a:lnTo>
                <a:lnTo>
                  <a:pt x="4179989" y="2626296"/>
                </a:lnTo>
                <a:lnTo>
                  <a:pt x="4175010" y="2624620"/>
                </a:lnTo>
                <a:lnTo>
                  <a:pt x="4172585" y="2624785"/>
                </a:lnTo>
                <a:lnTo>
                  <a:pt x="4167860" y="2627122"/>
                </a:lnTo>
                <a:lnTo>
                  <a:pt x="4166273" y="2628950"/>
                </a:lnTo>
                <a:lnTo>
                  <a:pt x="4164584" y="2633942"/>
                </a:lnTo>
                <a:lnTo>
                  <a:pt x="4164749" y="2636367"/>
                </a:lnTo>
                <a:lnTo>
                  <a:pt x="4167086" y="2641079"/>
                </a:lnTo>
                <a:lnTo>
                  <a:pt x="4168914" y="2642679"/>
                </a:lnTo>
                <a:lnTo>
                  <a:pt x="4173905" y="2644356"/>
                </a:lnTo>
                <a:lnTo>
                  <a:pt x="4176331" y="2644190"/>
                </a:lnTo>
                <a:lnTo>
                  <a:pt x="4181043" y="2641854"/>
                </a:lnTo>
                <a:lnTo>
                  <a:pt x="4182643" y="2640025"/>
                </a:lnTo>
                <a:lnTo>
                  <a:pt x="4184319" y="2635034"/>
                </a:lnTo>
                <a:close/>
              </a:path>
              <a:path w="9475470" h="4709795">
                <a:moveTo>
                  <a:pt x="4194162" y="2076196"/>
                </a:moveTo>
                <a:lnTo>
                  <a:pt x="4192486" y="2071204"/>
                </a:lnTo>
                <a:lnTo>
                  <a:pt x="4190885" y="2069376"/>
                </a:lnTo>
                <a:lnTo>
                  <a:pt x="4186174" y="2067039"/>
                </a:lnTo>
                <a:lnTo>
                  <a:pt x="4183748" y="2066874"/>
                </a:lnTo>
                <a:lnTo>
                  <a:pt x="4178770" y="2068550"/>
                </a:lnTo>
                <a:lnTo>
                  <a:pt x="4176928" y="2070138"/>
                </a:lnTo>
                <a:lnTo>
                  <a:pt x="4174591" y="2074849"/>
                </a:lnTo>
                <a:lnTo>
                  <a:pt x="4174426" y="2077275"/>
                </a:lnTo>
                <a:lnTo>
                  <a:pt x="4176103" y="2082266"/>
                </a:lnTo>
                <a:lnTo>
                  <a:pt x="4177703" y="2084095"/>
                </a:lnTo>
                <a:lnTo>
                  <a:pt x="4182414" y="2086432"/>
                </a:lnTo>
                <a:lnTo>
                  <a:pt x="4184840" y="2086597"/>
                </a:lnTo>
                <a:lnTo>
                  <a:pt x="4189831" y="2084920"/>
                </a:lnTo>
                <a:lnTo>
                  <a:pt x="4191660" y="2083320"/>
                </a:lnTo>
                <a:lnTo>
                  <a:pt x="4193997" y="2078609"/>
                </a:lnTo>
                <a:lnTo>
                  <a:pt x="4194162" y="2076196"/>
                </a:lnTo>
                <a:close/>
              </a:path>
              <a:path w="9475470" h="4709795">
                <a:moveTo>
                  <a:pt x="4218457" y="2618117"/>
                </a:moveTo>
                <a:lnTo>
                  <a:pt x="4218292" y="2615692"/>
                </a:lnTo>
                <a:lnTo>
                  <a:pt x="4215955" y="2610967"/>
                </a:lnTo>
                <a:lnTo>
                  <a:pt x="4214126" y="2609380"/>
                </a:lnTo>
                <a:lnTo>
                  <a:pt x="4209135" y="2607691"/>
                </a:lnTo>
                <a:lnTo>
                  <a:pt x="4206710" y="2607856"/>
                </a:lnTo>
                <a:lnTo>
                  <a:pt x="4201998" y="2610193"/>
                </a:lnTo>
                <a:lnTo>
                  <a:pt x="4200398" y="2612021"/>
                </a:lnTo>
                <a:lnTo>
                  <a:pt x="4198721" y="2617012"/>
                </a:lnTo>
                <a:lnTo>
                  <a:pt x="4198886" y="2619438"/>
                </a:lnTo>
                <a:lnTo>
                  <a:pt x="4201223" y="2624150"/>
                </a:lnTo>
                <a:lnTo>
                  <a:pt x="4203052" y="2625750"/>
                </a:lnTo>
                <a:lnTo>
                  <a:pt x="4208043" y="2627426"/>
                </a:lnTo>
                <a:lnTo>
                  <a:pt x="4210469" y="2627261"/>
                </a:lnTo>
                <a:lnTo>
                  <a:pt x="4215181" y="2624925"/>
                </a:lnTo>
                <a:lnTo>
                  <a:pt x="4216781" y="2623096"/>
                </a:lnTo>
                <a:lnTo>
                  <a:pt x="4218457" y="2618117"/>
                </a:lnTo>
                <a:close/>
              </a:path>
              <a:path w="9475470" h="4709795">
                <a:moveTo>
                  <a:pt x="4228287" y="2093137"/>
                </a:moveTo>
                <a:lnTo>
                  <a:pt x="4226611" y="2088146"/>
                </a:lnTo>
                <a:lnTo>
                  <a:pt x="4225023" y="2086317"/>
                </a:lnTo>
                <a:lnTo>
                  <a:pt x="4220299" y="2083981"/>
                </a:lnTo>
                <a:lnTo>
                  <a:pt x="4217873" y="2083816"/>
                </a:lnTo>
                <a:lnTo>
                  <a:pt x="4212895" y="2085492"/>
                </a:lnTo>
                <a:lnTo>
                  <a:pt x="4211066" y="2087079"/>
                </a:lnTo>
                <a:lnTo>
                  <a:pt x="4208729" y="2091791"/>
                </a:lnTo>
                <a:lnTo>
                  <a:pt x="4208564" y="2094217"/>
                </a:lnTo>
                <a:lnTo>
                  <a:pt x="4210240" y="2099208"/>
                </a:lnTo>
                <a:lnTo>
                  <a:pt x="4211828" y="2101037"/>
                </a:lnTo>
                <a:lnTo>
                  <a:pt x="4216552" y="2103374"/>
                </a:lnTo>
                <a:lnTo>
                  <a:pt x="4218978" y="2103539"/>
                </a:lnTo>
                <a:lnTo>
                  <a:pt x="4223956" y="2101862"/>
                </a:lnTo>
                <a:lnTo>
                  <a:pt x="4225785" y="2100262"/>
                </a:lnTo>
                <a:lnTo>
                  <a:pt x="4228122" y="2095550"/>
                </a:lnTo>
                <a:lnTo>
                  <a:pt x="4228287" y="2093137"/>
                </a:lnTo>
                <a:close/>
              </a:path>
              <a:path w="9475470" h="4709795">
                <a:moveTo>
                  <a:pt x="4252595" y="2601188"/>
                </a:moveTo>
                <a:lnTo>
                  <a:pt x="4252430" y="2598763"/>
                </a:lnTo>
                <a:lnTo>
                  <a:pt x="4250093" y="2594051"/>
                </a:lnTo>
                <a:lnTo>
                  <a:pt x="4248264" y="2592451"/>
                </a:lnTo>
                <a:lnTo>
                  <a:pt x="4243273" y="2590774"/>
                </a:lnTo>
                <a:lnTo>
                  <a:pt x="4240847" y="2590939"/>
                </a:lnTo>
                <a:lnTo>
                  <a:pt x="4236136" y="2593276"/>
                </a:lnTo>
                <a:lnTo>
                  <a:pt x="4234535" y="2595105"/>
                </a:lnTo>
                <a:lnTo>
                  <a:pt x="4232859" y="2600083"/>
                </a:lnTo>
                <a:lnTo>
                  <a:pt x="4233024" y="2602509"/>
                </a:lnTo>
                <a:lnTo>
                  <a:pt x="4235361" y="2607221"/>
                </a:lnTo>
                <a:lnTo>
                  <a:pt x="4237190" y="2608821"/>
                </a:lnTo>
                <a:lnTo>
                  <a:pt x="4242181" y="2610497"/>
                </a:lnTo>
                <a:lnTo>
                  <a:pt x="4244594" y="2610332"/>
                </a:lnTo>
                <a:lnTo>
                  <a:pt x="4249318" y="2607995"/>
                </a:lnTo>
                <a:lnTo>
                  <a:pt x="4250918" y="2606167"/>
                </a:lnTo>
                <a:lnTo>
                  <a:pt x="4252595" y="2601188"/>
                </a:lnTo>
                <a:close/>
              </a:path>
              <a:path w="9475470" h="4709795">
                <a:moveTo>
                  <a:pt x="4262425" y="2110079"/>
                </a:moveTo>
                <a:lnTo>
                  <a:pt x="4260748" y="2105088"/>
                </a:lnTo>
                <a:lnTo>
                  <a:pt x="4259148" y="2103259"/>
                </a:lnTo>
                <a:lnTo>
                  <a:pt x="4254436" y="2100922"/>
                </a:lnTo>
                <a:lnTo>
                  <a:pt x="4252011" y="2100757"/>
                </a:lnTo>
                <a:lnTo>
                  <a:pt x="4247019" y="2102434"/>
                </a:lnTo>
                <a:lnTo>
                  <a:pt x="4245191" y="2104021"/>
                </a:lnTo>
                <a:lnTo>
                  <a:pt x="4242854" y="2108733"/>
                </a:lnTo>
                <a:lnTo>
                  <a:pt x="4242689" y="2111159"/>
                </a:lnTo>
                <a:lnTo>
                  <a:pt x="4244365" y="2116150"/>
                </a:lnTo>
                <a:lnTo>
                  <a:pt x="4245965" y="2117979"/>
                </a:lnTo>
                <a:lnTo>
                  <a:pt x="4250677" y="2120315"/>
                </a:lnTo>
                <a:lnTo>
                  <a:pt x="4253103" y="2120481"/>
                </a:lnTo>
                <a:lnTo>
                  <a:pt x="4258081" y="2118804"/>
                </a:lnTo>
                <a:lnTo>
                  <a:pt x="4259923" y="2117204"/>
                </a:lnTo>
                <a:lnTo>
                  <a:pt x="4262259" y="2112492"/>
                </a:lnTo>
                <a:lnTo>
                  <a:pt x="4262425" y="2110079"/>
                </a:lnTo>
                <a:close/>
              </a:path>
              <a:path w="9475470" h="4709795">
                <a:moveTo>
                  <a:pt x="4286732" y="2584259"/>
                </a:moveTo>
                <a:lnTo>
                  <a:pt x="4286567" y="2581833"/>
                </a:lnTo>
                <a:lnTo>
                  <a:pt x="4284230" y="2577122"/>
                </a:lnTo>
                <a:lnTo>
                  <a:pt x="4282402" y="2575522"/>
                </a:lnTo>
                <a:lnTo>
                  <a:pt x="4277411" y="2573845"/>
                </a:lnTo>
                <a:lnTo>
                  <a:pt x="4274985" y="2574010"/>
                </a:lnTo>
                <a:lnTo>
                  <a:pt x="4270273" y="2576347"/>
                </a:lnTo>
                <a:lnTo>
                  <a:pt x="4268673" y="2578176"/>
                </a:lnTo>
                <a:lnTo>
                  <a:pt x="4266997" y="2583154"/>
                </a:lnTo>
                <a:lnTo>
                  <a:pt x="4267162" y="2585580"/>
                </a:lnTo>
                <a:lnTo>
                  <a:pt x="4269498" y="2590292"/>
                </a:lnTo>
                <a:lnTo>
                  <a:pt x="4271327" y="2591892"/>
                </a:lnTo>
                <a:lnTo>
                  <a:pt x="4276306" y="2593581"/>
                </a:lnTo>
                <a:lnTo>
                  <a:pt x="4278731" y="2593416"/>
                </a:lnTo>
                <a:lnTo>
                  <a:pt x="4283456" y="2591079"/>
                </a:lnTo>
                <a:lnTo>
                  <a:pt x="4285043" y="2589238"/>
                </a:lnTo>
                <a:lnTo>
                  <a:pt x="4286732" y="2584259"/>
                </a:lnTo>
                <a:close/>
              </a:path>
              <a:path w="9475470" h="4709795">
                <a:moveTo>
                  <a:pt x="4296549" y="2127021"/>
                </a:moveTo>
                <a:lnTo>
                  <a:pt x="4294873" y="2122030"/>
                </a:lnTo>
                <a:lnTo>
                  <a:pt x="4293273" y="2120201"/>
                </a:lnTo>
                <a:lnTo>
                  <a:pt x="4288561" y="2117864"/>
                </a:lnTo>
                <a:lnTo>
                  <a:pt x="4286135" y="2117687"/>
                </a:lnTo>
                <a:lnTo>
                  <a:pt x="4281144" y="2119376"/>
                </a:lnTo>
                <a:lnTo>
                  <a:pt x="4279316" y="2120963"/>
                </a:lnTo>
                <a:lnTo>
                  <a:pt x="4276979" y="2125675"/>
                </a:lnTo>
                <a:lnTo>
                  <a:pt x="4276814" y="2128101"/>
                </a:lnTo>
                <a:lnTo>
                  <a:pt x="4278490" y="2133092"/>
                </a:lnTo>
                <a:lnTo>
                  <a:pt x="4280090" y="2134920"/>
                </a:lnTo>
                <a:lnTo>
                  <a:pt x="4284802" y="2137257"/>
                </a:lnTo>
                <a:lnTo>
                  <a:pt x="4287228" y="2137422"/>
                </a:lnTo>
                <a:lnTo>
                  <a:pt x="4292219" y="2135746"/>
                </a:lnTo>
                <a:lnTo>
                  <a:pt x="4294048" y="2134146"/>
                </a:lnTo>
                <a:lnTo>
                  <a:pt x="4296384" y="2129434"/>
                </a:lnTo>
                <a:lnTo>
                  <a:pt x="4296549" y="2127021"/>
                </a:lnTo>
                <a:close/>
              </a:path>
              <a:path w="9475470" h="4709795">
                <a:moveTo>
                  <a:pt x="4320870" y="2567330"/>
                </a:moveTo>
                <a:lnTo>
                  <a:pt x="4320705" y="2564904"/>
                </a:lnTo>
                <a:lnTo>
                  <a:pt x="4318368" y="2560193"/>
                </a:lnTo>
                <a:lnTo>
                  <a:pt x="4316539" y="2558592"/>
                </a:lnTo>
                <a:lnTo>
                  <a:pt x="4311548" y="2556916"/>
                </a:lnTo>
                <a:lnTo>
                  <a:pt x="4309122" y="2557081"/>
                </a:lnTo>
                <a:lnTo>
                  <a:pt x="4304411" y="2559418"/>
                </a:lnTo>
                <a:lnTo>
                  <a:pt x="4302811" y="2561247"/>
                </a:lnTo>
                <a:lnTo>
                  <a:pt x="4301134" y="2566238"/>
                </a:lnTo>
                <a:lnTo>
                  <a:pt x="4301299" y="2568664"/>
                </a:lnTo>
                <a:lnTo>
                  <a:pt x="4303636" y="2573375"/>
                </a:lnTo>
                <a:lnTo>
                  <a:pt x="4305465" y="2574975"/>
                </a:lnTo>
                <a:lnTo>
                  <a:pt x="4310443" y="2576652"/>
                </a:lnTo>
                <a:lnTo>
                  <a:pt x="4312869" y="2576487"/>
                </a:lnTo>
                <a:lnTo>
                  <a:pt x="4317581" y="2574150"/>
                </a:lnTo>
                <a:lnTo>
                  <a:pt x="4319181" y="2572321"/>
                </a:lnTo>
                <a:lnTo>
                  <a:pt x="4320870" y="2567330"/>
                </a:lnTo>
                <a:close/>
              </a:path>
              <a:path w="9475470" h="4709795">
                <a:moveTo>
                  <a:pt x="4330674" y="2143950"/>
                </a:moveTo>
                <a:lnTo>
                  <a:pt x="4328998" y="2138972"/>
                </a:lnTo>
                <a:lnTo>
                  <a:pt x="4327398" y="2137143"/>
                </a:lnTo>
                <a:lnTo>
                  <a:pt x="4322686" y="2134793"/>
                </a:lnTo>
                <a:lnTo>
                  <a:pt x="4320260" y="2134628"/>
                </a:lnTo>
                <a:lnTo>
                  <a:pt x="4315282" y="2136317"/>
                </a:lnTo>
                <a:lnTo>
                  <a:pt x="4313453" y="2137905"/>
                </a:lnTo>
                <a:lnTo>
                  <a:pt x="4311104" y="2142617"/>
                </a:lnTo>
                <a:lnTo>
                  <a:pt x="4310939" y="2145042"/>
                </a:lnTo>
                <a:lnTo>
                  <a:pt x="4312615" y="2150033"/>
                </a:lnTo>
                <a:lnTo>
                  <a:pt x="4314215" y="2151862"/>
                </a:lnTo>
                <a:lnTo>
                  <a:pt x="4318927" y="2154199"/>
                </a:lnTo>
                <a:lnTo>
                  <a:pt x="4321353" y="2154364"/>
                </a:lnTo>
                <a:lnTo>
                  <a:pt x="4326344" y="2152688"/>
                </a:lnTo>
                <a:lnTo>
                  <a:pt x="4328172" y="2151088"/>
                </a:lnTo>
                <a:lnTo>
                  <a:pt x="4330509" y="2146376"/>
                </a:lnTo>
                <a:lnTo>
                  <a:pt x="4330674" y="2143950"/>
                </a:lnTo>
                <a:close/>
              </a:path>
              <a:path w="9475470" h="4709795">
                <a:moveTo>
                  <a:pt x="4354995" y="2550401"/>
                </a:moveTo>
                <a:lnTo>
                  <a:pt x="4354842" y="2547988"/>
                </a:lnTo>
                <a:lnTo>
                  <a:pt x="4352506" y="2543264"/>
                </a:lnTo>
                <a:lnTo>
                  <a:pt x="4350664" y="2541676"/>
                </a:lnTo>
                <a:lnTo>
                  <a:pt x="4345686" y="2539987"/>
                </a:lnTo>
                <a:lnTo>
                  <a:pt x="4343260" y="2540152"/>
                </a:lnTo>
                <a:lnTo>
                  <a:pt x="4338548" y="2542489"/>
                </a:lnTo>
                <a:lnTo>
                  <a:pt x="4336948" y="2544318"/>
                </a:lnTo>
                <a:lnTo>
                  <a:pt x="4335272" y="2549309"/>
                </a:lnTo>
                <a:lnTo>
                  <a:pt x="4335437" y="2551734"/>
                </a:lnTo>
                <a:lnTo>
                  <a:pt x="4337774" y="2556446"/>
                </a:lnTo>
                <a:lnTo>
                  <a:pt x="4339602" y="2558046"/>
                </a:lnTo>
                <a:lnTo>
                  <a:pt x="4344581" y="2559723"/>
                </a:lnTo>
                <a:lnTo>
                  <a:pt x="4347007" y="2559558"/>
                </a:lnTo>
                <a:lnTo>
                  <a:pt x="4351718" y="2557221"/>
                </a:lnTo>
                <a:lnTo>
                  <a:pt x="4353318" y="2555392"/>
                </a:lnTo>
                <a:lnTo>
                  <a:pt x="4354995" y="2550401"/>
                </a:lnTo>
                <a:close/>
              </a:path>
              <a:path w="9475470" h="4709795">
                <a:moveTo>
                  <a:pt x="4364812" y="2160892"/>
                </a:moveTo>
                <a:lnTo>
                  <a:pt x="4363123" y="2155914"/>
                </a:lnTo>
                <a:lnTo>
                  <a:pt x="4361535" y="2154085"/>
                </a:lnTo>
                <a:lnTo>
                  <a:pt x="4356811" y="2151735"/>
                </a:lnTo>
                <a:lnTo>
                  <a:pt x="4354398" y="2151570"/>
                </a:lnTo>
                <a:lnTo>
                  <a:pt x="4349407" y="2153259"/>
                </a:lnTo>
                <a:lnTo>
                  <a:pt x="4347578" y="2154847"/>
                </a:lnTo>
                <a:lnTo>
                  <a:pt x="4345241" y="2159558"/>
                </a:lnTo>
                <a:lnTo>
                  <a:pt x="4345076" y="2161984"/>
                </a:lnTo>
                <a:lnTo>
                  <a:pt x="4346753" y="2166975"/>
                </a:lnTo>
                <a:lnTo>
                  <a:pt x="4348353" y="2168804"/>
                </a:lnTo>
                <a:lnTo>
                  <a:pt x="4353064" y="2171141"/>
                </a:lnTo>
                <a:lnTo>
                  <a:pt x="4355490" y="2171306"/>
                </a:lnTo>
                <a:lnTo>
                  <a:pt x="4360469" y="2169630"/>
                </a:lnTo>
                <a:lnTo>
                  <a:pt x="4362297" y="2168029"/>
                </a:lnTo>
                <a:lnTo>
                  <a:pt x="4364647" y="2163318"/>
                </a:lnTo>
                <a:lnTo>
                  <a:pt x="4364812" y="2160892"/>
                </a:lnTo>
                <a:close/>
              </a:path>
              <a:path w="9475470" h="4709795">
                <a:moveTo>
                  <a:pt x="4389132" y="2533485"/>
                </a:moveTo>
                <a:lnTo>
                  <a:pt x="4388967" y="2531059"/>
                </a:lnTo>
                <a:lnTo>
                  <a:pt x="4386631" y="2526347"/>
                </a:lnTo>
                <a:lnTo>
                  <a:pt x="4384802" y="2524747"/>
                </a:lnTo>
                <a:lnTo>
                  <a:pt x="4379823" y="2523071"/>
                </a:lnTo>
                <a:lnTo>
                  <a:pt x="4377398" y="2523223"/>
                </a:lnTo>
                <a:lnTo>
                  <a:pt x="4372686" y="2525572"/>
                </a:lnTo>
                <a:lnTo>
                  <a:pt x="4371086" y="2527401"/>
                </a:lnTo>
                <a:lnTo>
                  <a:pt x="4369397" y="2532380"/>
                </a:lnTo>
                <a:lnTo>
                  <a:pt x="4369562" y="2534805"/>
                </a:lnTo>
                <a:lnTo>
                  <a:pt x="4371899" y="2539517"/>
                </a:lnTo>
                <a:lnTo>
                  <a:pt x="4373740" y="2541117"/>
                </a:lnTo>
                <a:lnTo>
                  <a:pt x="4378718" y="2542794"/>
                </a:lnTo>
                <a:lnTo>
                  <a:pt x="4381144" y="2542629"/>
                </a:lnTo>
                <a:lnTo>
                  <a:pt x="4385856" y="2540292"/>
                </a:lnTo>
                <a:lnTo>
                  <a:pt x="4387456" y="2538463"/>
                </a:lnTo>
                <a:lnTo>
                  <a:pt x="4389132" y="2533485"/>
                </a:lnTo>
                <a:close/>
              </a:path>
              <a:path w="9475470" h="4709795">
                <a:moveTo>
                  <a:pt x="4398937" y="2177834"/>
                </a:moveTo>
                <a:lnTo>
                  <a:pt x="4397260" y="2172855"/>
                </a:lnTo>
                <a:lnTo>
                  <a:pt x="4395660" y="2171027"/>
                </a:lnTo>
                <a:lnTo>
                  <a:pt x="4390949" y="2168677"/>
                </a:lnTo>
                <a:lnTo>
                  <a:pt x="4388523" y="2168512"/>
                </a:lnTo>
                <a:lnTo>
                  <a:pt x="4383532" y="2170201"/>
                </a:lnTo>
                <a:lnTo>
                  <a:pt x="4381703" y="2171789"/>
                </a:lnTo>
                <a:lnTo>
                  <a:pt x="4379366" y="2176500"/>
                </a:lnTo>
                <a:lnTo>
                  <a:pt x="4379201" y="2178926"/>
                </a:lnTo>
                <a:lnTo>
                  <a:pt x="4380877" y="2183917"/>
                </a:lnTo>
                <a:lnTo>
                  <a:pt x="4382478" y="2185746"/>
                </a:lnTo>
                <a:lnTo>
                  <a:pt x="4387189" y="2188083"/>
                </a:lnTo>
                <a:lnTo>
                  <a:pt x="4389615" y="2188248"/>
                </a:lnTo>
                <a:lnTo>
                  <a:pt x="4394593" y="2186571"/>
                </a:lnTo>
                <a:lnTo>
                  <a:pt x="4396435" y="2184971"/>
                </a:lnTo>
                <a:lnTo>
                  <a:pt x="4398772" y="2180259"/>
                </a:lnTo>
                <a:lnTo>
                  <a:pt x="4398937" y="2177834"/>
                </a:lnTo>
                <a:close/>
              </a:path>
              <a:path w="9475470" h="4709795">
                <a:moveTo>
                  <a:pt x="4423270" y="2516555"/>
                </a:moveTo>
                <a:lnTo>
                  <a:pt x="4423105" y="2514130"/>
                </a:lnTo>
                <a:lnTo>
                  <a:pt x="4420768" y="2509418"/>
                </a:lnTo>
                <a:lnTo>
                  <a:pt x="4418939" y="2507818"/>
                </a:lnTo>
                <a:lnTo>
                  <a:pt x="4413961" y="2506141"/>
                </a:lnTo>
                <a:lnTo>
                  <a:pt x="4411535" y="2506307"/>
                </a:lnTo>
                <a:lnTo>
                  <a:pt x="4406811" y="2508643"/>
                </a:lnTo>
                <a:lnTo>
                  <a:pt x="4405223" y="2510472"/>
                </a:lnTo>
                <a:lnTo>
                  <a:pt x="4403534" y="2515451"/>
                </a:lnTo>
                <a:lnTo>
                  <a:pt x="4403699" y="2517876"/>
                </a:lnTo>
                <a:lnTo>
                  <a:pt x="4406036" y="2522588"/>
                </a:lnTo>
                <a:lnTo>
                  <a:pt x="4407865" y="2524188"/>
                </a:lnTo>
                <a:lnTo>
                  <a:pt x="4412856" y="2525877"/>
                </a:lnTo>
                <a:lnTo>
                  <a:pt x="4415282" y="2525712"/>
                </a:lnTo>
                <a:lnTo>
                  <a:pt x="4419993" y="2523375"/>
                </a:lnTo>
                <a:lnTo>
                  <a:pt x="4421594" y="2521534"/>
                </a:lnTo>
                <a:lnTo>
                  <a:pt x="4423270" y="2516555"/>
                </a:lnTo>
                <a:close/>
              </a:path>
              <a:path w="9475470" h="4709795">
                <a:moveTo>
                  <a:pt x="4433062" y="2194776"/>
                </a:moveTo>
                <a:lnTo>
                  <a:pt x="4431385" y="2189797"/>
                </a:lnTo>
                <a:lnTo>
                  <a:pt x="4429785" y="2187968"/>
                </a:lnTo>
                <a:lnTo>
                  <a:pt x="4425073" y="2185619"/>
                </a:lnTo>
                <a:lnTo>
                  <a:pt x="4422648" y="2185454"/>
                </a:lnTo>
                <a:lnTo>
                  <a:pt x="4417669" y="2187143"/>
                </a:lnTo>
                <a:lnTo>
                  <a:pt x="4415828" y="2188730"/>
                </a:lnTo>
                <a:lnTo>
                  <a:pt x="4413491" y="2193442"/>
                </a:lnTo>
                <a:lnTo>
                  <a:pt x="4413326" y="2195868"/>
                </a:lnTo>
                <a:lnTo>
                  <a:pt x="4415002" y="2200859"/>
                </a:lnTo>
                <a:lnTo>
                  <a:pt x="4416603" y="2202688"/>
                </a:lnTo>
                <a:lnTo>
                  <a:pt x="4421314" y="2205024"/>
                </a:lnTo>
                <a:lnTo>
                  <a:pt x="4423740" y="2205190"/>
                </a:lnTo>
                <a:lnTo>
                  <a:pt x="4428731" y="2203513"/>
                </a:lnTo>
                <a:lnTo>
                  <a:pt x="4430560" y="2201913"/>
                </a:lnTo>
                <a:lnTo>
                  <a:pt x="4432897" y="2197201"/>
                </a:lnTo>
                <a:lnTo>
                  <a:pt x="4433062" y="2194776"/>
                </a:lnTo>
                <a:close/>
              </a:path>
              <a:path w="9475470" h="4709795">
                <a:moveTo>
                  <a:pt x="4457408" y="2499626"/>
                </a:moveTo>
                <a:lnTo>
                  <a:pt x="4457243" y="2497201"/>
                </a:lnTo>
                <a:lnTo>
                  <a:pt x="4454906" y="2492489"/>
                </a:lnTo>
                <a:lnTo>
                  <a:pt x="4453077" y="2490889"/>
                </a:lnTo>
                <a:lnTo>
                  <a:pt x="4448086" y="2489212"/>
                </a:lnTo>
                <a:lnTo>
                  <a:pt x="4445673" y="2489377"/>
                </a:lnTo>
                <a:lnTo>
                  <a:pt x="4440948" y="2491714"/>
                </a:lnTo>
                <a:lnTo>
                  <a:pt x="4439348" y="2493543"/>
                </a:lnTo>
                <a:lnTo>
                  <a:pt x="4437672" y="2498534"/>
                </a:lnTo>
                <a:lnTo>
                  <a:pt x="4437837" y="2500960"/>
                </a:lnTo>
                <a:lnTo>
                  <a:pt x="4440174" y="2505672"/>
                </a:lnTo>
                <a:lnTo>
                  <a:pt x="4442003" y="2507272"/>
                </a:lnTo>
                <a:lnTo>
                  <a:pt x="4446994" y="2508948"/>
                </a:lnTo>
                <a:lnTo>
                  <a:pt x="4449419" y="2508783"/>
                </a:lnTo>
                <a:lnTo>
                  <a:pt x="4454131" y="2506446"/>
                </a:lnTo>
                <a:lnTo>
                  <a:pt x="4455731" y="2504617"/>
                </a:lnTo>
                <a:lnTo>
                  <a:pt x="4457408" y="2499626"/>
                </a:lnTo>
                <a:close/>
              </a:path>
              <a:path w="9475470" h="4709795">
                <a:moveTo>
                  <a:pt x="4467187" y="2211717"/>
                </a:moveTo>
                <a:lnTo>
                  <a:pt x="4465510" y="2206739"/>
                </a:lnTo>
                <a:lnTo>
                  <a:pt x="4463910" y="2204910"/>
                </a:lnTo>
                <a:lnTo>
                  <a:pt x="4459198" y="2202561"/>
                </a:lnTo>
                <a:lnTo>
                  <a:pt x="4456773" y="2202396"/>
                </a:lnTo>
                <a:lnTo>
                  <a:pt x="4451794" y="2204072"/>
                </a:lnTo>
                <a:lnTo>
                  <a:pt x="4449965" y="2205672"/>
                </a:lnTo>
                <a:lnTo>
                  <a:pt x="4447616" y="2210384"/>
                </a:lnTo>
                <a:lnTo>
                  <a:pt x="4447451" y="2212810"/>
                </a:lnTo>
                <a:lnTo>
                  <a:pt x="4449140" y="2217801"/>
                </a:lnTo>
                <a:lnTo>
                  <a:pt x="4450727" y="2219629"/>
                </a:lnTo>
                <a:lnTo>
                  <a:pt x="4455439" y="2221966"/>
                </a:lnTo>
                <a:lnTo>
                  <a:pt x="4457865" y="2222131"/>
                </a:lnTo>
                <a:lnTo>
                  <a:pt x="4462856" y="2220455"/>
                </a:lnTo>
                <a:lnTo>
                  <a:pt x="4464685" y="2218855"/>
                </a:lnTo>
                <a:lnTo>
                  <a:pt x="4467022" y="2214143"/>
                </a:lnTo>
                <a:lnTo>
                  <a:pt x="4467187" y="2211717"/>
                </a:lnTo>
                <a:close/>
              </a:path>
              <a:path w="9475470" h="4709795">
                <a:moveTo>
                  <a:pt x="4491545" y="2482697"/>
                </a:moveTo>
                <a:lnTo>
                  <a:pt x="4491380" y="2480284"/>
                </a:lnTo>
                <a:lnTo>
                  <a:pt x="4489043" y="2475560"/>
                </a:lnTo>
                <a:lnTo>
                  <a:pt x="4487215" y="2473972"/>
                </a:lnTo>
                <a:lnTo>
                  <a:pt x="4482223" y="2472283"/>
                </a:lnTo>
                <a:lnTo>
                  <a:pt x="4479798" y="2472448"/>
                </a:lnTo>
                <a:lnTo>
                  <a:pt x="4475086" y="2474785"/>
                </a:lnTo>
                <a:lnTo>
                  <a:pt x="4473486" y="2476614"/>
                </a:lnTo>
                <a:lnTo>
                  <a:pt x="4471809" y="2481605"/>
                </a:lnTo>
                <a:lnTo>
                  <a:pt x="4471975" y="2484031"/>
                </a:lnTo>
                <a:lnTo>
                  <a:pt x="4474311" y="2488742"/>
                </a:lnTo>
                <a:lnTo>
                  <a:pt x="4476140" y="2490343"/>
                </a:lnTo>
                <a:lnTo>
                  <a:pt x="4481131" y="2492019"/>
                </a:lnTo>
                <a:lnTo>
                  <a:pt x="4483557" y="2491854"/>
                </a:lnTo>
                <a:lnTo>
                  <a:pt x="4488269" y="2489517"/>
                </a:lnTo>
                <a:lnTo>
                  <a:pt x="4489869" y="2487688"/>
                </a:lnTo>
                <a:lnTo>
                  <a:pt x="4491545" y="2482697"/>
                </a:lnTo>
                <a:close/>
              </a:path>
              <a:path w="9475470" h="4709795">
                <a:moveTo>
                  <a:pt x="4501324" y="2228659"/>
                </a:moveTo>
                <a:lnTo>
                  <a:pt x="4499648" y="2223681"/>
                </a:lnTo>
                <a:lnTo>
                  <a:pt x="4498048" y="2221852"/>
                </a:lnTo>
                <a:lnTo>
                  <a:pt x="4493336" y="2219502"/>
                </a:lnTo>
                <a:lnTo>
                  <a:pt x="4490910" y="2219337"/>
                </a:lnTo>
                <a:lnTo>
                  <a:pt x="4485919" y="2221014"/>
                </a:lnTo>
                <a:lnTo>
                  <a:pt x="4484090" y="2222614"/>
                </a:lnTo>
                <a:lnTo>
                  <a:pt x="4481754" y="2227326"/>
                </a:lnTo>
                <a:lnTo>
                  <a:pt x="4481588" y="2229751"/>
                </a:lnTo>
                <a:lnTo>
                  <a:pt x="4483265" y="2234742"/>
                </a:lnTo>
                <a:lnTo>
                  <a:pt x="4484865" y="2236571"/>
                </a:lnTo>
                <a:lnTo>
                  <a:pt x="4489577" y="2238908"/>
                </a:lnTo>
                <a:lnTo>
                  <a:pt x="4492002" y="2239073"/>
                </a:lnTo>
                <a:lnTo>
                  <a:pt x="4496981" y="2237397"/>
                </a:lnTo>
                <a:lnTo>
                  <a:pt x="4498810" y="2235797"/>
                </a:lnTo>
                <a:lnTo>
                  <a:pt x="4501159" y="2231085"/>
                </a:lnTo>
                <a:lnTo>
                  <a:pt x="4501324" y="2228659"/>
                </a:lnTo>
                <a:close/>
              </a:path>
              <a:path w="9475470" h="4709795">
                <a:moveTo>
                  <a:pt x="4525683" y="2465781"/>
                </a:moveTo>
                <a:lnTo>
                  <a:pt x="4525518" y="2463355"/>
                </a:lnTo>
                <a:lnTo>
                  <a:pt x="4523181" y="2458643"/>
                </a:lnTo>
                <a:lnTo>
                  <a:pt x="4521352" y="2457043"/>
                </a:lnTo>
                <a:lnTo>
                  <a:pt x="4516361" y="2455354"/>
                </a:lnTo>
                <a:lnTo>
                  <a:pt x="4513935" y="2455519"/>
                </a:lnTo>
                <a:lnTo>
                  <a:pt x="4509224" y="2457856"/>
                </a:lnTo>
                <a:lnTo>
                  <a:pt x="4507623" y="2459698"/>
                </a:lnTo>
                <a:lnTo>
                  <a:pt x="4505947" y="2464676"/>
                </a:lnTo>
                <a:lnTo>
                  <a:pt x="4506112" y="2467102"/>
                </a:lnTo>
                <a:lnTo>
                  <a:pt x="4508449" y="2471813"/>
                </a:lnTo>
                <a:lnTo>
                  <a:pt x="4510278" y="2473414"/>
                </a:lnTo>
                <a:lnTo>
                  <a:pt x="4515269" y="2475090"/>
                </a:lnTo>
                <a:lnTo>
                  <a:pt x="4517682" y="2474925"/>
                </a:lnTo>
                <a:lnTo>
                  <a:pt x="4522406" y="2472588"/>
                </a:lnTo>
                <a:lnTo>
                  <a:pt x="4524006" y="2470759"/>
                </a:lnTo>
                <a:lnTo>
                  <a:pt x="4525683" y="2465781"/>
                </a:lnTo>
                <a:close/>
              </a:path>
              <a:path w="9475470" h="4709795">
                <a:moveTo>
                  <a:pt x="4535449" y="2245601"/>
                </a:moveTo>
                <a:lnTo>
                  <a:pt x="4533773" y="2240623"/>
                </a:lnTo>
                <a:lnTo>
                  <a:pt x="4532173" y="2238794"/>
                </a:lnTo>
                <a:lnTo>
                  <a:pt x="4527461" y="2236444"/>
                </a:lnTo>
                <a:lnTo>
                  <a:pt x="4525035" y="2236279"/>
                </a:lnTo>
                <a:lnTo>
                  <a:pt x="4520044" y="2237956"/>
                </a:lnTo>
                <a:lnTo>
                  <a:pt x="4518215" y="2239556"/>
                </a:lnTo>
                <a:lnTo>
                  <a:pt x="4515878" y="2244267"/>
                </a:lnTo>
                <a:lnTo>
                  <a:pt x="4515713" y="2246693"/>
                </a:lnTo>
                <a:lnTo>
                  <a:pt x="4517390" y="2251684"/>
                </a:lnTo>
                <a:lnTo>
                  <a:pt x="4518990" y="2253513"/>
                </a:lnTo>
                <a:lnTo>
                  <a:pt x="4523702" y="2255850"/>
                </a:lnTo>
                <a:lnTo>
                  <a:pt x="4526127" y="2256015"/>
                </a:lnTo>
                <a:lnTo>
                  <a:pt x="4531106" y="2254339"/>
                </a:lnTo>
                <a:lnTo>
                  <a:pt x="4532947" y="2252738"/>
                </a:lnTo>
                <a:lnTo>
                  <a:pt x="4535284" y="2248027"/>
                </a:lnTo>
                <a:lnTo>
                  <a:pt x="4535449" y="2245601"/>
                </a:lnTo>
                <a:close/>
              </a:path>
              <a:path w="9475470" h="4709795">
                <a:moveTo>
                  <a:pt x="4559820" y="2448852"/>
                </a:moveTo>
                <a:lnTo>
                  <a:pt x="4559655" y="2446426"/>
                </a:lnTo>
                <a:lnTo>
                  <a:pt x="4557319" y="2441714"/>
                </a:lnTo>
                <a:lnTo>
                  <a:pt x="4555490" y="2440114"/>
                </a:lnTo>
                <a:lnTo>
                  <a:pt x="4550499" y="2438438"/>
                </a:lnTo>
                <a:lnTo>
                  <a:pt x="4548073" y="2438603"/>
                </a:lnTo>
                <a:lnTo>
                  <a:pt x="4543361" y="2440940"/>
                </a:lnTo>
                <a:lnTo>
                  <a:pt x="4541761" y="2442768"/>
                </a:lnTo>
                <a:lnTo>
                  <a:pt x="4540085" y="2447747"/>
                </a:lnTo>
                <a:lnTo>
                  <a:pt x="4540250" y="2450173"/>
                </a:lnTo>
                <a:lnTo>
                  <a:pt x="4542587" y="2454884"/>
                </a:lnTo>
                <a:lnTo>
                  <a:pt x="4544415" y="2456484"/>
                </a:lnTo>
                <a:lnTo>
                  <a:pt x="4549394" y="2458174"/>
                </a:lnTo>
                <a:lnTo>
                  <a:pt x="4551819" y="2458008"/>
                </a:lnTo>
                <a:lnTo>
                  <a:pt x="4556544" y="2455672"/>
                </a:lnTo>
                <a:lnTo>
                  <a:pt x="4558131" y="2453830"/>
                </a:lnTo>
                <a:lnTo>
                  <a:pt x="4559820" y="2448852"/>
                </a:lnTo>
                <a:close/>
              </a:path>
              <a:path w="9475470" h="4709795">
                <a:moveTo>
                  <a:pt x="4569574" y="2262543"/>
                </a:moveTo>
                <a:lnTo>
                  <a:pt x="4567898" y="2257564"/>
                </a:lnTo>
                <a:lnTo>
                  <a:pt x="4566297" y="2255736"/>
                </a:lnTo>
                <a:lnTo>
                  <a:pt x="4561586" y="2253386"/>
                </a:lnTo>
                <a:lnTo>
                  <a:pt x="4559160" y="2253221"/>
                </a:lnTo>
                <a:lnTo>
                  <a:pt x="4554182" y="2254897"/>
                </a:lnTo>
                <a:lnTo>
                  <a:pt x="4552340" y="2256498"/>
                </a:lnTo>
                <a:lnTo>
                  <a:pt x="4550003" y="2261209"/>
                </a:lnTo>
                <a:lnTo>
                  <a:pt x="4549838" y="2263635"/>
                </a:lnTo>
                <a:lnTo>
                  <a:pt x="4551515" y="2268626"/>
                </a:lnTo>
                <a:lnTo>
                  <a:pt x="4553115" y="2270455"/>
                </a:lnTo>
                <a:lnTo>
                  <a:pt x="4557827" y="2272792"/>
                </a:lnTo>
                <a:lnTo>
                  <a:pt x="4560252" y="2272957"/>
                </a:lnTo>
                <a:lnTo>
                  <a:pt x="4565243" y="2271280"/>
                </a:lnTo>
                <a:lnTo>
                  <a:pt x="4567072" y="2269680"/>
                </a:lnTo>
                <a:lnTo>
                  <a:pt x="4569409" y="2264968"/>
                </a:lnTo>
                <a:lnTo>
                  <a:pt x="4569574" y="2262543"/>
                </a:lnTo>
                <a:close/>
              </a:path>
              <a:path w="9475470" h="4709795">
                <a:moveTo>
                  <a:pt x="4593958" y="2431923"/>
                </a:moveTo>
                <a:lnTo>
                  <a:pt x="4593793" y="2429497"/>
                </a:lnTo>
                <a:lnTo>
                  <a:pt x="4591456" y="2424785"/>
                </a:lnTo>
                <a:lnTo>
                  <a:pt x="4589615" y="2423185"/>
                </a:lnTo>
                <a:lnTo>
                  <a:pt x="4584636" y="2421509"/>
                </a:lnTo>
                <a:lnTo>
                  <a:pt x="4582211" y="2421674"/>
                </a:lnTo>
                <a:lnTo>
                  <a:pt x="4577499" y="2424011"/>
                </a:lnTo>
                <a:lnTo>
                  <a:pt x="4575899" y="2425839"/>
                </a:lnTo>
                <a:lnTo>
                  <a:pt x="4574222" y="2430830"/>
                </a:lnTo>
                <a:lnTo>
                  <a:pt x="4574387" y="2433256"/>
                </a:lnTo>
                <a:lnTo>
                  <a:pt x="4576724" y="2437968"/>
                </a:lnTo>
                <a:lnTo>
                  <a:pt x="4578553" y="2439555"/>
                </a:lnTo>
                <a:lnTo>
                  <a:pt x="4583531" y="2441244"/>
                </a:lnTo>
                <a:lnTo>
                  <a:pt x="4585957" y="2441079"/>
                </a:lnTo>
                <a:lnTo>
                  <a:pt x="4590669" y="2438743"/>
                </a:lnTo>
                <a:lnTo>
                  <a:pt x="4592269" y="2436914"/>
                </a:lnTo>
                <a:lnTo>
                  <a:pt x="4593958" y="2431923"/>
                </a:lnTo>
                <a:close/>
              </a:path>
              <a:path w="9475470" h="4709795">
                <a:moveTo>
                  <a:pt x="4603699" y="2279485"/>
                </a:moveTo>
                <a:lnTo>
                  <a:pt x="4602023" y="2274506"/>
                </a:lnTo>
                <a:lnTo>
                  <a:pt x="4600422" y="2272677"/>
                </a:lnTo>
                <a:lnTo>
                  <a:pt x="4595711" y="2270328"/>
                </a:lnTo>
                <a:lnTo>
                  <a:pt x="4593285" y="2270163"/>
                </a:lnTo>
                <a:lnTo>
                  <a:pt x="4588307" y="2271839"/>
                </a:lnTo>
                <a:lnTo>
                  <a:pt x="4586478" y="2273439"/>
                </a:lnTo>
                <a:lnTo>
                  <a:pt x="4584128" y="2278151"/>
                </a:lnTo>
                <a:lnTo>
                  <a:pt x="4583963" y="2280577"/>
                </a:lnTo>
                <a:lnTo>
                  <a:pt x="4585652" y="2285568"/>
                </a:lnTo>
                <a:lnTo>
                  <a:pt x="4587240" y="2287397"/>
                </a:lnTo>
                <a:lnTo>
                  <a:pt x="4591964" y="2289733"/>
                </a:lnTo>
                <a:lnTo>
                  <a:pt x="4594377" y="2289899"/>
                </a:lnTo>
                <a:lnTo>
                  <a:pt x="4599368" y="2288222"/>
                </a:lnTo>
                <a:lnTo>
                  <a:pt x="4601197" y="2286622"/>
                </a:lnTo>
                <a:lnTo>
                  <a:pt x="4603534" y="2281910"/>
                </a:lnTo>
                <a:lnTo>
                  <a:pt x="4603699" y="2279485"/>
                </a:lnTo>
                <a:close/>
              </a:path>
              <a:path w="9475470" h="4709795">
                <a:moveTo>
                  <a:pt x="4628083" y="2414994"/>
                </a:moveTo>
                <a:lnTo>
                  <a:pt x="4627918" y="2412568"/>
                </a:lnTo>
                <a:lnTo>
                  <a:pt x="4625581" y="2407856"/>
                </a:lnTo>
                <a:lnTo>
                  <a:pt x="4623752" y="2406269"/>
                </a:lnTo>
                <a:lnTo>
                  <a:pt x="4618774" y="2404580"/>
                </a:lnTo>
                <a:lnTo>
                  <a:pt x="4616348" y="2404745"/>
                </a:lnTo>
                <a:lnTo>
                  <a:pt x="4611636" y="2407081"/>
                </a:lnTo>
                <a:lnTo>
                  <a:pt x="4610036" y="2408910"/>
                </a:lnTo>
                <a:lnTo>
                  <a:pt x="4608360" y="2413901"/>
                </a:lnTo>
                <a:lnTo>
                  <a:pt x="4608512" y="2416327"/>
                </a:lnTo>
                <a:lnTo>
                  <a:pt x="4610849" y="2421039"/>
                </a:lnTo>
                <a:lnTo>
                  <a:pt x="4612691" y="2422639"/>
                </a:lnTo>
                <a:lnTo>
                  <a:pt x="4617669" y="2424315"/>
                </a:lnTo>
                <a:lnTo>
                  <a:pt x="4620095" y="2424150"/>
                </a:lnTo>
                <a:lnTo>
                  <a:pt x="4624806" y="2421813"/>
                </a:lnTo>
                <a:lnTo>
                  <a:pt x="4626407" y="2419985"/>
                </a:lnTo>
                <a:lnTo>
                  <a:pt x="4628083" y="2414994"/>
                </a:lnTo>
                <a:close/>
              </a:path>
              <a:path w="9475470" h="4709795">
                <a:moveTo>
                  <a:pt x="4637837" y="2296426"/>
                </a:moveTo>
                <a:lnTo>
                  <a:pt x="4636160" y="2291448"/>
                </a:lnTo>
                <a:lnTo>
                  <a:pt x="4634560" y="2289619"/>
                </a:lnTo>
                <a:lnTo>
                  <a:pt x="4629848" y="2287270"/>
                </a:lnTo>
                <a:lnTo>
                  <a:pt x="4627423" y="2287105"/>
                </a:lnTo>
                <a:lnTo>
                  <a:pt x="4622431" y="2288781"/>
                </a:lnTo>
                <a:lnTo>
                  <a:pt x="4620603" y="2290381"/>
                </a:lnTo>
                <a:lnTo>
                  <a:pt x="4618266" y="2295093"/>
                </a:lnTo>
                <a:lnTo>
                  <a:pt x="4618101" y="2297519"/>
                </a:lnTo>
                <a:lnTo>
                  <a:pt x="4619777" y="2302510"/>
                </a:lnTo>
                <a:lnTo>
                  <a:pt x="4621377" y="2304338"/>
                </a:lnTo>
                <a:lnTo>
                  <a:pt x="4626089" y="2306675"/>
                </a:lnTo>
                <a:lnTo>
                  <a:pt x="4628515" y="2306840"/>
                </a:lnTo>
                <a:lnTo>
                  <a:pt x="4633493" y="2305164"/>
                </a:lnTo>
                <a:lnTo>
                  <a:pt x="4635322" y="2303564"/>
                </a:lnTo>
                <a:lnTo>
                  <a:pt x="4637671" y="2298852"/>
                </a:lnTo>
                <a:lnTo>
                  <a:pt x="4637837" y="2296426"/>
                </a:lnTo>
                <a:close/>
              </a:path>
              <a:path w="9475470" h="4709795">
                <a:moveTo>
                  <a:pt x="4662221" y="2398077"/>
                </a:moveTo>
                <a:lnTo>
                  <a:pt x="4662055" y="2395651"/>
                </a:lnTo>
                <a:lnTo>
                  <a:pt x="4659719" y="2390940"/>
                </a:lnTo>
                <a:lnTo>
                  <a:pt x="4657890" y="2389340"/>
                </a:lnTo>
                <a:lnTo>
                  <a:pt x="4652911" y="2387650"/>
                </a:lnTo>
                <a:lnTo>
                  <a:pt x="4650486" y="2387816"/>
                </a:lnTo>
                <a:lnTo>
                  <a:pt x="4645774" y="2390152"/>
                </a:lnTo>
                <a:lnTo>
                  <a:pt x="4644174" y="2391994"/>
                </a:lnTo>
                <a:lnTo>
                  <a:pt x="4642485" y="2396972"/>
                </a:lnTo>
                <a:lnTo>
                  <a:pt x="4642650" y="2399398"/>
                </a:lnTo>
                <a:lnTo>
                  <a:pt x="4644987" y="2404110"/>
                </a:lnTo>
                <a:lnTo>
                  <a:pt x="4646828" y="2405710"/>
                </a:lnTo>
                <a:lnTo>
                  <a:pt x="4651807" y="2407386"/>
                </a:lnTo>
                <a:lnTo>
                  <a:pt x="4654232" y="2407221"/>
                </a:lnTo>
                <a:lnTo>
                  <a:pt x="4658944" y="2404884"/>
                </a:lnTo>
                <a:lnTo>
                  <a:pt x="4660544" y="2403056"/>
                </a:lnTo>
                <a:lnTo>
                  <a:pt x="4662221" y="2398077"/>
                </a:lnTo>
                <a:close/>
              </a:path>
              <a:path w="9475470" h="4709795">
                <a:moveTo>
                  <a:pt x="4671961" y="2313368"/>
                </a:moveTo>
                <a:lnTo>
                  <a:pt x="4670285" y="2308390"/>
                </a:lnTo>
                <a:lnTo>
                  <a:pt x="4668685" y="2306561"/>
                </a:lnTo>
                <a:lnTo>
                  <a:pt x="4663973" y="2304211"/>
                </a:lnTo>
                <a:lnTo>
                  <a:pt x="4661547" y="2304046"/>
                </a:lnTo>
                <a:lnTo>
                  <a:pt x="4656556" y="2305723"/>
                </a:lnTo>
                <a:lnTo>
                  <a:pt x="4654728" y="2307323"/>
                </a:lnTo>
                <a:lnTo>
                  <a:pt x="4652391" y="2312035"/>
                </a:lnTo>
                <a:lnTo>
                  <a:pt x="4652226" y="2314460"/>
                </a:lnTo>
                <a:lnTo>
                  <a:pt x="4653902" y="2319451"/>
                </a:lnTo>
                <a:lnTo>
                  <a:pt x="4655502" y="2321280"/>
                </a:lnTo>
                <a:lnTo>
                  <a:pt x="4660214" y="2323617"/>
                </a:lnTo>
                <a:lnTo>
                  <a:pt x="4662640" y="2323782"/>
                </a:lnTo>
                <a:lnTo>
                  <a:pt x="4667631" y="2322106"/>
                </a:lnTo>
                <a:lnTo>
                  <a:pt x="4669460" y="2320506"/>
                </a:lnTo>
                <a:lnTo>
                  <a:pt x="4671796" y="2315794"/>
                </a:lnTo>
                <a:lnTo>
                  <a:pt x="4671961" y="2313368"/>
                </a:lnTo>
                <a:close/>
              </a:path>
              <a:path w="9475470" h="4709795">
                <a:moveTo>
                  <a:pt x="4696358" y="2381148"/>
                </a:moveTo>
                <a:lnTo>
                  <a:pt x="4696193" y="2378722"/>
                </a:lnTo>
                <a:lnTo>
                  <a:pt x="4693856" y="2374011"/>
                </a:lnTo>
                <a:lnTo>
                  <a:pt x="4692027" y="2372410"/>
                </a:lnTo>
                <a:lnTo>
                  <a:pt x="4687049" y="2370734"/>
                </a:lnTo>
                <a:lnTo>
                  <a:pt x="4684623" y="2370899"/>
                </a:lnTo>
                <a:lnTo>
                  <a:pt x="4679899" y="2373236"/>
                </a:lnTo>
                <a:lnTo>
                  <a:pt x="4678311" y="2375065"/>
                </a:lnTo>
                <a:lnTo>
                  <a:pt x="4676622" y="2380043"/>
                </a:lnTo>
                <a:lnTo>
                  <a:pt x="4676787" y="2382469"/>
                </a:lnTo>
                <a:lnTo>
                  <a:pt x="4679124" y="2387181"/>
                </a:lnTo>
                <a:lnTo>
                  <a:pt x="4680953" y="2388781"/>
                </a:lnTo>
                <a:lnTo>
                  <a:pt x="4685944" y="2390470"/>
                </a:lnTo>
                <a:lnTo>
                  <a:pt x="4688370" y="2390305"/>
                </a:lnTo>
                <a:lnTo>
                  <a:pt x="4693082" y="2387955"/>
                </a:lnTo>
                <a:lnTo>
                  <a:pt x="4694682" y="2386126"/>
                </a:lnTo>
                <a:lnTo>
                  <a:pt x="4696358" y="2381148"/>
                </a:lnTo>
                <a:close/>
              </a:path>
              <a:path w="9475470" h="4709795">
                <a:moveTo>
                  <a:pt x="4706086" y="2330310"/>
                </a:moveTo>
                <a:lnTo>
                  <a:pt x="4704410" y="2325332"/>
                </a:lnTo>
                <a:lnTo>
                  <a:pt x="4702810" y="2323490"/>
                </a:lnTo>
                <a:lnTo>
                  <a:pt x="4698098" y="2321153"/>
                </a:lnTo>
                <a:lnTo>
                  <a:pt x="4695672" y="2320988"/>
                </a:lnTo>
                <a:lnTo>
                  <a:pt x="4690694" y="2322665"/>
                </a:lnTo>
                <a:lnTo>
                  <a:pt x="4688852" y="2324265"/>
                </a:lnTo>
                <a:lnTo>
                  <a:pt x="4686516" y="2328976"/>
                </a:lnTo>
                <a:lnTo>
                  <a:pt x="4686351" y="2331402"/>
                </a:lnTo>
                <a:lnTo>
                  <a:pt x="4688027" y="2336393"/>
                </a:lnTo>
                <a:lnTo>
                  <a:pt x="4689627" y="2338222"/>
                </a:lnTo>
                <a:lnTo>
                  <a:pt x="4694339" y="2340559"/>
                </a:lnTo>
                <a:lnTo>
                  <a:pt x="4696765" y="2340724"/>
                </a:lnTo>
                <a:lnTo>
                  <a:pt x="4701756" y="2339048"/>
                </a:lnTo>
                <a:lnTo>
                  <a:pt x="4703584" y="2337447"/>
                </a:lnTo>
                <a:lnTo>
                  <a:pt x="4705921" y="2332736"/>
                </a:lnTo>
                <a:lnTo>
                  <a:pt x="4706086" y="2330310"/>
                </a:lnTo>
                <a:close/>
              </a:path>
              <a:path w="9475470" h="4709795">
                <a:moveTo>
                  <a:pt x="4740211" y="2347252"/>
                </a:moveTo>
                <a:lnTo>
                  <a:pt x="4738535" y="2342273"/>
                </a:lnTo>
                <a:lnTo>
                  <a:pt x="4736947" y="2340432"/>
                </a:lnTo>
                <a:lnTo>
                  <a:pt x="4732223" y="2338095"/>
                </a:lnTo>
                <a:lnTo>
                  <a:pt x="4729797" y="2337930"/>
                </a:lnTo>
                <a:lnTo>
                  <a:pt x="4724819" y="2339606"/>
                </a:lnTo>
                <a:lnTo>
                  <a:pt x="4722990" y="2341207"/>
                </a:lnTo>
                <a:lnTo>
                  <a:pt x="4720653" y="2345918"/>
                </a:lnTo>
                <a:lnTo>
                  <a:pt x="4720488" y="2348344"/>
                </a:lnTo>
                <a:lnTo>
                  <a:pt x="4722165" y="2353335"/>
                </a:lnTo>
                <a:lnTo>
                  <a:pt x="4723142" y="2354478"/>
                </a:lnTo>
                <a:lnTo>
                  <a:pt x="4721174" y="2353805"/>
                </a:lnTo>
                <a:lnTo>
                  <a:pt x="4718761" y="2353970"/>
                </a:lnTo>
                <a:lnTo>
                  <a:pt x="4714037" y="2356307"/>
                </a:lnTo>
                <a:lnTo>
                  <a:pt x="4712436" y="2358136"/>
                </a:lnTo>
                <a:lnTo>
                  <a:pt x="4710760" y="2363127"/>
                </a:lnTo>
                <a:lnTo>
                  <a:pt x="4710925" y="2365552"/>
                </a:lnTo>
                <a:lnTo>
                  <a:pt x="4713262" y="2370264"/>
                </a:lnTo>
                <a:lnTo>
                  <a:pt x="4715091" y="2371852"/>
                </a:lnTo>
                <a:lnTo>
                  <a:pt x="4720082" y="2373541"/>
                </a:lnTo>
                <a:lnTo>
                  <a:pt x="4722507" y="2373376"/>
                </a:lnTo>
                <a:lnTo>
                  <a:pt x="4727219" y="2371039"/>
                </a:lnTo>
                <a:lnTo>
                  <a:pt x="4728819" y="2369210"/>
                </a:lnTo>
                <a:lnTo>
                  <a:pt x="4730496" y="2364219"/>
                </a:lnTo>
                <a:lnTo>
                  <a:pt x="4730331" y="2361793"/>
                </a:lnTo>
                <a:lnTo>
                  <a:pt x="4728108" y="2357323"/>
                </a:lnTo>
                <a:lnTo>
                  <a:pt x="4728476" y="2357501"/>
                </a:lnTo>
                <a:lnTo>
                  <a:pt x="4730889" y="2357666"/>
                </a:lnTo>
                <a:lnTo>
                  <a:pt x="4735881" y="2355989"/>
                </a:lnTo>
                <a:lnTo>
                  <a:pt x="4737709" y="2354389"/>
                </a:lnTo>
                <a:lnTo>
                  <a:pt x="4740046" y="2349677"/>
                </a:lnTo>
                <a:lnTo>
                  <a:pt x="4740211" y="2347252"/>
                </a:lnTo>
                <a:close/>
              </a:path>
              <a:path w="9475470" h="4709795">
                <a:moveTo>
                  <a:pt x="4764633" y="2347290"/>
                </a:moveTo>
                <a:lnTo>
                  <a:pt x="4764468" y="2344864"/>
                </a:lnTo>
                <a:lnTo>
                  <a:pt x="4762131" y="2340152"/>
                </a:lnTo>
                <a:lnTo>
                  <a:pt x="4760303" y="2338552"/>
                </a:lnTo>
                <a:lnTo>
                  <a:pt x="4755312" y="2336876"/>
                </a:lnTo>
                <a:lnTo>
                  <a:pt x="4752886" y="2337041"/>
                </a:lnTo>
                <a:lnTo>
                  <a:pt x="4748174" y="2339378"/>
                </a:lnTo>
                <a:lnTo>
                  <a:pt x="4746574" y="2341207"/>
                </a:lnTo>
                <a:lnTo>
                  <a:pt x="4744898" y="2346198"/>
                </a:lnTo>
                <a:lnTo>
                  <a:pt x="4745063" y="2348623"/>
                </a:lnTo>
                <a:lnTo>
                  <a:pt x="4747399" y="2353335"/>
                </a:lnTo>
                <a:lnTo>
                  <a:pt x="4749228" y="2354935"/>
                </a:lnTo>
                <a:lnTo>
                  <a:pt x="4754219" y="2356612"/>
                </a:lnTo>
                <a:lnTo>
                  <a:pt x="4756632" y="2356447"/>
                </a:lnTo>
                <a:lnTo>
                  <a:pt x="4761357" y="2354110"/>
                </a:lnTo>
                <a:lnTo>
                  <a:pt x="4762957" y="2352281"/>
                </a:lnTo>
                <a:lnTo>
                  <a:pt x="4764633" y="2347290"/>
                </a:lnTo>
                <a:close/>
              </a:path>
              <a:path w="9475470" h="4709795">
                <a:moveTo>
                  <a:pt x="4774349" y="2364194"/>
                </a:moveTo>
                <a:lnTo>
                  <a:pt x="4772672" y="2359215"/>
                </a:lnTo>
                <a:lnTo>
                  <a:pt x="4771072" y="2357374"/>
                </a:lnTo>
                <a:lnTo>
                  <a:pt x="4766361" y="2355037"/>
                </a:lnTo>
                <a:lnTo>
                  <a:pt x="4763935" y="2354872"/>
                </a:lnTo>
                <a:lnTo>
                  <a:pt x="4758944" y="2356548"/>
                </a:lnTo>
                <a:lnTo>
                  <a:pt x="4757115" y="2358148"/>
                </a:lnTo>
                <a:lnTo>
                  <a:pt x="4754778" y="2362860"/>
                </a:lnTo>
                <a:lnTo>
                  <a:pt x="4754613" y="2365286"/>
                </a:lnTo>
                <a:lnTo>
                  <a:pt x="4756289" y="2370277"/>
                </a:lnTo>
                <a:lnTo>
                  <a:pt x="4757890" y="2372106"/>
                </a:lnTo>
                <a:lnTo>
                  <a:pt x="4762601" y="2374442"/>
                </a:lnTo>
                <a:lnTo>
                  <a:pt x="4765027" y="2374608"/>
                </a:lnTo>
                <a:lnTo>
                  <a:pt x="4770005" y="2372931"/>
                </a:lnTo>
                <a:lnTo>
                  <a:pt x="4771847" y="2371331"/>
                </a:lnTo>
                <a:lnTo>
                  <a:pt x="4774184" y="2366619"/>
                </a:lnTo>
                <a:lnTo>
                  <a:pt x="4774349" y="2364194"/>
                </a:lnTo>
                <a:close/>
              </a:path>
              <a:path w="9475470" h="4709795">
                <a:moveTo>
                  <a:pt x="4798771" y="2330373"/>
                </a:moveTo>
                <a:lnTo>
                  <a:pt x="4798606" y="2327948"/>
                </a:lnTo>
                <a:lnTo>
                  <a:pt x="4796269" y="2323236"/>
                </a:lnTo>
                <a:lnTo>
                  <a:pt x="4794440" y="2321636"/>
                </a:lnTo>
                <a:lnTo>
                  <a:pt x="4789449" y="2319947"/>
                </a:lnTo>
                <a:lnTo>
                  <a:pt x="4787023" y="2320112"/>
                </a:lnTo>
                <a:lnTo>
                  <a:pt x="4782312" y="2322449"/>
                </a:lnTo>
                <a:lnTo>
                  <a:pt x="4780712" y="2324290"/>
                </a:lnTo>
                <a:lnTo>
                  <a:pt x="4779035" y="2329269"/>
                </a:lnTo>
                <a:lnTo>
                  <a:pt x="4779200" y="2331694"/>
                </a:lnTo>
                <a:lnTo>
                  <a:pt x="4781537" y="2336406"/>
                </a:lnTo>
                <a:lnTo>
                  <a:pt x="4783366" y="2338006"/>
                </a:lnTo>
                <a:lnTo>
                  <a:pt x="4788344" y="2339683"/>
                </a:lnTo>
                <a:lnTo>
                  <a:pt x="4790770" y="2339517"/>
                </a:lnTo>
                <a:lnTo>
                  <a:pt x="4795494" y="2337181"/>
                </a:lnTo>
                <a:lnTo>
                  <a:pt x="4797082" y="2335352"/>
                </a:lnTo>
                <a:lnTo>
                  <a:pt x="4798771" y="2330373"/>
                </a:lnTo>
                <a:close/>
              </a:path>
              <a:path w="9475470" h="4709795">
                <a:moveTo>
                  <a:pt x="4808474" y="2381135"/>
                </a:moveTo>
                <a:lnTo>
                  <a:pt x="4806797" y="2376157"/>
                </a:lnTo>
                <a:lnTo>
                  <a:pt x="4805197" y="2374315"/>
                </a:lnTo>
                <a:lnTo>
                  <a:pt x="4800485" y="2371979"/>
                </a:lnTo>
                <a:lnTo>
                  <a:pt x="4798060" y="2371814"/>
                </a:lnTo>
                <a:lnTo>
                  <a:pt x="4793069" y="2373490"/>
                </a:lnTo>
                <a:lnTo>
                  <a:pt x="4791240" y="2375090"/>
                </a:lnTo>
                <a:lnTo>
                  <a:pt x="4788903" y="2379802"/>
                </a:lnTo>
                <a:lnTo>
                  <a:pt x="4788738" y="2382228"/>
                </a:lnTo>
                <a:lnTo>
                  <a:pt x="4790414" y="2387219"/>
                </a:lnTo>
                <a:lnTo>
                  <a:pt x="4792015" y="2389047"/>
                </a:lnTo>
                <a:lnTo>
                  <a:pt x="4796726" y="2391384"/>
                </a:lnTo>
                <a:lnTo>
                  <a:pt x="4799152" y="2391549"/>
                </a:lnTo>
                <a:lnTo>
                  <a:pt x="4804143" y="2389873"/>
                </a:lnTo>
                <a:lnTo>
                  <a:pt x="4805972" y="2388273"/>
                </a:lnTo>
                <a:lnTo>
                  <a:pt x="4808309" y="2383561"/>
                </a:lnTo>
                <a:lnTo>
                  <a:pt x="4808474" y="2381135"/>
                </a:lnTo>
                <a:close/>
              </a:path>
              <a:path w="9475470" h="4709795">
                <a:moveTo>
                  <a:pt x="4832909" y="2313444"/>
                </a:moveTo>
                <a:lnTo>
                  <a:pt x="4832743" y="2311019"/>
                </a:lnTo>
                <a:lnTo>
                  <a:pt x="4830407" y="2306307"/>
                </a:lnTo>
                <a:lnTo>
                  <a:pt x="4828578" y="2304707"/>
                </a:lnTo>
                <a:lnTo>
                  <a:pt x="4823587" y="2303030"/>
                </a:lnTo>
                <a:lnTo>
                  <a:pt x="4821161" y="2303195"/>
                </a:lnTo>
                <a:lnTo>
                  <a:pt x="4816449" y="2305532"/>
                </a:lnTo>
                <a:lnTo>
                  <a:pt x="4814849" y="2307361"/>
                </a:lnTo>
                <a:lnTo>
                  <a:pt x="4813173" y="2312339"/>
                </a:lnTo>
                <a:lnTo>
                  <a:pt x="4813338" y="2314765"/>
                </a:lnTo>
                <a:lnTo>
                  <a:pt x="4815675" y="2319477"/>
                </a:lnTo>
                <a:lnTo>
                  <a:pt x="4817503" y="2321077"/>
                </a:lnTo>
                <a:lnTo>
                  <a:pt x="4822482" y="2322753"/>
                </a:lnTo>
                <a:lnTo>
                  <a:pt x="4824908" y="2322601"/>
                </a:lnTo>
                <a:lnTo>
                  <a:pt x="4829619" y="2320252"/>
                </a:lnTo>
                <a:lnTo>
                  <a:pt x="4831219" y="2318423"/>
                </a:lnTo>
                <a:lnTo>
                  <a:pt x="4832909" y="2313444"/>
                </a:lnTo>
                <a:close/>
              </a:path>
              <a:path w="9475470" h="4709795">
                <a:moveTo>
                  <a:pt x="4842599" y="2398077"/>
                </a:moveTo>
                <a:lnTo>
                  <a:pt x="4840922" y="2393099"/>
                </a:lnTo>
                <a:lnTo>
                  <a:pt x="4839322" y="2391257"/>
                </a:lnTo>
                <a:lnTo>
                  <a:pt x="4834610" y="2388920"/>
                </a:lnTo>
                <a:lnTo>
                  <a:pt x="4832185" y="2388755"/>
                </a:lnTo>
                <a:lnTo>
                  <a:pt x="4827206" y="2390432"/>
                </a:lnTo>
                <a:lnTo>
                  <a:pt x="4825377" y="2392032"/>
                </a:lnTo>
                <a:lnTo>
                  <a:pt x="4823028" y="2396744"/>
                </a:lnTo>
                <a:lnTo>
                  <a:pt x="4822863" y="2399169"/>
                </a:lnTo>
                <a:lnTo>
                  <a:pt x="4824539" y="2404160"/>
                </a:lnTo>
                <a:lnTo>
                  <a:pt x="4826139" y="2405989"/>
                </a:lnTo>
                <a:lnTo>
                  <a:pt x="4830851" y="2408326"/>
                </a:lnTo>
                <a:lnTo>
                  <a:pt x="4833277" y="2408491"/>
                </a:lnTo>
                <a:lnTo>
                  <a:pt x="4838268" y="2406815"/>
                </a:lnTo>
                <a:lnTo>
                  <a:pt x="4840097" y="2405215"/>
                </a:lnTo>
                <a:lnTo>
                  <a:pt x="4842434" y="2400503"/>
                </a:lnTo>
                <a:lnTo>
                  <a:pt x="4842599" y="2398077"/>
                </a:lnTo>
                <a:close/>
              </a:path>
              <a:path w="9475470" h="4709795">
                <a:moveTo>
                  <a:pt x="4867046" y="2296515"/>
                </a:moveTo>
                <a:lnTo>
                  <a:pt x="4866881" y="2294090"/>
                </a:lnTo>
                <a:lnTo>
                  <a:pt x="4864544" y="2289378"/>
                </a:lnTo>
                <a:lnTo>
                  <a:pt x="4862703" y="2287778"/>
                </a:lnTo>
                <a:lnTo>
                  <a:pt x="4857724" y="2286101"/>
                </a:lnTo>
                <a:lnTo>
                  <a:pt x="4855299" y="2286266"/>
                </a:lnTo>
                <a:lnTo>
                  <a:pt x="4850587" y="2288603"/>
                </a:lnTo>
                <a:lnTo>
                  <a:pt x="4848987" y="2290432"/>
                </a:lnTo>
                <a:lnTo>
                  <a:pt x="4847310" y="2295423"/>
                </a:lnTo>
                <a:lnTo>
                  <a:pt x="4847475" y="2297836"/>
                </a:lnTo>
                <a:lnTo>
                  <a:pt x="4849812" y="2302560"/>
                </a:lnTo>
                <a:lnTo>
                  <a:pt x="4851641" y="2304148"/>
                </a:lnTo>
                <a:lnTo>
                  <a:pt x="4856619" y="2305837"/>
                </a:lnTo>
                <a:lnTo>
                  <a:pt x="4859045" y="2305672"/>
                </a:lnTo>
                <a:lnTo>
                  <a:pt x="4863757" y="2303335"/>
                </a:lnTo>
                <a:lnTo>
                  <a:pt x="4865357" y="2301506"/>
                </a:lnTo>
                <a:lnTo>
                  <a:pt x="4867046" y="2296515"/>
                </a:lnTo>
                <a:close/>
              </a:path>
              <a:path w="9475470" h="4709795">
                <a:moveTo>
                  <a:pt x="4876736" y="2415019"/>
                </a:moveTo>
                <a:lnTo>
                  <a:pt x="4875047" y="2410041"/>
                </a:lnTo>
                <a:lnTo>
                  <a:pt x="4873460" y="2408199"/>
                </a:lnTo>
                <a:lnTo>
                  <a:pt x="4868735" y="2405862"/>
                </a:lnTo>
                <a:lnTo>
                  <a:pt x="4866322" y="2405697"/>
                </a:lnTo>
                <a:lnTo>
                  <a:pt x="4861331" y="2407374"/>
                </a:lnTo>
                <a:lnTo>
                  <a:pt x="4859502" y="2408974"/>
                </a:lnTo>
                <a:lnTo>
                  <a:pt x="4857166" y="2413685"/>
                </a:lnTo>
                <a:lnTo>
                  <a:pt x="4857000" y="2416111"/>
                </a:lnTo>
                <a:lnTo>
                  <a:pt x="4858677" y="2421102"/>
                </a:lnTo>
                <a:lnTo>
                  <a:pt x="4860264" y="2422931"/>
                </a:lnTo>
                <a:lnTo>
                  <a:pt x="4864989" y="2425268"/>
                </a:lnTo>
                <a:lnTo>
                  <a:pt x="4867414" y="2425433"/>
                </a:lnTo>
                <a:lnTo>
                  <a:pt x="4872393" y="2423757"/>
                </a:lnTo>
                <a:lnTo>
                  <a:pt x="4874222" y="2422156"/>
                </a:lnTo>
                <a:lnTo>
                  <a:pt x="4876558" y="2417445"/>
                </a:lnTo>
                <a:lnTo>
                  <a:pt x="4876736" y="2415019"/>
                </a:lnTo>
                <a:close/>
              </a:path>
              <a:path w="9475470" h="4709795">
                <a:moveTo>
                  <a:pt x="4901171" y="2279586"/>
                </a:moveTo>
                <a:lnTo>
                  <a:pt x="4901006" y="2277160"/>
                </a:lnTo>
                <a:lnTo>
                  <a:pt x="4898669" y="2272449"/>
                </a:lnTo>
                <a:lnTo>
                  <a:pt x="4896840" y="2270849"/>
                </a:lnTo>
                <a:lnTo>
                  <a:pt x="4891862" y="2269172"/>
                </a:lnTo>
                <a:lnTo>
                  <a:pt x="4889436" y="2269337"/>
                </a:lnTo>
                <a:lnTo>
                  <a:pt x="4884725" y="2271674"/>
                </a:lnTo>
                <a:lnTo>
                  <a:pt x="4883124" y="2273503"/>
                </a:lnTo>
                <a:lnTo>
                  <a:pt x="4881448" y="2278494"/>
                </a:lnTo>
                <a:lnTo>
                  <a:pt x="4881600" y="2280920"/>
                </a:lnTo>
                <a:lnTo>
                  <a:pt x="4883937" y="2285631"/>
                </a:lnTo>
                <a:lnTo>
                  <a:pt x="4885779" y="2287232"/>
                </a:lnTo>
                <a:lnTo>
                  <a:pt x="4890757" y="2288908"/>
                </a:lnTo>
                <a:lnTo>
                  <a:pt x="4893183" y="2288743"/>
                </a:lnTo>
                <a:lnTo>
                  <a:pt x="4897894" y="2286406"/>
                </a:lnTo>
                <a:lnTo>
                  <a:pt x="4899495" y="2284577"/>
                </a:lnTo>
                <a:lnTo>
                  <a:pt x="4901171" y="2279586"/>
                </a:lnTo>
                <a:close/>
              </a:path>
              <a:path w="9475470" h="4709795">
                <a:moveTo>
                  <a:pt x="4910861" y="2431961"/>
                </a:moveTo>
                <a:lnTo>
                  <a:pt x="4909185" y="2426982"/>
                </a:lnTo>
                <a:lnTo>
                  <a:pt x="4907585" y="2425141"/>
                </a:lnTo>
                <a:lnTo>
                  <a:pt x="4902873" y="2422804"/>
                </a:lnTo>
                <a:lnTo>
                  <a:pt x="4900447" y="2422639"/>
                </a:lnTo>
                <a:lnTo>
                  <a:pt x="4895456" y="2424315"/>
                </a:lnTo>
                <a:lnTo>
                  <a:pt x="4893627" y="2425916"/>
                </a:lnTo>
                <a:lnTo>
                  <a:pt x="4891290" y="2430627"/>
                </a:lnTo>
                <a:lnTo>
                  <a:pt x="4891125" y="2433053"/>
                </a:lnTo>
                <a:lnTo>
                  <a:pt x="4892802" y="2438031"/>
                </a:lnTo>
                <a:lnTo>
                  <a:pt x="4894402" y="2439873"/>
                </a:lnTo>
                <a:lnTo>
                  <a:pt x="4899114" y="2442210"/>
                </a:lnTo>
                <a:lnTo>
                  <a:pt x="4901539" y="2442375"/>
                </a:lnTo>
                <a:lnTo>
                  <a:pt x="4906518" y="2440698"/>
                </a:lnTo>
                <a:lnTo>
                  <a:pt x="4908359" y="2439098"/>
                </a:lnTo>
                <a:lnTo>
                  <a:pt x="4910696" y="2434386"/>
                </a:lnTo>
                <a:lnTo>
                  <a:pt x="4910861" y="2431961"/>
                </a:lnTo>
                <a:close/>
              </a:path>
              <a:path w="9475470" h="4709795">
                <a:moveTo>
                  <a:pt x="4935309" y="2262670"/>
                </a:moveTo>
                <a:lnTo>
                  <a:pt x="4935144" y="2260244"/>
                </a:lnTo>
                <a:lnTo>
                  <a:pt x="4932807" y="2255532"/>
                </a:lnTo>
                <a:lnTo>
                  <a:pt x="4930978" y="2253932"/>
                </a:lnTo>
                <a:lnTo>
                  <a:pt x="4926000" y="2252243"/>
                </a:lnTo>
                <a:lnTo>
                  <a:pt x="4923574" y="2252408"/>
                </a:lnTo>
                <a:lnTo>
                  <a:pt x="4918862" y="2254745"/>
                </a:lnTo>
                <a:lnTo>
                  <a:pt x="4917262" y="2256574"/>
                </a:lnTo>
                <a:lnTo>
                  <a:pt x="4915573" y="2261565"/>
                </a:lnTo>
                <a:lnTo>
                  <a:pt x="4915738" y="2263991"/>
                </a:lnTo>
                <a:lnTo>
                  <a:pt x="4918075" y="2268702"/>
                </a:lnTo>
                <a:lnTo>
                  <a:pt x="4919904" y="2270302"/>
                </a:lnTo>
                <a:lnTo>
                  <a:pt x="4924895" y="2271979"/>
                </a:lnTo>
                <a:lnTo>
                  <a:pt x="4927320" y="2271814"/>
                </a:lnTo>
                <a:lnTo>
                  <a:pt x="4932032" y="2269477"/>
                </a:lnTo>
                <a:lnTo>
                  <a:pt x="4933632" y="2267648"/>
                </a:lnTo>
                <a:lnTo>
                  <a:pt x="4935309" y="2262670"/>
                </a:lnTo>
                <a:close/>
              </a:path>
              <a:path w="9475470" h="4709795">
                <a:moveTo>
                  <a:pt x="4944986" y="2448903"/>
                </a:moveTo>
                <a:lnTo>
                  <a:pt x="4943310" y="2443924"/>
                </a:lnTo>
                <a:lnTo>
                  <a:pt x="4941709" y="2442083"/>
                </a:lnTo>
                <a:lnTo>
                  <a:pt x="4936998" y="2439746"/>
                </a:lnTo>
                <a:lnTo>
                  <a:pt x="4934572" y="2439581"/>
                </a:lnTo>
                <a:lnTo>
                  <a:pt x="4929594" y="2441257"/>
                </a:lnTo>
                <a:lnTo>
                  <a:pt x="4927752" y="2442857"/>
                </a:lnTo>
                <a:lnTo>
                  <a:pt x="4925415" y="2447569"/>
                </a:lnTo>
                <a:lnTo>
                  <a:pt x="4925250" y="2449995"/>
                </a:lnTo>
                <a:lnTo>
                  <a:pt x="4926927" y="2454973"/>
                </a:lnTo>
                <a:lnTo>
                  <a:pt x="4928527" y="2456815"/>
                </a:lnTo>
                <a:lnTo>
                  <a:pt x="4933239" y="2459151"/>
                </a:lnTo>
                <a:lnTo>
                  <a:pt x="4935664" y="2459317"/>
                </a:lnTo>
                <a:lnTo>
                  <a:pt x="4940655" y="2457640"/>
                </a:lnTo>
                <a:lnTo>
                  <a:pt x="4942484" y="2456040"/>
                </a:lnTo>
                <a:lnTo>
                  <a:pt x="4944821" y="2451328"/>
                </a:lnTo>
                <a:lnTo>
                  <a:pt x="4944986" y="2448903"/>
                </a:lnTo>
                <a:close/>
              </a:path>
              <a:path w="9475470" h="4709795">
                <a:moveTo>
                  <a:pt x="4969446" y="2245741"/>
                </a:moveTo>
                <a:lnTo>
                  <a:pt x="4969281" y="2243315"/>
                </a:lnTo>
                <a:lnTo>
                  <a:pt x="4966944" y="2238603"/>
                </a:lnTo>
                <a:lnTo>
                  <a:pt x="4965116" y="2237003"/>
                </a:lnTo>
                <a:lnTo>
                  <a:pt x="4960137" y="2235327"/>
                </a:lnTo>
                <a:lnTo>
                  <a:pt x="4957711" y="2235492"/>
                </a:lnTo>
                <a:lnTo>
                  <a:pt x="4952987" y="2237829"/>
                </a:lnTo>
                <a:lnTo>
                  <a:pt x="4951400" y="2239657"/>
                </a:lnTo>
                <a:lnTo>
                  <a:pt x="4949710" y="2244636"/>
                </a:lnTo>
                <a:lnTo>
                  <a:pt x="4949876" y="2247061"/>
                </a:lnTo>
                <a:lnTo>
                  <a:pt x="4952212" y="2251773"/>
                </a:lnTo>
                <a:lnTo>
                  <a:pt x="4954041" y="2253373"/>
                </a:lnTo>
                <a:lnTo>
                  <a:pt x="4959032" y="2255050"/>
                </a:lnTo>
                <a:lnTo>
                  <a:pt x="4961458" y="2254885"/>
                </a:lnTo>
                <a:lnTo>
                  <a:pt x="4966170" y="2252548"/>
                </a:lnTo>
                <a:lnTo>
                  <a:pt x="4967770" y="2250719"/>
                </a:lnTo>
                <a:lnTo>
                  <a:pt x="4969446" y="2245741"/>
                </a:lnTo>
                <a:close/>
              </a:path>
              <a:path w="9475470" h="4709795">
                <a:moveTo>
                  <a:pt x="4979111" y="2465844"/>
                </a:moveTo>
                <a:lnTo>
                  <a:pt x="4977435" y="2460866"/>
                </a:lnTo>
                <a:lnTo>
                  <a:pt x="4975834" y="2459024"/>
                </a:lnTo>
                <a:lnTo>
                  <a:pt x="4971123" y="2456688"/>
                </a:lnTo>
                <a:lnTo>
                  <a:pt x="4968697" y="2456523"/>
                </a:lnTo>
                <a:lnTo>
                  <a:pt x="4963719" y="2458199"/>
                </a:lnTo>
                <a:lnTo>
                  <a:pt x="4961890" y="2459799"/>
                </a:lnTo>
                <a:lnTo>
                  <a:pt x="4959540" y="2464511"/>
                </a:lnTo>
                <a:lnTo>
                  <a:pt x="4959375" y="2466937"/>
                </a:lnTo>
                <a:lnTo>
                  <a:pt x="4961052" y="2471915"/>
                </a:lnTo>
                <a:lnTo>
                  <a:pt x="4962652" y="2473756"/>
                </a:lnTo>
                <a:lnTo>
                  <a:pt x="4967363" y="2476093"/>
                </a:lnTo>
                <a:lnTo>
                  <a:pt x="4969789" y="2476258"/>
                </a:lnTo>
                <a:lnTo>
                  <a:pt x="4974780" y="2474582"/>
                </a:lnTo>
                <a:lnTo>
                  <a:pt x="4976609" y="2472982"/>
                </a:lnTo>
                <a:lnTo>
                  <a:pt x="4978946" y="2468270"/>
                </a:lnTo>
                <a:lnTo>
                  <a:pt x="4979111" y="2465844"/>
                </a:lnTo>
                <a:close/>
              </a:path>
              <a:path w="9475470" h="4709795">
                <a:moveTo>
                  <a:pt x="5003584" y="2228812"/>
                </a:moveTo>
                <a:lnTo>
                  <a:pt x="5003419" y="2226386"/>
                </a:lnTo>
                <a:lnTo>
                  <a:pt x="5001082" y="2221674"/>
                </a:lnTo>
                <a:lnTo>
                  <a:pt x="4999253" y="2220074"/>
                </a:lnTo>
                <a:lnTo>
                  <a:pt x="4994262" y="2218398"/>
                </a:lnTo>
                <a:lnTo>
                  <a:pt x="4991849" y="2218563"/>
                </a:lnTo>
                <a:lnTo>
                  <a:pt x="4987125" y="2220899"/>
                </a:lnTo>
                <a:lnTo>
                  <a:pt x="4985524" y="2222728"/>
                </a:lnTo>
                <a:lnTo>
                  <a:pt x="4983848" y="2227719"/>
                </a:lnTo>
                <a:lnTo>
                  <a:pt x="4984013" y="2230132"/>
                </a:lnTo>
                <a:lnTo>
                  <a:pt x="4986350" y="2234857"/>
                </a:lnTo>
                <a:lnTo>
                  <a:pt x="4988179" y="2236444"/>
                </a:lnTo>
                <a:lnTo>
                  <a:pt x="4993170" y="2238133"/>
                </a:lnTo>
                <a:lnTo>
                  <a:pt x="4995596" y="2237968"/>
                </a:lnTo>
                <a:lnTo>
                  <a:pt x="5000307" y="2235631"/>
                </a:lnTo>
                <a:lnTo>
                  <a:pt x="5001907" y="2233790"/>
                </a:lnTo>
                <a:lnTo>
                  <a:pt x="5003584" y="2228812"/>
                </a:lnTo>
                <a:close/>
              </a:path>
              <a:path w="9475470" h="4709795">
                <a:moveTo>
                  <a:pt x="5013249" y="2482786"/>
                </a:moveTo>
                <a:lnTo>
                  <a:pt x="5011559" y="2477808"/>
                </a:lnTo>
                <a:lnTo>
                  <a:pt x="5009972" y="2475966"/>
                </a:lnTo>
                <a:lnTo>
                  <a:pt x="5005260" y="2473629"/>
                </a:lnTo>
                <a:lnTo>
                  <a:pt x="5002835" y="2473464"/>
                </a:lnTo>
                <a:lnTo>
                  <a:pt x="4997843" y="2475141"/>
                </a:lnTo>
                <a:lnTo>
                  <a:pt x="4996015" y="2476741"/>
                </a:lnTo>
                <a:lnTo>
                  <a:pt x="4993678" y="2481453"/>
                </a:lnTo>
                <a:lnTo>
                  <a:pt x="4993513" y="2483878"/>
                </a:lnTo>
                <a:lnTo>
                  <a:pt x="4995189" y="2488857"/>
                </a:lnTo>
                <a:lnTo>
                  <a:pt x="4996789" y="2490698"/>
                </a:lnTo>
                <a:lnTo>
                  <a:pt x="5001501" y="2493035"/>
                </a:lnTo>
                <a:lnTo>
                  <a:pt x="5003927" y="2493200"/>
                </a:lnTo>
                <a:lnTo>
                  <a:pt x="5008905" y="2491524"/>
                </a:lnTo>
                <a:lnTo>
                  <a:pt x="5010734" y="2489924"/>
                </a:lnTo>
                <a:lnTo>
                  <a:pt x="5013083" y="2485212"/>
                </a:lnTo>
                <a:lnTo>
                  <a:pt x="5013249" y="2482786"/>
                </a:lnTo>
                <a:close/>
              </a:path>
              <a:path w="9475470" h="4709795">
                <a:moveTo>
                  <a:pt x="5037721" y="2211882"/>
                </a:moveTo>
                <a:lnTo>
                  <a:pt x="5037556" y="2209457"/>
                </a:lnTo>
                <a:lnTo>
                  <a:pt x="5035220" y="2204745"/>
                </a:lnTo>
                <a:lnTo>
                  <a:pt x="5033391" y="2203145"/>
                </a:lnTo>
                <a:lnTo>
                  <a:pt x="5028400" y="2201468"/>
                </a:lnTo>
                <a:lnTo>
                  <a:pt x="5025974" y="2201634"/>
                </a:lnTo>
                <a:lnTo>
                  <a:pt x="5021262" y="2203970"/>
                </a:lnTo>
                <a:lnTo>
                  <a:pt x="5019662" y="2205799"/>
                </a:lnTo>
                <a:lnTo>
                  <a:pt x="5017986" y="2210790"/>
                </a:lnTo>
                <a:lnTo>
                  <a:pt x="5018151" y="2213216"/>
                </a:lnTo>
                <a:lnTo>
                  <a:pt x="5020488" y="2217928"/>
                </a:lnTo>
                <a:lnTo>
                  <a:pt x="5022316" y="2219528"/>
                </a:lnTo>
                <a:lnTo>
                  <a:pt x="5027307" y="2221204"/>
                </a:lnTo>
                <a:lnTo>
                  <a:pt x="5029720" y="2221039"/>
                </a:lnTo>
                <a:lnTo>
                  <a:pt x="5034445" y="2218702"/>
                </a:lnTo>
                <a:lnTo>
                  <a:pt x="5036045" y="2216874"/>
                </a:lnTo>
                <a:lnTo>
                  <a:pt x="5037721" y="2211882"/>
                </a:lnTo>
                <a:close/>
              </a:path>
              <a:path w="9475470" h="4709795">
                <a:moveTo>
                  <a:pt x="5047373" y="2499728"/>
                </a:moveTo>
                <a:lnTo>
                  <a:pt x="5045697" y="2494737"/>
                </a:lnTo>
                <a:lnTo>
                  <a:pt x="5044097" y="2492908"/>
                </a:lnTo>
                <a:lnTo>
                  <a:pt x="5039385" y="2490571"/>
                </a:lnTo>
                <a:lnTo>
                  <a:pt x="5036959" y="2490406"/>
                </a:lnTo>
                <a:lnTo>
                  <a:pt x="5031968" y="2492083"/>
                </a:lnTo>
                <a:lnTo>
                  <a:pt x="5030140" y="2493683"/>
                </a:lnTo>
                <a:lnTo>
                  <a:pt x="5027803" y="2498394"/>
                </a:lnTo>
                <a:lnTo>
                  <a:pt x="5027638" y="2500820"/>
                </a:lnTo>
                <a:lnTo>
                  <a:pt x="5029314" y="2505799"/>
                </a:lnTo>
                <a:lnTo>
                  <a:pt x="5030914" y="2507640"/>
                </a:lnTo>
                <a:lnTo>
                  <a:pt x="5035626" y="2509977"/>
                </a:lnTo>
                <a:lnTo>
                  <a:pt x="5038052" y="2510142"/>
                </a:lnTo>
                <a:lnTo>
                  <a:pt x="5043030" y="2508466"/>
                </a:lnTo>
                <a:lnTo>
                  <a:pt x="5044872" y="2506865"/>
                </a:lnTo>
                <a:lnTo>
                  <a:pt x="5047208" y="2502154"/>
                </a:lnTo>
                <a:lnTo>
                  <a:pt x="5047373" y="2499728"/>
                </a:lnTo>
                <a:close/>
              </a:path>
              <a:path w="9475470" h="4709795">
                <a:moveTo>
                  <a:pt x="5071859" y="2194953"/>
                </a:moveTo>
                <a:lnTo>
                  <a:pt x="5071694" y="2192540"/>
                </a:lnTo>
                <a:lnTo>
                  <a:pt x="5069357" y="2187816"/>
                </a:lnTo>
                <a:lnTo>
                  <a:pt x="5067528" y="2186228"/>
                </a:lnTo>
                <a:lnTo>
                  <a:pt x="5062537" y="2184539"/>
                </a:lnTo>
                <a:lnTo>
                  <a:pt x="5060112" y="2184704"/>
                </a:lnTo>
                <a:lnTo>
                  <a:pt x="5055400" y="2187041"/>
                </a:lnTo>
                <a:lnTo>
                  <a:pt x="5053800" y="2188870"/>
                </a:lnTo>
                <a:lnTo>
                  <a:pt x="5052123" y="2193861"/>
                </a:lnTo>
                <a:lnTo>
                  <a:pt x="5052288" y="2196287"/>
                </a:lnTo>
                <a:lnTo>
                  <a:pt x="5054625" y="2200999"/>
                </a:lnTo>
                <a:lnTo>
                  <a:pt x="5056454" y="2202599"/>
                </a:lnTo>
                <a:lnTo>
                  <a:pt x="5061432" y="2204275"/>
                </a:lnTo>
                <a:lnTo>
                  <a:pt x="5063858" y="2204110"/>
                </a:lnTo>
                <a:lnTo>
                  <a:pt x="5068582" y="2201773"/>
                </a:lnTo>
                <a:lnTo>
                  <a:pt x="5070170" y="2199944"/>
                </a:lnTo>
                <a:lnTo>
                  <a:pt x="5071859" y="2194953"/>
                </a:lnTo>
                <a:close/>
              </a:path>
              <a:path w="9475470" h="4709795">
                <a:moveTo>
                  <a:pt x="5081498" y="2516670"/>
                </a:moveTo>
                <a:lnTo>
                  <a:pt x="5079822" y="2511679"/>
                </a:lnTo>
                <a:lnTo>
                  <a:pt x="5078222" y="2509850"/>
                </a:lnTo>
                <a:lnTo>
                  <a:pt x="5073510" y="2507513"/>
                </a:lnTo>
                <a:lnTo>
                  <a:pt x="5071084" y="2507348"/>
                </a:lnTo>
                <a:lnTo>
                  <a:pt x="5066106" y="2509024"/>
                </a:lnTo>
                <a:lnTo>
                  <a:pt x="5064264" y="2510625"/>
                </a:lnTo>
                <a:lnTo>
                  <a:pt x="5061928" y="2515336"/>
                </a:lnTo>
                <a:lnTo>
                  <a:pt x="5061763" y="2517762"/>
                </a:lnTo>
                <a:lnTo>
                  <a:pt x="5063439" y="2522740"/>
                </a:lnTo>
                <a:lnTo>
                  <a:pt x="5065039" y="2524582"/>
                </a:lnTo>
                <a:lnTo>
                  <a:pt x="5069751" y="2526919"/>
                </a:lnTo>
                <a:lnTo>
                  <a:pt x="5072177" y="2527084"/>
                </a:lnTo>
                <a:lnTo>
                  <a:pt x="5077168" y="2525407"/>
                </a:lnTo>
                <a:lnTo>
                  <a:pt x="5078996" y="2523807"/>
                </a:lnTo>
                <a:lnTo>
                  <a:pt x="5081333" y="2519095"/>
                </a:lnTo>
                <a:lnTo>
                  <a:pt x="5081498" y="2516670"/>
                </a:lnTo>
                <a:close/>
              </a:path>
              <a:path w="9475470" h="4709795">
                <a:moveTo>
                  <a:pt x="5105997" y="2178037"/>
                </a:moveTo>
                <a:lnTo>
                  <a:pt x="5105832" y="2175611"/>
                </a:lnTo>
                <a:lnTo>
                  <a:pt x="5103495" y="2170900"/>
                </a:lnTo>
                <a:lnTo>
                  <a:pt x="5101666" y="2169299"/>
                </a:lnTo>
                <a:lnTo>
                  <a:pt x="5096675" y="2167623"/>
                </a:lnTo>
                <a:lnTo>
                  <a:pt x="5094249" y="2167775"/>
                </a:lnTo>
                <a:lnTo>
                  <a:pt x="5089537" y="2170125"/>
                </a:lnTo>
                <a:lnTo>
                  <a:pt x="5087937" y="2171954"/>
                </a:lnTo>
                <a:lnTo>
                  <a:pt x="5086261" y="2176932"/>
                </a:lnTo>
                <a:lnTo>
                  <a:pt x="5086426" y="2179358"/>
                </a:lnTo>
                <a:lnTo>
                  <a:pt x="5088763" y="2184069"/>
                </a:lnTo>
                <a:lnTo>
                  <a:pt x="5090592" y="2185670"/>
                </a:lnTo>
                <a:lnTo>
                  <a:pt x="5095570" y="2187346"/>
                </a:lnTo>
                <a:lnTo>
                  <a:pt x="5097996" y="2187181"/>
                </a:lnTo>
                <a:lnTo>
                  <a:pt x="5102707" y="2184844"/>
                </a:lnTo>
                <a:lnTo>
                  <a:pt x="5104308" y="2183015"/>
                </a:lnTo>
                <a:lnTo>
                  <a:pt x="5105997" y="2178037"/>
                </a:lnTo>
                <a:close/>
              </a:path>
              <a:path w="9475470" h="4709795">
                <a:moveTo>
                  <a:pt x="5115623" y="2533612"/>
                </a:moveTo>
                <a:lnTo>
                  <a:pt x="5113947" y="2528620"/>
                </a:lnTo>
                <a:lnTo>
                  <a:pt x="5112359" y="2526792"/>
                </a:lnTo>
                <a:lnTo>
                  <a:pt x="5107635" y="2524455"/>
                </a:lnTo>
                <a:lnTo>
                  <a:pt x="5105209" y="2524290"/>
                </a:lnTo>
                <a:lnTo>
                  <a:pt x="5100231" y="2525966"/>
                </a:lnTo>
                <a:lnTo>
                  <a:pt x="5098402" y="2527566"/>
                </a:lnTo>
                <a:lnTo>
                  <a:pt x="5096053" y="2532278"/>
                </a:lnTo>
                <a:lnTo>
                  <a:pt x="5095887" y="2534704"/>
                </a:lnTo>
                <a:lnTo>
                  <a:pt x="5097577" y="2539682"/>
                </a:lnTo>
                <a:lnTo>
                  <a:pt x="5099164" y="2541524"/>
                </a:lnTo>
                <a:lnTo>
                  <a:pt x="5103888" y="2543860"/>
                </a:lnTo>
                <a:lnTo>
                  <a:pt x="5106301" y="2544026"/>
                </a:lnTo>
                <a:lnTo>
                  <a:pt x="5111293" y="2542349"/>
                </a:lnTo>
                <a:lnTo>
                  <a:pt x="5113121" y="2540749"/>
                </a:lnTo>
                <a:lnTo>
                  <a:pt x="5115458" y="2536037"/>
                </a:lnTo>
                <a:lnTo>
                  <a:pt x="5115623" y="2533612"/>
                </a:lnTo>
                <a:close/>
              </a:path>
              <a:path w="9475470" h="4709795">
                <a:moveTo>
                  <a:pt x="5140122" y="2161108"/>
                </a:moveTo>
                <a:lnTo>
                  <a:pt x="5139969" y="2158682"/>
                </a:lnTo>
                <a:lnTo>
                  <a:pt x="5137632" y="2153970"/>
                </a:lnTo>
                <a:lnTo>
                  <a:pt x="5135791" y="2152370"/>
                </a:lnTo>
                <a:lnTo>
                  <a:pt x="5130812" y="2150694"/>
                </a:lnTo>
                <a:lnTo>
                  <a:pt x="5128387" y="2150859"/>
                </a:lnTo>
                <a:lnTo>
                  <a:pt x="5123675" y="2153196"/>
                </a:lnTo>
                <a:lnTo>
                  <a:pt x="5122075" y="2155025"/>
                </a:lnTo>
                <a:lnTo>
                  <a:pt x="5120398" y="2160003"/>
                </a:lnTo>
                <a:lnTo>
                  <a:pt x="5120564" y="2162429"/>
                </a:lnTo>
                <a:lnTo>
                  <a:pt x="5122900" y="2167140"/>
                </a:lnTo>
                <a:lnTo>
                  <a:pt x="5124729" y="2168741"/>
                </a:lnTo>
                <a:lnTo>
                  <a:pt x="5129708" y="2170430"/>
                </a:lnTo>
                <a:lnTo>
                  <a:pt x="5132133" y="2170265"/>
                </a:lnTo>
                <a:lnTo>
                  <a:pt x="5136845" y="2167928"/>
                </a:lnTo>
                <a:lnTo>
                  <a:pt x="5138445" y="2166086"/>
                </a:lnTo>
                <a:lnTo>
                  <a:pt x="5140122" y="2161108"/>
                </a:lnTo>
                <a:close/>
              </a:path>
              <a:path w="9475470" h="4709795">
                <a:moveTo>
                  <a:pt x="5149761" y="2550553"/>
                </a:moveTo>
                <a:lnTo>
                  <a:pt x="5148084" y="2545562"/>
                </a:lnTo>
                <a:lnTo>
                  <a:pt x="5146484" y="2543733"/>
                </a:lnTo>
                <a:lnTo>
                  <a:pt x="5141773" y="2541397"/>
                </a:lnTo>
                <a:lnTo>
                  <a:pt x="5139347" y="2541232"/>
                </a:lnTo>
                <a:lnTo>
                  <a:pt x="5134356" y="2542908"/>
                </a:lnTo>
                <a:lnTo>
                  <a:pt x="5132527" y="2544508"/>
                </a:lnTo>
                <a:lnTo>
                  <a:pt x="5130190" y="2549220"/>
                </a:lnTo>
                <a:lnTo>
                  <a:pt x="5130025" y="2551646"/>
                </a:lnTo>
                <a:lnTo>
                  <a:pt x="5131701" y="2556624"/>
                </a:lnTo>
                <a:lnTo>
                  <a:pt x="5133302" y="2558465"/>
                </a:lnTo>
                <a:lnTo>
                  <a:pt x="5138013" y="2560802"/>
                </a:lnTo>
                <a:lnTo>
                  <a:pt x="5140439" y="2560967"/>
                </a:lnTo>
                <a:lnTo>
                  <a:pt x="5145417" y="2559291"/>
                </a:lnTo>
                <a:lnTo>
                  <a:pt x="5147246" y="2557691"/>
                </a:lnTo>
                <a:lnTo>
                  <a:pt x="5149596" y="2552979"/>
                </a:lnTo>
                <a:lnTo>
                  <a:pt x="5149761" y="2550553"/>
                </a:lnTo>
                <a:close/>
              </a:path>
              <a:path w="9475470" h="4709795">
                <a:moveTo>
                  <a:pt x="5174259" y="2144179"/>
                </a:moveTo>
                <a:lnTo>
                  <a:pt x="5174094" y="2141753"/>
                </a:lnTo>
                <a:lnTo>
                  <a:pt x="5171757" y="2137041"/>
                </a:lnTo>
                <a:lnTo>
                  <a:pt x="5169928" y="2135441"/>
                </a:lnTo>
                <a:lnTo>
                  <a:pt x="5164950" y="2133765"/>
                </a:lnTo>
                <a:lnTo>
                  <a:pt x="5162524" y="2133930"/>
                </a:lnTo>
                <a:lnTo>
                  <a:pt x="5157813" y="2136267"/>
                </a:lnTo>
                <a:lnTo>
                  <a:pt x="5156212" y="2138095"/>
                </a:lnTo>
                <a:lnTo>
                  <a:pt x="5154523" y="2143087"/>
                </a:lnTo>
                <a:lnTo>
                  <a:pt x="5154688" y="2145512"/>
                </a:lnTo>
                <a:lnTo>
                  <a:pt x="5157025" y="2150224"/>
                </a:lnTo>
                <a:lnTo>
                  <a:pt x="5158867" y="2151824"/>
                </a:lnTo>
                <a:lnTo>
                  <a:pt x="5163845" y="2153501"/>
                </a:lnTo>
                <a:lnTo>
                  <a:pt x="5166271" y="2153335"/>
                </a:lnTo>
                <a:lnTo>
                  <a:pt x="5170983" y="2150999"/>
                </a:lnTo>
                <a:lnTo>
                  <a:pt x="5172583" y="2149170"/>
                </a:lnTo>
                <a:lnTo>
                  <a:pt x="5174259" y="2144179"/>
                </a:lnTo>
                <a:close/>
              </a:path>
              <a:path w="9475470" h="4709795">
                <a:moveTo>
                  <a:pt x="5183886" y="2567495"/>
                </a:moveTo>
                <a:lnTo>
                  <a:pt x="5182209" y="2562504"/>
                </a:lnTo>
                <a:lnTo>
                  <a:pt x="5180609" y="2560675"/>
                </a:lnTo>
                <a:lnTo>
                  <a:pt x="5175897" y="2558338"/>
                </a:lnTo>
                <a:lnTo>
                  <a:pt x="5173472" y="2558173"/>
                </a:lnTo>
                <a:lnTo>
                  <a:pt x="5168481" y="2559850"/>
                </a:lnTo>
                <a:lnTo>
                  <a:pt x="5166652" y="2561450"/>
                </a:lnTo>
                <a:lnTo>
                  <a:pt x="5164315" y="2566162"/>
                </a:lnTo>
                <a:lnTo>
                  <a:pt x="5164150" y="2568587"/>
                </a:lnTo>
                <a:lnTo>
                  <a:pt x="5165826" y="2573566"/>
                </a:lnTo>
                <a:lnTo>
                  <a:pt x="5167427" y="2575407"/>
                </a:lnTo>
                <a:lnTo>
                  <a:pt x="5172138" y="2577744"/>
                </a:lnTo>
                <a:lnTo>
                  <a:pt x="5174564" y="2577909"/>
                </a:lnTo>
                <a:lnTo>
                  <a:pt x="5179555" y="2576233"/>
                </a:lnTo>
                <a:lnTo>
                  <a:pt x="5181384" y="2574633"/>
                </a:lnTo>
                <a:lnTo>
                  <a:pt x="5183721" y="2569921"/>
                </a:lnTo>
                <a:lnTo>
                  <a:pt x="5183886" y="2567495"/>
                </a:lnTo>
                <a:close/>
              </a:path>
              <a:path w="9475470" h="4709795">
                <a:moveTo>
                  <a:pt x="5208397" y="2127250"/>
                </a:moveTo>
                <a:lnTo>
                  <a:pt x="5208232" y="2124837"/>
                </a:lnTo>
                <a:lnTo>
                  <a:pt x="5205895" y="2120112"/>
                </a:lnTo>
                <a:lnTo>
                  <a:pt x="5204066" y="2118525"/>
                </a:lnTo>
                <a:lnTo>
                  <a:pt x="5199088" y="2116836"/>
                </a:lnTo>
                <a:lnTo>
                  <a:pt x="5196662" y="2117001"/>
                </a:lnTo>
                <a:lnTo>
                  <a:pt x="5191938" y="2119338"/>
                </a:lnTo>
                <a:lnTo>
                  <a:pt x="5190350" y="2121166"/>
                </a:lnTo>
                <a:lnTo>
                  <a:pt x="5188661" y="2126157"/>
                </a:lnTo>
                <a:lnTo>
                  <a:pt x="5188826" y="2128583"/>
                </a:lnTo>
                <a:lnTo>
                  <a:pt x="5191163" y="2133295"/>
                </a:lnTo>
                <a:lnTo>
                  <a:pt x="5192992" y="2134895"/>
                </a:lnTo>
                <a:lnTo>
                  <a:pt x="5197983" y="2136571"/>
                </a:lnTo>
                <a:lnTo>
                  <a:pt x="5200408" y="2136406"/>
                </a:lnTo>
                <a:lnTo>
                  <a:pt x="5205120" y="2134070"/>
                </a:lnTo>
                <a:lnTo>
                  <a:pt x="5206720" y="2132241"/>
                </a:lnTo>
                <a:lnTo>
                  <a:pt x="5208397" y="2127250"/>
                </a:lnTo>
                <a:close/>
              </a:path>
              <a:path w="9475470" h="4709795">
                <a:moveTo>
                  <a:pt x="5218011" y="2584437"/>
                </a:moveTo>
                <a:lnTo>
                  <a:pt x="5216334" y="2579446"/>
                </a:lnTo>
                <a:lnTo>
                  <a:pt x="5214734" y="2577617"/>
                </a:lnTo>
                <a:lnTo>
                  <a:pt x="5210022" y="2575280"/>
                </a:lnTo>
                <a:lnTo>
                  <a:pt x="5207597" y="2575115"/>
                </a:lnTo>
                <a:lnTo>
                  <a:pt x="5202618" y="2576792"/>
                </a:lnTo>
                <a:lnTo>
                  <a:pt x="5200777" y="2578392"/>
                </a:lnTo>
                <a:lnTo>
                  <a:pt x="5198440" y="2583103"/>
                </a:lnTo>
                <a:lnTo>
                  <a:pt x="5198275" y="2585529"/>
                </a:lnTo>
                <a:lnTo>
                  <a:pt x="5199951" y="2590508"/>
                </a:lnTo>
                <a:lnTo>
                  <a:pt x="5201551" y="2592336"/>
                </a:lnTo>
                <a:lnTo>
                  <a:pt x="5206263" y="2594686"/>
                </a:lnTo>
                <a:lnTo>
                  <a:pt x="5208689" y="2594851"/>
                </a:lnTo>
                <a:lnTo>
                  <a:pt x="5213680" y="2593175"/>
                </a:lnTo>
                <a:lnTo>
                  <a:pt x="5215509" y="2591574"/>
                </a:lnTo>
                <a:lnTo>
                  <a:pt x="5217846" y="2586863"/>
                </a:lnTo>
                <a:lnTo>
                  <a:pt x="5218011" y="2584437"/>
                </a:lnTo>
                <a:close/>
              </a:path>
              <a:path w="9475470" h="4709795">
                <a:moveTo>
                  <a:pt x="5242534" y="2110333"/>
                </a:moveTo>
                <a:lnTo>
                  <a:pt x="5242369" y="2107908"/>
                </a:lnTo>
                <a:lnTo>
                  <a:pt x="5240032" y="2103196"/>
                </a:lnTo>
                <a:lnTo>
                  <a:pt x="5238204" y="2101596"/>
                </a:lnTo>
                <a:lnTo>
                  <a:pt x="5233225" y="2099919"/>
                </a:lnTo>
                <a:lnTo>
                  <a:pt x="5230800" y="2100072"/>
                </a:lnTo>
                <a:lnTo>
                  <a:pt x="5226075" y="2102421"/>
                </a:lnTo>
                <a:lnTo>
                  <a:pt x="5224475" y="2104250"/>
                </a:lnTo>
                <a:lnTo>
                  <a:pt x="5222799" y="2109228"/>
                </a:lnTo>
                <a:lnTo>
                  <a:pt x="5222964" y="2111654"/>
                </a:lnTo>
                <a:lnTo>
                  <a:pt x="5225300" y="2116366"/>
                </a:lnTo>
                <a:lnTo>
                  <a:pt x="5227129" y="2117966"/>
                </a:lnTo>
                <a:lnTo>
                  <a:pt x="5232120" y="2119642"/>
                </a:lnTo>
                <a:lnTo>
                  <a:pt x="5234546" y="2119477"/>
                </a:lnTo>
                <a:lnTo>
                  <a:pt x="5239258" y="2117140"/>
                </a:lnTo>
                <a:lnTo>
                  <a:pt x="5240858" y="2115312"/>
                </a:lnTo>
                <a:lnTo>
                  <a:pt x="5242534" y="2110333"/>
                </a:lnTo>
                <a:close/>
              </a:path>
              <a:path w="9475470" h="4709795">
                <a:moveTo>
                  <a:pt x="5252136" y="2601379"/>
                </a:moveTo>
                <a:lnTo>
                  <a:pt x="5250459" y="2596388"/>
                </a:lnTo>
                <a:lnTo>
                  <a:pt x="5248872" y="2594559"/>
                </a:lnTo>
                <a:lnTo>
                  <a:pt x="5244147" y="2592222"/>
                </a:lnTo>
                <a:lnTo>
                  <a:pt x="5241722" y="2592057"/>
                </a:lnTo>
                <a:lnTo>
                  <a:pt x="5236743" y="2593733"/>
                </a:lnTo>
                <a:lnTo>
                  <a:pt x="5234914" y="2595334"/>
                </a:lnTo>
                <a:lnTo>
                  <a:pt x="5232578" y="2600045"/>
                </a:lnTo>
                <a:lnTo>
                  <a:pt x="5232412" y="2602471"/>
                </a:lnTo>
                <a:lnTo>
                  <a:pt x="5234089" y="2607449"/>
                </a:lnTo>
                <a:lnTo>
                  <a:pt x="5235676" y="2609278"/>
                </a:lnTo>
                <a:lnTo>
                  <a:pt x="5240401" y="2611628"/>
                </a:lnTo>
                <a:lnTo>
                  <a:pt x="5242826" y="2611793"/>
                </a:lnTo>
                <a:lnTo>
                  <a:pt x="5247805" y="2610116"/>
                </a:lnTo>
                <a:lnTo>
                  <a:pt x="5249634" y="2608516"/>
                </a:lnTo>
                <a:lnTo>
                  <a:pt x="5251970" y="2603804"/>
                </a:lnTo>
                <a:lnTo>
                  <a:pt x="5252136" y="2601379"/>
                </a:lnTo>
                <a:close/>
              </a:path>
              <a:path w="9475470" h="4709795">
                <a:moveTo>
                  <a:pt x="5276672" y="2093404"/>
                </a:moveTo>
                <a:lnTo>
                  <a:pt x="5276507" y="2090978"/>
                </a:lnTo>
                <a:lnTo>
                  <a:pt x="5274170" y="2086267"/>
                </a:lnTo>
                <a:lnTo>
                  <a:pt x="5272341" y="2084666"/>
                </a:lnTo>
                <a:lnTo>
                  <a:pt x="5267350" y="2082990"/>
                </a:lnTo>
                <a:lnTo>
                  <a:pt x="5264924" y="2083155"/>
                </a:lnTo>
                <a:lnTo>
                  <a:pt x="5260213" y="2085492"/>
                </a:lnTo>
                <a:lnTo>
                  <a:pt x="5258613" y="2087321"/>
                </a:lnTo>
                <a:lnTo>
                  <a:pt x="5256936" y="2092299"/>
                </a:lnTo>
                <a:lnTo>
                  <a:pt x="5257101" y="2094725"/>
                </a:lnTo>
                <a:lnTo>
                  <a:pt x="5259438" y="2099437"/>
                </a:lnTo>
                <a:lnTo>
                  <a:pt x="5261267" y="2101037"/>
                </a:lnTo>
                <a:lnTo>
                  <a:pt x="5266258" y="2102726"/>
                </a:lnTo>
                <a:lnTo>
                  <a:pt x="5268684" y="2102561"/>
                </a:lnTo>
                <a:lnTo>
                  <a:pt x="5273395" y="2100224"/>
                </a:lnTo>
                <a:lnTo>
                  <a:pt x="5274996" y="2098382"/>
                </a:lnTo>
                <a:lnTo>
                  <a:pt x="5276672" y="2093404"/>
                </a:lnTo>
                <a:close/>
              </a:path>
              <a:path w="9475470" h="4709795">
                <a:moveTo>
                  <a:pt x="5286273" y="2618321"/>
                </a:moveTo>
                <a:lnTo>
                  <a:pt x="5284597" y="2613329"/>
                </a:lnTo>
                <a:lnTo>
                  <a:pt x="5282997" y="2611501"/>
                </a:lnTo>
                <a:lnTo>
                  <a:pt x="5278285" y="2609164"/>
                </a:lnTo>
                <a:lnTo>
                  <a:pt x="5275859" y="2608999"/>
                </a:lnTo>
                <a:lnTo>
                  <a:pt x="5270868" y="2610675"/>
                </a:lnTo>
                <a:lnTo>
                  <a:pt x="5269039" y="2612275"/>
                </a:lnTo>
                <a:lnTo>
                  <a:pt x="5266702" y="2616987"/>
                </a:lnTo>
                <a:lnTo>
                  <a:pt x="5266537" y="2619413"/>
                </a:lnTo>
                <a:lnTo>
                  <a:pt x="5268214" y="2624391"/>
                </a:lnTo>
                <a:lnTo>
                  <a:pt x="5269814" y="2626220"/>
                </a:lnTo>
                <a:lnTo>
                  <a:pt x="5274526" y="2628569"/>
                </a:lnTo>
                <a:lnTo>
                  <a:pt x="5276951" y="2628735"/>
                </a:lnTo>
                <a:lnTo>
                  <a:pt x="5281930" y="2627058"/>
                </a:lnTo>
                <a:lnTo>
                  <a:pt x="5283759" y="2625458"/>
                </a:lnTo>
                <a:lnTo>
                  <a:pt x="5286108" y="2620746"/>
                </a:lnTo>
                <a:lnTo>
                  <a:pt x="5286273" y="2618321"/>
                </a:lnTo>
                <a:close/>
              </a:path>
              <a:path w="9475470" h="4709795">
                <a:moveTo>
                  <a:pt x="5310810" y="2076475"/>
                </a:moveTo>
                <a:lnTo>
                  <a:pt x="5310644" y="2074049"/>
                </a:lnTo>
                <a:lnTo>
                  <a:pt x="5308308" y="2069338"/>
                </a:lnTo>
                <a:lnTo>
                  <a:pt x="5306479" y="2067737"/>
                </a:lnTo>
                <a:lnTo>
                  <a:pt x="5301488" y="2066061"/>
                </a:lnTo>
                <a:lnTo>
                  <a:pt x="5299062" y="2066226"/>
                </a:lnTo>
                <a:lnTo>
                  <a:pt x="5294350" y="2068563"/>
                </a:lnTo>
                <a:lnTo>
                  <a:pt x="5292750" y="2070392"/>
                </a:lnTo>
                <a:lnTo>
                  <a:pt x="5291074" y="2075383"/>
                </a:lnTo>
                <a:lnTo>
                  <a:pt x="5291239" y="2077808"/>
                </a:lnTo>
                <a:lnTo>
                  <a:pt x="5293576" y="2082520"/>
                </a:lnTo>
                <a:lnTo>
                  <a:pt x="5295404" y="2084120"/>
                </a:lnTo>
                <a:lnTo>
                  <a:pt x="5300396" y="2085797"/>
                </a:lnTo>
                <a:lnTo>
                  <a:pt x="5302809" y="2085632"/>
                </a:lnTo>
                <a:lnTo>
                  <a:pt x="5307533" y="2083295"/>
                </a:lnTo>
                <a:lnTo>
                  <a:pt x="5309133" y="2081466"/>
                </a:lnTo>
                <a:lnTo>
                  <a:pt x="5310810" y="2076475"/>
                </a:lnTo>
                <a:close/>
              </a:path>
              <a:path w="9475470" h="4709795">
                <a:moveTo>
                  <a:pt x="5320398" y="2635262"/>
                </a:moveTo>
                <a:lnTo>
                  <a:pt x="5318722" y="2630271"/>
                </a:lnTo>
                <a:lnTo>
                  <a:pt x="5317121" y="2628442"/>
                </a:lnTo>
                <a:lnTo>
                  <a:pt x="5312410" y="2626106"/>
                </a:lnTo>
                <a:lnTo>
                  <a:pt x="5309984" y="2625941"/>
                </a:lnTo>
                <a:lnTo>
                  <a:pt x="5304993" y="2627617"/>
                </a:lnTo>
                <a:lnTo>
                  <a:pt x="5303164" y="2629217"/>
                </a:lnTo>
                <a:lnTo>
                  <a:pt x="5300827" y="2633929"/>
                </a:lnTo>
                <a:lnTo>
                  <a:pt x="5300662" y="2636355"/>
                </a:lnTo>
                <a:lnTo>
                  <a:pt x="5302339" y="2641333"/>
                </a:lnTo>
                <a:lnTo>
                  <a:pt x="5303939" y="2643162"/>
                </a:lnTo>
                <a:lnTo>
                  <a:pt x="5308651" y="2645511"/>
                </a:lnTo>
                <a:lnTo>
                  <a:pt x="5311076" y="2645676"/>
                </a:lnTo>
                <a:lnTo>
                  <a:pt x="5316067" y="2644000"/>
                </a:lnTo>
                <a:lnTo>
                  <a:pt x="5317896" y="2642400"/>
                </a:lnTo>
                <a:lnTo>
                  <a:pt x="5320233" y="2637688"/>
                </a:lnTo>
                <a:lnTo>
                  <a:pt x="5320398" y="2635262"/>
                </a:lnTo>
                <a:close/>
              </a:path>
              <a:path w="9475470" h="4709795">
                <a:moveTo>
                  <a:pt x="5344947" y="2059546"/>
                </a:moveTo>
                <a:lnTo>
                  <a:pt x="5344782" y="2057120"/>
                </a:lnTo>
                <a:lnTo>
                  <a:pt x="5342445" y="2052408"/>
                </a:lnTo>
                <a:lnTo>
                  <a:pt x="5340616" y="2050821"/>
                </a:lnTo>
                <a:lnTo>
                  <a:pt x="5335625" y="2049132"/>
                </a:lnTo>
                <a:lnTo>
                  <a:pt x="5333200" y="2049297"/>
                </a:lnTo>
                <a:lnTo>
                  <a:pt x="5328488" y="2051634"/>
                </a:lnTo>
                <a:lnTo>
                  <a:pt x="5326888" y="2053463"/>
                </a:lnTo>
                <a:lnTo>
                  <a:pt x="5325211" y="2058454"/>
                </a:lnTo>
                <a:lnTo>
                  <a:pt x="5325376" y="2060879"/>
                </a:lnTo>
                <a:lnTo>
                  <a:pt x="5327713" y="2065591"/>
                </a:lnTo>
                <a:lnTo>
                  <a:pt x="5329542" y="2067191"/>
                </a:lnTo>
                <a:lnTo>
                  <a:pt x="5334520" y="2068868"/>
                </a:lnTo>
                <a:lnTo>
                  <a:pt x="5336946" y="2068703"/>
                </a:lnTo>
                <a:lnTo>
                  <a:pt x="5341671" y="2066366"/>
                </a:lnTo>
                <a:lnTo>
                  <a:pt x="5343258" y="2064537"/>
                </a:lnTo>
                <a:lnTo>
                  <a:pt x="5344947" y="2059546"/>
                </a:lnTo>
                <a:close/>
              </a:path>
              <a:path w="9475470" h="4709795">
                <a:moveTo>
                  <a:pt x="5354523" y="2652204"/>
                </a:moveTo>
                <a:lnTo>
                  <a:pt x="5352847" y="2647213"/>
                </a:lnTo>
                <a:lnTo>
                  <a:pt x="5351246" y="2645384"/>
                </a:lnTo>
                <a:lnTo>
                  <a:pt x="5346535" y="2643047"/>
                </a:lnTo>
                <a:lnTo>
                  <a:pt x="5344109" y="2642882"/>
                </a:lnTo>
                <a:lnTo>
                  <a:pt x="5339131" y="2644559"/>
                </a:lnTo>
                <a:lnTo>
                  <a:pt x="5337289" y="2646159"/>
                </a:lnTo>
                <a:lnTo>
                  <a:pt x="5334952" y="2650871"/>
                </a:lnTo>
                <a:lnTo>
                  <a:pt x="5334787" y="2653296"/>
                </a:lnTo>
                <a:lnTo>
                  <a:pt x="5336464" y="2658275"/>
                </a:lnTo>
                <a:lnTo>
                  <a:pt x="5338064" y="2660104"/>
                </a:lnTo>
                <a:lnTo>
                  <a:pt x="5342775" y="2662453"/>
                </a:lnTo>
                <a:lnTo>
                  <a:pt x="5345201" y="2662618"/>
                </a:lnTo>
                <a:lnTo>
                  <a:pt x="5350192" y="2660942"/>
                </a:lnTo>
                <a:lnTo>
                  <a:pt x="5352021" y="2659342"/>
                </a:lnTo>
                <a:lnTo>
                  <a:pt x="5354358" y="2654630"/>
                </a:lnTo>
                <a:lnTo>
                  <a:pt x="5354523" y="2652204"/>
                </a:lnTo>
                <a:close/>
              </a:path>
              <a:path w="9475470" h="4709795">
                <a:moveTo>
                  <a:pt x="5379085" y="2042629"/>
                </a:moveTo>
                <a:lnTo>
                  <a:pt x="5378920" y="2040204"/>
                </a:lnTo>
                <a:lnTo>
                  <a:pt x="5376583" y="2035492"/>
                </a:lnTo>
                <a:lnTo>
                  <a:pt x="5374754" y="2033892"/>
                </a:lnTo>
                <a:lnTo>
                  <a:pt x="5369763" y="2032203"/>
                </a:lnTo>
                <a:lnTo>
                  <a:pt x="5367337" y="2032368"/>
                </a:lnTo>
                <a:lnTo>
                  <a:pt x="5362626" y="2034705"/>
                </a:lnTo>
                <a:lnTo>
                  <a:pt x="5361025" y="2036546"/>
                </a:lnTo>
                <a:lnTo>
                  <a:pt x="5359349" y="2041525"/>
                </a:lnTo>
                <a:lnTo>
                  <a:pt x="5359514" y="2043950"/>
                </a:lnTo>
                <a:lnTo>
                  <a:pt x="5361851" y="2048662"/>
                </a:lnTo>
                <a:lnTo>
                  <a:pt x="5363680" y="2050262"/>
                </a:lnTo>
                <a:lnTo>
                  <a:pt x="5368658" y="2051939"/>
                </a:lnTo>
                <a:lnTo>
                  <a:pt x="5371084" y="2051773"/>
                </a:lnTo>
                <a:lnTo>
                  <a:pt x="5375795" y="2049437"/>
                </a:lnTo>
                <a:lnTo>
                  <a:pt x="5377396" y="2047608"/>
                </a:lnTo>
                <a:lnTo>
                  <a:pt x="5379085" y="2042629"/>
                </a:lnTo>
                <a:close/>
              </a:path>
              <a:path w="9475470" h="4709795">
                <a:moveTo>
                  <a:pt x="5388661" y="2669146"/>
                </a:moveTo>
                <a:lnTo>
                  <a:pt x="5386971" y="2664155"/>
                </a:lnTo>
                <a:lnTo>
                  <a:pt x="5385384" y="2662326"/>
                </a:lnTo>
                <a:lnTo>
                  <a:pt x="5380660" y="2659989"/>
                </a:lnTo>
                <a:lnTo>
                  <a:pt x="5378247" y="2659824"/>
                </a:lnTo>
                <a:lnTo>
                  <a:pt x="5373255" y="2661501"/>
                </a:lnTo>
                <a:lnTo>
                  <a:pt x="5371427" y="2663101"/>
                </a:lnTo>
                <a:lnTo>
                  <a:pt x="5369090" y="2667812"/>
                </a:lnTo>
                <a:lnTo>
                  <a:pt x="5368925" y="2670238"/>
                </a:lnTo>
                <a:lnTo>
                  <a:pt x="5370601" y="2675217"/>
                </a:lnTo>
                <a:lnTo>
                  <a:pt x="5372189" y="2677045"/>
                </a:lnTo>
                <a:lnTo>
                  <a:pt x="5376913" y="2679395"/>
                </a:lnTo>
                <a:lnTo>
                  <a:pt x="5379339" y="2679560"/>
                </a:lnTo>
                <a:lnTo>
                  <a:pt x="5384317" y="2677884"/>
                </a:lnTo>
                <a:lnTo>
                  <a:pt x="5386146" y="2676283"/>
                </a:lnTo>
                <a:lnTo>
                  <a:pt x="5388483" y="2671572"/>
                </a:lnTo>
                <a:lnTo>
                  <a:pt x="5388661" y="2669146"/>
                </a:lnTo>
                <a:close/>
              </a:path>
              <a:path w="9475470" h="4709795">
                <a:moveTo>
                  <a:pt x="5413210" y="2025700"/>
                </a:moveTo>
                <a:lnTo>
                  <a:pt x="5413045" y="2023275"/>
                </a:lnTo>
                <a:lnTo>
                  <a:pt x="5410708" y="2018563"/>
                </a:lnTo>
                <a:lnTo>
                  <a:pt x="5408879" y="2016963"/>
                </a:lnTo>
                <a:lnTo>
                  <a:pt x="5403901" y="2015286"/>
                </a:lnTo>
                <a:lnTo>
                  <a:pt x="5401475" y="2015451"/>
                </a:lnTo>
                <a:lnTo>
                  <a:pt x="5396763" y="2017788"/>
                </a:lnTo>
                <a:lnTo>
                  <a:pt x="5395163" y="2019617"/>
                </a:lnTo>
                <a:lnTo>
                  <a:pt x="5393487" y="2024595"/>
                </a:lnTo>
                <a:lnTo>
                  <a:pt x="5393652" y="2027021"/>
                </a:lnTo>
                <a:lnTo>
                  <a:pt x="5395988" y="2031733"/>
                </a:lnTo>
                <a:lnTo>
                  <a:pt x="5397817" y="2033333"/>
                </a:lnTo>
                <a:lnTo>
                  <a:pt x="5402796" y="2035009"/>
                </a:lnTo>
                <a:lnTo>
                  <a:pt x="5405221" y="2034857"/>
                </a:lnTo>
                <a:lnTo>
                  <a:pt x="5409933" y="2032520"/>
                </a:lnTo>
                <a:lnTo>
                  <a:pt x="5411533" y="2030679"/>
                </a:lnTo>
                <a:lnTo>
                  <a:pt x="5413210" y="2025700"/>
                </a:lnTo>
                <a:close/>
              </a:path>
              <a:path w="9475470" h="4709795">
                <a:moveTo>
                  <a:pt x="5422785" y="2686088"/>
                </a:moveTo>
                <a:lnTo>
                  <a:pt x="5421109" y="2681097"/>
                </a:lnTo>
                <a:lnTo>
                  <a:pt x="5419509" y="2679268"/>
                </a:lnTo>
                <a:lnTo>
                  <a:pt x="5414797" y="2676931"/>
                </a:lnTo>
                <a:lnTo>
                  <a:pt x="5412371" y="2676766"/>
                </a:lnTo>
                <a:lnTo>
                  <a:pt x="5407380" y="2678442"/>
                </a:lnTo>
                <a:lnTo>
                  <a:pt x="5405552" y="2680043"/>
                </a:lnTo>
                <a:lnTo>
                  <a:pt x="5403215" y="2684754"/>
                </a:lnTo>
                <a:lnTo>
                  <a:pt x="5403050" y="2687180"/>
                </a:lnTo>
                <a:lnTo>
                  <a:pt x="5404726" y="2692158"/>
                </a:lnTo>
                <a:lnTo>
                  <a:pt x="5406326" y="2693987"/>
                </a:lnTo>
                <a:lnTo>
                  <a:pt x="5411038" y="2696337"/>
                </a:lnTo>
                <a:lnTo>
                  <a:pt x="5413464" y="2696502"/>
                </a:lnTo>
                <a:lnTo>
                  <a:pt x="5418442" y="2694825"/>
                </a:lnTo>
                <a:lnTo>
                  <a:pt x="5420284" y="2693225"/>
                </a:lnTo>
                <a:lnTo>
                  <a:pt x="5422620" y="2688513"/>
                </a:lnTo>
                <a:lnTo>
                  <a:pt x="5422785" y="2686088"/>
                </a:lnTo>
                <a:close/>
              </a:path>
              <a:path w="9475470" h="4709795">
                <a:moveTo>
                  <a:pt x="5447347" y="2008771"/>
                </a:moveTo>
                <a:lnTo>
                  <a:pt x="5447182" y="2006346"/>
                </a:lnTo>
                <a:lnTo>
                  <a:pt x="5444845" y="2001634"/>
                </a:lnTo>
                <a:lnTo>
                  <a:pt x="5443017" y="2000034"/>
                </a:lnTo>
                <a:lnTo>
                  <a:pt x="5438038" y="1998357"/>
                </a:lnTo>
                <a:lnTo>
                  <a:pt x="5435612" y="1998522"/>
                </a:lnTo>
                <a:lnTo>
                  <a:pt x="5430901" y="2000859"/>
                </a:lnTo>
                <a:lnTo>
                  <a:pt x="5429301" y="2002688"/>
                </a:lnTo>
                <a:lnTo>
                  <a:pt x="5427611" y="2007679"/>
                </a:lnTo>
                <a:lnTo>
                  <a:pt x="5427777" y="2010105"/>
                </a:lnTo>
                <a:lnTo>
                  <a:pt x="5430113" y="2014816"/>
                </a:lnTo>
                <a:lnTo>
                  <a:pt x="5431955" y="2016404"/>
                </a:lnTo>
                <a:lnTo>
                  <a:pt x="5436933" y="2018093"/>
                </a:lnTo>
                <a:lnTo>
                  <a:pt x="5439359" y="2017928"/>
                </a:lnTo>
                <a:lnTo>
                  <a:pt x="5444071" y="2015591"/>
                </a:lnTo>
                <a:lnTo>
                  <a:pt x="5445671" y="2013762"/>
                </a:lnTo>
                <a:lnTo>
                  <a:pt x="5447347" y="2008771"/>
                </a:lnTo>
                <a:close/>
              </a:path>
              <a:path w="9475470" h="4709795">
                <a:moveTo>
                  <a:pt x="5456910" y="2703030"/>
                </a:moveTo>
                <a:lnTo>
                  <a:pt x="5455234" y="2698038"/>
                </a:lnTo>
                <a:lnTo>
                  <a:pt x="5453634" y="2696210"/>
                </a:lnTo>
                <a:lnTo>
                  <a:pt x="5448922" y="2693873"/>
                </a:lnTo>
                <a:lnTo>
                  <a:pt x="5446496" y="2693708"/>
                </a:lnTo>
                <a:lnTo>
                  <a:pt x="5441518" y="2695384"/>
                </a:lnTo>
                <a:lnTo>
                  <a:pt x="5439676" y="2696984"/>
                </a:lnTo>
                <a:lnTo>
                  <a:pt x="5437340" y="2701696"/>
                </a:lnTo>
                <a:lnTo>
                  <a:pt x="5437175" y="2704122"/>
                </a:lnTo>
                <a:lnTo>
                  <a:pt x="5438851" y="2709100"/>
                </a:lnTo>
                <a:lnTo>
                  <a:pt x="5440451" y="2710929"/>
                </a:lnTo>
                <a:lnTo>
                  <a:pt x="5445163" y="2713278"/>
                </a:lnTo>
                <a:lnTo>
                  <a:pt x="5447589" y="2713444"/>
                </a:lnTo>
                <a:lnTo>
                  <a:pt x="5452580" y="2711767"/>
                </a:lnTo>
                <a:lnTo>
                  <a:pt x="5454408" y="2710167"/>
                </a:lnTo>
                <a:lnTo>
                  <a:pt x="5456745" y="2705455"/>
                </a:lnTo>
                <a:lnTo>
                  <a:pt x="5456910" y="2703030"/>
                </a:lnTo>
                <a:close/>
              </a:path>
              <a:path w="9475470" h="4709795">
                <a:moveTo>
                  <a:pt x="5481485" y="1991842"/>
                </a:moveTo>
                <a:lnTo>
                  <a:pt x="5481320" y="1989416"/>
                </a:lnTo>
                <a:lnTo>
                  <a:pt x="5478983" y="1984705"/>
                </a:lnTo>
                <a:lnTo>
                  <a:pt x="5477154" y="1983105"/>
                </a:lnTo>
                <a:lnTo>
                  <a:pt x="5472176" y="1981428"/>
                </a:lnTo>
                <a:lnTo>
                  <a:pt x="5469750" y="1981593"/>
                </a:lnTo>
                <a:lnTo>
                  <a:pt x="5465026" y="1983930"/>
                </a:lnTo>
                <a:lnTo>
                  <a:pt x="5463438" y="1985759"/>
                </a:lnTo>
                <a:lnTo>
                  <a:pt x="5461749" y="1990750"/>
                </a:lnTo>
                <a:lnTo>
                  <a:pt x="5461914" y="1993176"/>
                </a:lnTo>
                <a:lnTo>
                  <a:pt x="5464251" y="1997887"/>
                </a:lnTo>
                <a:lnTo>
                  <a:pt x="5466080" y="1999488"/>
                </a:lnTo>
                <a:lnTo>
                  <a:pt x="5471071" y="2001164"/>
                </a:lnTo>
                <a:lnTo>
                  <a:pt x="5473497" y="2000999"/>
                </a:lnTo>
                <a:lnTo>
                  <a:pt x="5478208" y="1998662"/>
                </a:lnTo>
                <a:lnTo>
                  <a:pt x="5479808" y="1996833"/>
                </a:lnTo>
                <a:lnTo>
                  <a:pt x="5481485" y="1991842"/>
                </a:lnTo>
                <a:close/>
              </a:path>
              <a:path w="9475470" h="4709795">
                <a:moveTo>
                  <a:pt x="5491035" y="2719971"/>
                </a:moveTo>
                <a:lnTo>
                  <a:pt x="5489359" y="2714980"/>
                </a:lnTo>
                <a:lnTo>
                  <a:pt x="5487759" y="2713151"/>
                </a:lnTo>
                <a:lnTo>
                  <a:pt x="5483047" y="2710815"/>
                </a:lnTo>
                <a:lnTo>
                  <a:pt x="5480621" y="2710650"/>
                </a:lnTo>
                <a:lnTo>
                  <a:pt x="5475643" y="2712326"/>
                </a:lnTo>
                <a:lnTo>
                  <a:pt x="5473814" y="2713926"/>
                </a:lnTo>
                <a:lnTo>
                  <a:pt x="5471465" y="2718638"/>
                </a:lnTo>
                <a:lnTo>
                  <a:pt x="5471299" y="2721064"/>
                </a:lnTo>
                <a:lnTo>
                  <a:pt x="5472976" y="2726042"/>
                </a:lnTo>
                <a:lnTo>
                  <a:pt x="5474576" y="2727871"/>
                </a:lnTo>
                <a:lnTo>
                  <a:pt x="5479288" y="2730220"/>
                </a:lnTo>
                <a:lnTo>
                  <a:pt x="5481713" y="2730385"/>
                </a:lnTo>
                <a:lnTo>
                  <a:pt x="5486705" y="2728696"/>
                </a:lnTo>
                <a:lnTo>
                  <a:pt x="5488533" y="2727109"/>
                </a:lnTo>
                <a:lnTo>
                  <a:pt x="5490870" y="2722397"/>
                </a:lnTo>
                <a:lnTo>
                  <a:pt x="5491035" y="2719971"/>
                </a:lnTo>
                <a:close/>
              </a:path>
              <a:path w="9475470" h="4709795">
                <a:moveTo>
                  <a:pt x="5515622" y="1974926"/>
                </a:moveTo>
                <a:lnTo>
                  <a:pt x="5515457" y="1972500"/>
                </a:lnTo>
                <a:lnTo>
                  <a:pt x="5513121" y="1967788"/>
                </a:lnTo>
                <a:lnTo>
                  <a:pt x="5511292" y="1966188"/>
                </a:lnTo>
                <a:lnTo>
                  <a:pt x="5506313" y="1964499"/>
                </a:lnTo>
                <a:lnTo>
                  <a:pt x="5503888" y="1964664"/>
                </a:lnTo>
                <a:lnTo>
                  <a:pt x="5499163" y="1967001"/>
                </a:lnTo>
                <a:lnTo>
                  <a:pt x="5497563" y="1968842"/>
                </a:lnTo>
                <a:lnTo>
                  <a:pt x="5495887" y="1973821"/>
                </a:lnTo>
                <a:lnTo>
                  <a:pt x="5496052" y="1976247"/>
                </a:lnTo>
                <a:lnTo>
                  <a:pt x="5498389" y="1980958"/>
                </a:lnTo>
                <a:lnTo>
                  <a:pt x="5500217" y="1982558"/>
                </a:lnTo>
                <a:lnTo>
                  <a:pt x="5505208" y="1984235"/>
                </a:lnTo>
                <a:lnTo>
                  <a:pt x="5507634" y="1984070"/>
                </a:lnTo>
                <a:lnTo>
                  <a:pt x="5512346" y="1981733"/>
                </a:lnTo>
                <a:lnTo>
                  <a:pt x="5513946" y="1979904"/>
                </a:lnTo>
                <a:lnTo>
                  <a:pt x="5515622" y="1974926"/>
                </a:lnTo>
                <a:close/>
              </a:path>
              <a:path w="9475470" h="4709795">
                <a:moveTo>
                  <a:pt x="5525173" y="2736913"/>
                </a:moveTo>
                <a:lnTo>
                  <a:pt x="5523484" y="2731922"/>
                </a:lnTo>
                <a:lnTo>
                  <a:pt x="5521896" y="2730093"/>
                </a:lnTo>
                <a:lnTo>
                  <a:pt x="5517185" y="2727756"/>
                </a:lnTo>
                <a:lnTo>
                  <a:pt x="5514759" y="2727591"/>
                </a:lnTo>
                <a:lnTo>
                  <a:pt x="5509768" y="2729268"/>
                </a:lnTo>
                <a:lnTo>
                  <a:pt x="5507939" y="2730868"/>
                </a:lnTo>
                <a:lnTo>
                  <a:pt x="5505602" y="2735580"/>
                </a:lnTo>
                <a:lnTo>
                  <a:pt x="5505437" y="2738005"/>
                </a:lnTo>
                <a:lnTo>
                  <a:pt x="5507113" y="2742984"/>
                </a:lnTo>
                <a:lnTo>
                  <a:pt x="5508714" y="2744813"/>
                </a:lnTo>
                <a:lnTo>
                  <a:pt x="5513425" y="2747162"/>
                </a:lnTo>
                <a:lnTo>
                  <a:pt x="5515851" y="2747327"/>
                </a:lnTo>
                <a:lnTo>
                  <a:pt x="5520829" y="2745638"/>
                </a:lnTo>
                <a:lnTo>
                  <a:pt x="5522658" y="2744051"/>
                </a:lnTo>
                <a:lnTo>
                  <a:pt x="5525008" y="2739339"/>
                </a:lnTo>
                <a:lnTo>
                  <a:pt x="5525173" y="2736913"/>
                </a:lnTo>
                <a:close/>
              </a:path>
              <a:path w="9475470" h="4709795">
                <a:moveTo>
                  <a:pt x="5549760" y="1957997"/>
                </a:moveTo>
                <a:lnTo>
                  <a:pt x="5549595" y="1955571"/>
                </a:lnTo>
                <a:lnTo>
                  <a:pt x="5547258" y="1950859"/>
                </a:lnTo>
                <a:lnTo>
                  <a:pt x="5545429" y="1949259"/>
                </a:lnTo>
                <a:lnTo>
                  <a:pt x="5540438" y="1947583"/>
                </a:lnTo>
                <a:lnTo>
                  <a:pt x="5538013" y="1947748"/>
                </a:lnTo>
                <a:lnTo>
                  <a:pt x="5533301" y="1950085"/>
                </a:lnTo>
                <a:lnTo>
                  <a:pt x="5531701" y="1951913"/>
                </a:lnTo>
                <a:lnTo>
                  <a:pt x="5530024" y="1956892"/>
                </a:lnTo>
                <a:lnTo>
                  <a:pt x="5530189" y="1959317"/>
                </a:lnTo>
                <a:lnTo>
                  <a:pt x="5532526" y="1964029"/>
                </a:lnTo>
                <a:lnTo>
                  <a:pt x="5534355" y="1965629"/>
                </a:lnTo>
                <a:lnTo>
                  <a:pt x="5539346" y="1967306"/>
                </a:lnTo>
                <a:lnTo>
                  <a:pt x="5541772" y="1967153"/>
                </a:lnTo>
                <a:lnTo>
                  <a:pt x="5546483" y="1964804"/>
                </a:lnTo>
                <a:lnTo>
                  <a:pt x="5548084" y="1962975"/>
                </a:lnTo>
                <a:lnTo>
                  <a:pt x="5549760" y="1957997"/>
                </a:lnTo>
                <a:close/>
              </a:path>
              <a:path w="9475470" h="4709795">
                <a:moveTo>
                  <a:pt x="5559298" y="2753855"/>
                </a:moveTo>
                <a:lnTo>
                  <a:pt x="5557621" y="2748864"/>
                </a:lnTo>
                <a:lnTo>
                  <a:pt x="5556021" y="2747035"/>
                </a:lnTo>
                <a:lnTo>
                  <a:pt x="5551309" y="2744698"/>
                </a:lnTo>
                <a:lnTo>
                  <a:pt x="5548884" y="2744533"/>
                </a:lnTo>
                <a:lnTo>
                  <a:pt x="5543893" y="2746210"/>
                </a:lnTo>
                <a:lnTo>
                  <a:pt x="5542064" y="2747810"/>
                </a:lnTo>
                <a:lnTo>
                  <a:pt x="5539727" y="2752521"/>
                </a:lnTo>
                <a:lnTo>
                  <a:pt x="5539562" y="2754947"/>
                </a:lnTo>
                <a:lnTo>
                  <a:pt x="5541238" y="2759926"/>
                </a:lnTo>
                <a:lnTo>
                  <a:pt x="5542839" y="2761754"/>
                </a:lnTo>
                <a:lnTo>
                  <a:pt x="5547550" y="2764104"/>
                </a:lnTo>
                <a:lnTo>
                  <a:pt x="5549976" y="2764269"/>
                </a:lnTo>
                <a:lnTo>
                  <a:pt x="5554954" y="2762580"/>
                </a:lnTo>
                <a:lnTo>
                  <a:pt x="5556796" y="2760992"/>
                </a:lnTo>
                <a:lnTo>
                  <a:pt x="5559133" y="2756281"/>
                </a:lnTo>
                <a:lnTo>
                  <a:pt x="5559298" y="2753855"/>
                </a:lnTo>
                <a:close/>
              </a:path>
              <a:path w="9475470" h="4709795">
                <a:moveTo>
                  <a:pt x="5583898" y="1941068"/>
                </a:moveTo>
                <a:lnTo>
                  <a:pt x="5583733" y="1938642"/>
                </a:lnTo>
                <a:lnTo>
                  <a:pt x="5581396" y="1933930"/>
                </a:lnTo>
                <a:lnTo>
                  <a:pt x="5579567" y="1932330"/>
                </a:lnTo>
                <a:lnTo>
                  <a:pt x="5574576" y="1930654"/>
                </a:lnTo>
                <a:lnTo>
                  <a:pt x="5572150" y="1930819"/>
                </a:lnTo>
                <a:lnTo>
                  <a:pt x="5567438" y="1933155"/>
                </a:lnTo>
                <a:lnTo>
                  <a:pt x="5565838" y="1934984"/>
                </a:lnTo>
                <a:lnTo>
                  <a:pt x="5564162" y="1939975"/>
                </a:lnTo>
                <a:lnTo>
                  <a:pt x="5564327" y="1942388"/>
                </a:lnTo>
                <a:lnTo>
                  <a:pt x="5566664" y="1947113"/>
                </a:lnTo>
                <a:lnTo>
                  <a:pt x="5568493" y="1948700"/>
                </a:lnTo>
                <a:lnTo>
                  <a:pt x="5573484" y="1950389"/>
                </a:lnTo>
                <a:lnTo>
                  <a:pt x="5575897" y="1950224"/>
                </a:lnTo>
                <a:lnTo>
                  <a:pt x="5580621" y="1947887"/>
                </a:lnTo>
                <a:lnTo>
                  <a:pt x="5582221" y="1946059"/>
                </a:lnTo>
                <a:lnTo>
                  <a:pt x="5583898" y="1941068"/>
                </a:lnTo>
                <a:close/>
              </a:path>
              <a:path w="9475470" h="4709795">
                <a:moveTo>
                  <a:pt x="5593423" y="2770797"/>
                </a:moveTo>
                <a:lnTo>
                  <a:pt x="5591746" y="2765806"/>
                </a:lnTo>
                <a:lnTo>
                  <a:pt x="5590146" y="2763977"/>
                </a:lnTo>
                <a:lnTo>
                  <a:pt x="5585434" y="2761640"/>
                </a:lnTo>
                <a:lnTo>
                  <a:pt x="5583009" y="2761475"/>
                </a:lnTo>
                <a:lnTo>
                  <a:pt x="5578030" y="2763151"/>
                </a:lnTo>
                <a:lnTo>
                  <a:pt x="5576189" y="2764752"/>
                </a:lnTo>
                <a:lnTo>
                  <a:pt x="5573852" y="2769463"/>
                </a:lnTo>
                <a:lnTo>
                  <a:pt x="5573687" y="2771889"/>
                </a:lnTo>
                <a:lnTo>
                  <a:pt x="5575363" y="2776867"/>
                </a:lnTo>
                <a:lnTo>
                  <a:pt x="5576963" y="2778696"/>
                </a:lnTo>
                <a:lnTo>
                  <a:pt x="5581675" y="2781046"/>
                </a:lnTo>
                <a:lnTo>
                  <a:pt x="5584101" y="2781211"/>
                </a:lnTo>
                <a:lnTo>
                  <a:pt x="5589092" y="2779522"/>
                </a:lnTo>
                <a:lnTo>
                  <a:pt x="5590921" y="2777934"/>
                </a:lnTo>
                <a:lnTo>
                  <a:pt x="5593258" y="2773222"/>
                </a:lnTo>
                <a:lnTo>
                  <a:pt x="5593423" y="2770797"/>
                </a:lnTo>
                <a:close/>
              </a:path>
              <a:path w="9475470" h="4709795">
                <a:moveTo>
                  <a:pt x="5618035" y="1924138"/>
                </a:moveTo>
                <a:lnTo>
                  <a:pt x="5617870" y="1921713"/>
                </a:lnTo>
                <a:lnTo>
                  <a:pt x="5615533" y="1917001"/>
                </a:lnTo>
                <a:lnTo>
                  <a:pt x="5613705" y="1915401"/>
                </a:lnTo>
                <a:lnTo>
                  <a:pt x="5608713" y="1913724"/>
                </a:lnTo>
                <a:lnTo>
                  <a:pt x="5606288" y="1913890"/>
                </a:lnTo>
                <a:lnTo>
                  <a:pt x="5601576" y="1916226"/>
                </a:lnTo>
                <a:lnTo>
                  <a:pt x="5599976" y="1918055"/>
                </a:lnTo>
                <a:lnTo>
                  <a:pt x="5598299" y="1923046"/>
                </a:lnTo>
                <a:lnTo>
                  <a:pt x="5598465" y="1925472"/>
                </a:lnTo>
                <a:lnTo>
                  <a:pt x="5600801" y="1930184"/>
                </a:lnTo>
                <a:lnTo>
                  <a:pt x="5602630" y="1931784"/>
                </a:lnTo>
                <a:lnTo>
                  <a:pt x="5607609" y="1933460"/>
                </a:lnTo>
                <a:lnTo>
                  <a:pt x="5610034" y="1933295"/>
                </a:lnTo>
                <a:lnTo>
                  <a:pt x="5614759" y="1930958"/>
                </a:lnTo>
                <a:lnTo>
                  <a:pt x="5616346" y="1929130"/>
                </a:lnTo>
                <a:lnTo>
                  <a:pt x="5618035" y="1924138"/>
                </a:lnTo>
                <a:close/>
              </a:path>
              <a:path w="9475470" h="4709795">
                <a:moveTo>
                  <a:pt x="5627548" y="2787739"/>
                </a:moveTo>
                <a:lnTo>
                  <a:pt x="5625871" y="2782747"/>
                </a:lnTo>
                <a:lnTo>
                  <a:pt x="5624271" y="2780919"/>
                </a:lnTo>
                <a:lnTo>
                  <a:pt x="5619559" y="2778582"/>
                </a:lnTo>
                <a:lnTo>
                  <a:pt x="5617134" y="2778417"/>
                </a:lnTo>
                <a:lnTo>
                  <a:pt x="5612155" y="2780093"/>
                </a:lnTo>
                <a:lnTo>
                  <a:pt x="5610326" y="2781693"/>
                </a:lnTo>
                <a:lnTo>
                  <a:pt x="5607977" y="2786405"/>
                </a:lnTo>
                <a:lnTo>
                  <a:pt x="5607812" y="2788818"/>
                </a:lnTo>
                <a:lnTo>
                  <a:pt x="5609501" y="2793809"/>
                </a:lnTo>
                <a:lnTo>
                  <a:pt x="5611088" y="2795638"/>
                </a:lnTo>
                <a:lnTo>
                  <a:pt x="5615813" y="2797987"/>
                </a:lnTo>
                <a:lnTo>
                  <a:pt x="5618226" y="2798153"/>
                </a:lnTo>
                <a:lnTo>
                  <a:pt x="5623217" y="2796463"/>
                </a:lnTo>
                <a:lnTo>
                  <a:pt x="5625046" y="2794876"/>
                </a:lnTo>
                <a:lnTo>
                  <a:pt x="5627382" y="2790164"/>
                </a:lnTo>
                <a:lnTo>
                  <a:pt x="5627548" y="2787739"/>
                </a:lnTo>
                <a:close/>
              </a:path>
              <a:path w="9475470" h="4709795">
                <a:moveTo>
                  <a:pt x="5652173" y="1907222"/>
                </a:moveTo>
                <a:lnTo>
                  <a:pt x="5652008" y="1904796"/>
                </a:lnTo>
                <a:lnTo>
                  <a:pt x="5649671" y="1900085"/>
                </a:lnTo>
                <a:lnTo>
                  <a:pt x="5647829" y="1898484"/>
                </a:lnTo>
                <a:lnTo>
                  <a:pt x="5642851" y="1896795"/>
                </a:lnTo>
                <a:lnTo>
                  <a:pt x="5640425" y="1896960"/>
                </a:lnTo>
                <a:lnTo>
                  <a:pt x="5635714" y="1899297"/>
                </a:lnTo>
                <a:lnTo>
                  <a:pt x="5634113" y="1901139"/>
                </a:lnTo>
                <a:lnTo>
                  <a:pt x="5632437" y="1906117"/>
                </a:lnTo>
                <a:lnTo>
                  <a:pt x="5632602" y="1908543"/>
                </a:lnTo>
                <a:lnTo>
                  <a:pt x="5634939" y="1913255"/>
                </a:lnTo>
                <a:lnTo>
                  <a:pt x="5636768" y="1914855"/>
                </a:lnTo>
                <a:lnTo>
                  <a:pt x="5641746" y="1916531"/>
                </a:lnTo>
                <a:lnTo>
                  <a:pt x="5644172" y="1916366"/>
                </a:lnTo>
                <a:lnTo>
                  <a:pt x="5648884" y="1914029"/>
                </a:lnTo>
                <a:lnTo>
                  <a:pt x="5650484" y="1912200"/>
                </a:lnTo>
                <a:lnTo>
                  <a:pt x="5652173" y="1907222"/>
                </a:lnTo>
                <a:close/>
              </a:path>
              <a:path w="9475470" h="4709795">
                <a:moveTo>
                  <a:pt x="5661685" y="2804680"/>
                </a:moveTo>
                <a:lnTo>
                  <a:pt x="5660009" y="2799689"/>
                </a:lnTo>
                <a:lnTo>
                  <a:pt x="5658409" y="2797860"/>
                </a:lnTo>
                <a:lnTo>
                  <a:pt x="5653697" y="2795524"/>
                </a:lnTo>
                <a:lnTo>
                  <a:pt x="5651271" y="2795359"/>
                </a:lnTo>
                <a:lnTo>
                  <a:pt x="5646280" y="2797035"/>
                </a:lnTo>
                <a:lnTo>
                  <a:pt x="5644451" y="2798635"/>
                </a:lnTo>
                <a:lnTo>
                  <a:pt x="5642114" y="2803347"/>
                </a:lnTo>
                <a:lnTo>
                  <a:pt x="5641949" y="2805760"/>
                </a:lnTo>
                <a:lnTo>
                  <a:pt x="5643626" y="2810751"/>
                </a:lnTo>
                <a:lnTo>
                  <a:pt x="5645226" y="2812580"/>
                </a:lnTo>
                <a:lnTo>
                  <a:pt x="5649938" y="2814917"/>
                </a:lnTo>
                <a:lnTo>
                  <a:pt x="5652363" y="2815094"/>
                </a:lnTo>
                <a:lnTo>
                  <a:pt x="5657342" y="2813405"/>
                </a:lnTo>
                <a:lnTo>
                  <a:pt x="5659171" y="2811818"/>
                </a:lnTo>
                <a:lnTo>
                  <a:pt x="5661520" y="2807106"/>
                </a:lnTo>
                <a:lnTo>
                  <a:pt x="5661685" y="2804680"/>
                </a:lnTo>
                <a:close/>
              </a:path>
              <a:path w="9475470" h="4709795">
                <a:moveTo>
                  <a:pt x="5686298" y="1890293"/>
                </a:moveTo>
                <a:lnTo>
                  <a:pt x="5686133" y="1887867"/>
                </a:lnTo>
                <a:lnTo>
                  <a:pt x="5683796" y="1883156"/>
                </a:lnTo>
                <a:lnTo>
                  <a:pt x="5681967" y="1881555"/>
                </a:lnTo>
                <a:lnTo>
                  <a:pt x="5676989" y="1879879"/>
                </a:lnTo>
                <a:lnTo>
                  <a:pt x="5674563" y="1880044"/>
                </a:lnTo>
                <a:lnTo>
                  <a:pt x="5669851" y="1882381"/>
                </a:lnTo>
                <a:lnTo>
                  <a:pt x="5668251" y="1884210"/>
                </a:lnTo>
                <a:lnTo>
                  <a:pt x="5666575" y="1889188"/>
                </a:lnTo>
                <a:lnTo>
                  <a:pt x="5666727" y="1891614"/>
                </a:lnTo>
                <a:lnTo>
                  <a:pt x="5669064" y="1896325"/>
                </a:lnTo>
                <a:lnTo>
                  <a:pt x="5670905" y="1897926"/>
                </a:lnTo>
                <a:lnTo>
                  <a:pt x="5675884" y="1899602"/>
                </a:lnTo>
                <a:lnTo>
                  <a:pt x="5678309" y="1899437"/>
                </a:lnTo>
                <a:lnTo>
                  <a:pt x="5683021" y="1897100"/>
                </a:lnTo>
                <a:lnTo>
                  <a:pt x="5684621" y="1895271"/>
                </a:lnTo>
                <a:lnTo>
                  <a:pt x="5686298" y="1890293"/>
                </a:lnTo>
                <a:close/>
              </a:path>
              <a:path w="9475470" h="4709795">
                <a:moveTo>
                  <a:pt x="5695810" y="2821622"/>
                </a:moveTo>
                <a:lnTo>
                  <a:pt x="5694134" y="2816631"/>
                </a:lnTo>
                <a:lnTo>
                  <a:pt x="5692533" y="2814802"/>
                </a:lnTo>
                <a:lnTo>
                  <a:pt x="5687822" y="2812465"/>
                </a:lnTo>
                <a:lnTo>
                  <a:pt x="5685396" y="2812300"/>
                </a:lnTo>
                <a:lnTo>
                  <a:pt x="5680405" y="2813977"/>
                </a:lnTo>
                <a:lnTo>
                  <a:pt x="5678576" y="2815577"/>
                </a:lnTo>
                <a:lnTo>
                  <a:pt x="5676239" y="2820289"/>
                </a:lnTo>
                <a:lnTo>
                  <a:pt x="5676074" y="2822702"/>
                </a:lnTo>
                <a:lnTo>
                  <a:pt x="5677751" y="2827693"/>
                </a:lnTo>
                <a:lnTo>
                  <a:pt x="5679351" y="2829522"/>
                </a:lnTo>
                <a:lnTo>
                  <a:pt x="5684063" y="2831858"/>
                </a:lnTo>
                <a:lnTo>
                  <a:pt x="5686488" y="2832023"/>
                </a:lnTo>
                <a:lnTo>
                  <a:pt x="5691479" y="2830347"/>
                </a:lnTo>
                <a:lnTo>
                  <a:pt x="5693308" y="2828760"/>
                </a:lnTo>
                <a:lnTo>
                  <a:pt x="5695645" y="2824048"/>
                </a:lnTo>
                <a:lnTo>
                  <a:pt x="5695810" y="2821622"/>
                </a:lnTo>
                <a:close/>
              </a:path>
              <a:path w="9475470" h="4709795">
                <a:moveTo>
                  <a:pt x="5720435" y="1873364"/>
                </a:moveTo>
                <a:lnTo>
                  <a:pt x="5720270" y="1870938"/>
                </a:lnTo>
                <a:lnTo>
                  <a:pt x="5717933" y="1866226"/>
                </a:lnTo>
                <a:lnTo>
                  <a:pt x="5716105" y="1864626"/>
                </a:lnTo>
                <a:lnTo>
                  <a:pt x="5711126" y="1862950"/>
                </a:lnTo>
                <a:lnTo>
                  <a:pt x="5708701" y="1863115"/>
                </a:lnTo>
                <a:lnTo>
                  <a:pt x="5703989" y="1865452"/>
                </a:lnTo>
                <a:lnTo>
                  <a:pt x="5702389" y="1867281"/>
                </a:lnTo>
                <a:lnTo>
                  <a:pt x="5700700" y="1872272"/>
                </a:lnTo>
                <a:lnTo>
                  <a:pt x="5700865" y="1874685"/>
                </a:lnTo>
                <a:lnTo>
                  <a:pt x="5703201" y="1879409"/>
                </a:lnTo>
                <a:lnTo>
                  <a:pt x="5705030" y="1880997"/>
                </a:lnTo>
                <a:lnTo>
                  <a:pt x="5710021" y="1882686"/>
                </a:lnTo>
                <a:lnTo>
                  <a:pt x="5712447" y="1882521"/>
                </a:lnTo>
                <a:lnTo>
                  <a:pt x="5717159" y="1880184"/>
                </a:lnTo>
                <a:lnTo>
                  <a:pt x="5718759" y="1878355"/>
                </a:lnTo>
                <a:lnTo>
                  <a:pt x="5720435" y="1873364"/>
                </a:lnTo>
                <a:close/>
              </a:path>
              <a:path w="9475470" h="4709795">
                <a:moveTo>
                  <a:pt x="5729935" y="2838564"/>
                </a:moveTo>
                <a:lnTo>
                  <a:pt x="5728259" y="2833573"/>
                </a:lnTo>
                <a:lnTo>
                  <a:pt x="5726658" y="2831744"/>
                </a:lnTo>
                <a:lnTo>
                  <a:pt x="5721947" y="2829407"/>
                </a:lnTo>
                <a:lnTo>
                  <a:pt x="5719521" y="2829242"/>
                </a:lnTo>
                <a:lnTo>
                  <a:pt x="5714543" y="2830919"/>
                </a:lnTo>
                <a:lnTo>
                  <a:pt x="5712701" y="2832506"/>
                </a:lnTo>
                <a:lnTo>
                  <a:pt x="5710364" y="2837230"/>
                </a:lnTo>
                <a:lnTo>
                  <a:pt x="5710199" y="2839643"/>
                </a:lnTo>
                <a:lnTo>
                  <a:pt x="5711876" y="2844635"/>
                </a:lnTo>
                <a:lnTo>
                  <a:pt x="5713476" y="2846463"/>
                </a:lnTo>
                <a:lnTo>
                  <a:pt x="5718187" y="2848800"/>
                </a:lnTo>
                <a:lnTo>
                  <a:pt x="5720613" y="2848965"/>
                </a:lnTo>
                <a:lnTo>
                  <a:pt x="5725604" y="2847289"/>
                </a:lnTo>
                <a:lnTo>
                  <a:pt x="5727433" y="2845701"/>
                </a:lnTo>
                <a:lnTo>
                  <a:pt x="5729770" y="2840990"/>
                </a:lnTo>
                <a:lnTo>
                  <a:pt x="5729935" y="2838564"/>
                </a:lnTo>
                <a:close/>
              </a:path>
              <a:path w="9475470" h="4709795">
                <a:moveTo>
                  <a:pt x="5754573" y="1856435"/>
                </a:moveTo>
                <a:lnTo>
                  <a:pt x="5754408" y="1854009"/>
                </a:lnTo>
                <a:lnTo>
                  <a:pt x="5752071" y="1849297"/>
                </a:lnTo>
                <a:lnTo>
                  <a:pt x="5750242" y="1847697"/>
                </a:lnTo>
                <a:lnTo>
                  <a:pt x="5745264" y="1846021"/>
                </a:lnTo>
                <a:lnTo>
                  <a:pt x="5742838" y="1846186"/>
                </a:lnTo>
                <a:lnTo>
                  <a:pt x="5738114" y="1848523"/>
                </a:lnTo>
                <a:lnTo>
                  <a:pt x="5736526" y="1850351"/>
                </a:lnTo>
                <a:lnTo>
                  <a:pt x="5734837" y="1855343"/>
                </a:lnTo>
                <a:lnTo>
                  <a:pt x="5735002" y="1857768"/>
                </a:lnTo>
                <a:lnTo>
                  <a:pt x="5737339" y="1862480"/>
                </a:lnTo>
                <a:lnTo>
                  <a:pt x="5739168" y="1864080"/>
                </a:lnTo>
                <a:lnTo>
                  <a:pt x="5744159" y="1865757"/>
                </a:lnTo>
                <a:lnTo>
                  <a:pt x="5746585" y="1865591"/>
                </a:lnTo>
                <a:lnTo>
                  <a:pt x="5751296" y="1863255"/>
                </a:lnTo>
                <a:lnTo>
                  <a:pt x="5752897" y="1861426"/>
                </a:lnTo>
                <a:lnTo>
                  <a:pt x="5754573" y="1856435"/>
                </a:lnTo>
                <a:close/>
              </a:path>
              <a:path w="9475470" h="4709795">
                <a:moveTo>
                  <a:pt x="5764060" y="2855506"/>
                </a:moveTo>
                <a:lnTo>
                  <a:pt x="5762383" y="2850515"/>
                </a:lnTo>
                <a:lnTo>
                  <a:pt x="5760796" y="2848686"/>
                </a:lnTo>
                <a:lnTo>
                  <a:pt x="5756072" y="2846349"/>
                </a:lnTo>
                <a:lnTo>
                  <a:pt x="5753659" y="2846184"/>
                </a:lnTo>
                <a:lnTo>
                  <a:pt x="5748667" y="2847860"/>
                </a:lnTo>
                <a:lnTo>
                  <a:pt x="5746839" y="2849461"/>
                </a:lnTo>
                <a:lnTo>
                  <a:pt x="5744502" y="2854172"/>
                </a:lnTo>
                <a:lnTo>
                  <a:pt x="5744337" y="2856585"/>
                </a:lnTo>
                <a:lnTo>
                  <a:pt x="5746013" y="2861576"/>
                </a:lnTo>
                <a:lnTo>
                  <a:pt x="5747601" y="2863405"/>
                </a:lnTo>
                <a:lnTo>
                  <a:pt x="5752325" y="2865742"/>
                </a:lnTo>
                <a:lnTo>
                  <a:pt x="5754738" y="2865907"/>
                </a:lnTo>
                <a:lnTo>
                  <a:pt x="5759729" y="2864231"/>
                </a:lnTo>
                <a:lnTo>
                  <a:pt x="5761558" y="2862643"/>
                </a:lnTo>
                <a:lnTo>
                  <a:pt x="5763895" y="2857931"/>
                </a:lnTo>
                <a:lnTo>
                  <a:pt x="5764060" y="2855506"/>
                </a:lnTo>
                <a:close/>
              </a:path>
              <a:path w="9475470" h="4709795">
                <a:moveTo>
                  <a:pt x="5788711" y="1839506"/>
                </a:moveTo>
                <a:lnTo>
                  <a:pt x="5788545" y="1837093"/>
                </a:lnTo>
                <a:lnTo>
                  <a:pt x="5786209" y="1832368"/>
                </a:lnTo>
                <a:lnTo>
                  <a:pt x="5784380" y="1830781"/>
                </a:lnTo>
                <a:lnTo>
                  <a:pt x="5779389" y="1829092"/>
                </a:lnTo>
                <a:lnTo>
                  <a:pt x="5776976" y="1829257"/>
                </a:lnTo>
                <a:lnTo>
                  <a:pt x="5772251" y="1831594"/>
                </a:lnTo>
                <a:lnTo>
                  <a:pt x="5770651" y="1833422"/>
                </a:lnTo>
                <a:lnTo>
                  <a:pt x="5768975" y="1838413"/>
                </a:lnTo>
                <a:lnTo>
                  <a:pt x="5769140" y="1840839"/>
                </a:lnTo>
                <a:lnTo>
                  <a:pt x="5771477" y="1845551"/>
                </a:lnTo>
                <a:lnTo>
                  <a:pt x="5773305" y="1847151"/>
                </a:lnTo>
                <a:lnTo>
                  <a:pt x="5778297" y="1848827"/>
                </a:lnTo>
                <a:lnTo>
                  <a:pt x="5780722" y="1848662"/>
                </a:lnTo>
                <a:lnTo>
                  <a:pt x="5785434" y="1846326"/>
                </a:lnTo>
                <a:lnTo>
                  <a:pt x="5787034" y="1844497"/>
                </a:lnTo>
                <a:lnTo>
                  <a:pt x="5788711" y="1839506"/>
                </a:lnTo>
                <a:close/>
              </a:path>
              <a:path w="9475470" h="4709795">
                <a:moveTo>
                  <a:pt x="5798197" y="2872448"/>
                </a:moveTo>
                <a:lnTo>
                  <a:pt x="5796521" y="2867456"/>
                </a:lnTo>
                <a:lnTo>
                  <a:pt x="5794921" y="2865628"/>
                </a:lnTo>
                <a:lnTo>
                  <a:pt x="5790209" y="2863291"/>
                </a:lnTo>
                <a:lnTo>
                  <a:pt x="5787783" y="2863126"/>
                </a:lnTo>
                <a:lnTo>
                  <a:pt x="5782792" y="2864802"/>
                </a:lnTo>
                <a:lnTo>
                  <a:pt x="5780964" y="2866390"/>
                </a:lnTo>
                <a:lnTo>
                  <a:pt x="5778627" y="2871101"/>
                </a:lnTo>
                <a:lnTo>
                  <a:pt x="5778462" y="2873527"/>
                </a:lnTo>
                <a:lnTo>
                  <a:pt x="5780138" y="2878518"/>
                </a:lnTo>
                <a:lnTo>
                  <a:pt x="5781738" y="2880347"/>
                </a:lnTo>
                <a:lnTo>
                  <a:pt x="5786450" y="2882684"/>
                </a:lnTo>
                <a:lnTo>
                  <a:pt x="5788876" y="2882849"/>
                </a:lnTo>
                <a:lnTo>
                  <a:pt x="5793854" y="2881172"/>
                </a:lnTo>
                <a:lnTo>
                  <a:pt x="5795683" y="2879585"/>
                </a:lnTo>
                <a:lnTo>
                  <a:pt x="5798032" y="2874861"/>
                </a:lnTo>
                <a:lnTo>
                  <a:pt x="5798197" y="2872448"/>
                </a:lnTo>
                <a:close/>
              </a:path>
              <a:path w="9475470" h="4709795">
                <a:moveTo>
                  <a:pt x="5822848" y="1822589"/>
                </a:moveTo>
                <a:lnTo>
                  <a:pt x="5822683" y="1820164"/>
                </a:lnTo>
                <a:lnTo>
                  <a:pt x="5820346" y="1815452"/>
                </a:lnTo>
                <a:lnTo>
                  <a:pt x="5818517" y="1813852"/>
                </a:lnTo>
                <a:lnTo>
                  <a:pt x="5813526" y="1812175"/>
                </a:lnTo>
                <a:lnTo>
                  <a:pt x="5811101" y="1812340"/>
                </a:lnTo>
                <a:lnTo>
                  <a:pt x="5806389" y="1814677"/>
                </a:lnTo>
                <a:lnTo>
                  <a:pt x="5804789" y="1816506"/>
                </a:lnTo>
                <a:lnTo>
                  <a:pt x="5803112" y="1821484"/>
                </a:lnTo>
                <a:lnTo>
                  <a:pt x="5803277" y="1823910"/>
                </a:lnTo>
                <a:lnTo>
                  <a:pt x="5805614" y="1828622"/>
                </a:lnTo>
                <a:lnTo>
                  <a:pt x="5807443" y="1830222"/>
                </a:lnTo>
                <a:lnTo>
                  <a:pt x="5812434" y="1831898"/>
                </a:lnTo>
                <a:lnTo>
                  <a:pt x="5814860" y="1831733"/>
                </a:lnTo>
                <a:lnTo>
                  <a:pt x="5819572" y="1829396"/>
                </a:lnTo>
                <a:lnTo>
                  <a:pt x="5821172" y="1827568"/>
                </a:lnTo>
                <a:lnTo>
                  <a:pt x="5822848" y="1822589"/>
                </a:lnTo>
                <a:close/>
              </a:path>
              <a:path w="9475470" h="4709795">
                <a:moveTo>
                  <a:pt x="5832322" y="2889389"/>
                </a:moveTo>
                <a:lnTo>
                  <a:pt x="5830646" y="2884398"/>
                </a:lnTo>
                <a:lnTo>
                  <a:pt x="5829046" y="2882569"/>
                </a:lnTo>
                <a:lnTo>
                  <a:pt x="5824334" y="2880233"/>
                </a:lnTo>
                <a:lnTo>
                  <a:pt x="5821908" y="2880068"/>
                </a:lnTo>
                <a:lnTo>
                  <a:pt x="5816917" y="2881744"/>
                </a:lnTo>
                <a:lnTo>
                  <a:pt x="5815088" y="2883331"/>
                </a:lnTo>
                <a:lnTo>
                  <a:pt x="5812752" y="2888043"/>
                </a:lnTo>
                <a:lnTo>
                  <a:pt x="5812587" y="2890469"/>
                </a:lnTo>
                <a:lnTo>
                  <a:pt x="5814263" y="2895460"/>
                </a:lnTo>
                <a:lnTo>
                  <a:pt x="5815863" y="2897289"/>
                </a:lnTo>
                <a:lnTo>
                  <a:pt x="5820575" y="2899626"/>
                </a:lnTo>
                <a:lnTo>
                  <a:pt x="5823001" y="2899791"/>
                </a:lnTo>
                <a:lnTo>
                  <a:pt x="5827992" y="2898114"/>
                </a:lnTo>
                <a:lnTo>
                  <a:pt x="5829820" y="2896514"/>
                </a:lnTo>
                <a:lnTo>
                  <a:pt x="5832157" y="2891802"/>
                </a:lnTo>
                <a:lnTo>
                  <a:pt x="5832322" y="2889389"/>
                </a:lnTo>
                <a:close/>
              </a:path>
              <a:path w="9475470" h="4709795">
                <a:moveTo>
                  <a:pt x="5856986" y="1805660"/>
                </a:moveTo>
                <a:lnTo>
                  <a:pt x="5856821" y="1803234"/>
                </a:lnTo>
                <a:lnTo>
                  <a:pt x="5854484" y="1798523"/>
                </a:lnTo>
                <a:lnTo>
                  <a:pt x="5852655" y="1796923"/>
                </a:lnTo>
                <a:lnTo>
                  <a:pt x="5847664" y="1795246"/>
                </a:lnTo>
                <a:lnTo>
                  <a:pt x="5845238" y="1795411"/>
                </a:lnTo>
                <a:lnTo>
                  <a:pt x="5840527" y="1797748"/>
                </a:lnTo>
                <a:lnTo>
                  <a:pt x="5838926" y="1799577"/>
                </a:lnTo>
                <a:lnTo>
                  <a:pt x="5837250" y="1804555"/>
                </a:lnTo>
                <a:lnTo>
                  <a:pt x="5837415" y="1806981"/>
                </a:lnTo>
                <a:lnTo>
                  <a:pt x="5839752" y="1811693"/>
                </a:lnTo>
                <a:lnTo>
                  <a:pt x="5841581" y="1813293"/>
                </a:lnTo>
                <a:lnTo>
                  <a:pt x="5846559" y="1814982"/>
                </a:lnTo>
                <a:lnTo>
                  <a:pt x="5848985" y="1814817"/>
                </a:lnTo>
                <a:lnTo>
                  <a:pt x="5853709" y="1812480"/>
                </a:lnTo>
                <a:lnTo>
                  <a:pt x="5855297" y="1810639"/>
                </a:lnTo>
                <a:lnTo>
                  <a:pt x="5856986" y="1805660"/>
                </a:lnTo>
                <a:close/>
              </a:path>
              <a:path w="9475470" h="4709795">
                <a:moveTo>
                  <a:pt x="5866447" y="2906331"/>
                </a:moveTo>
                <a:lnTo>
                  <a:pt x="5864771" y="2901340"/>
                </a:lnTo>
                <a:lnTo>
                  <a:pt x="5863171" y="2899511"/>
                </a:lnTo>
                <a:lnTo>
                  <a:pt x="5858459" y="2897174"/>
                </a:lnTo>
                <a:lnTo>
                  <a:pt x="5856033" y="2897009"/>
                </a:lnTo>
                <a:lnTo>
                  <a:pt x="5851055" y="2898686"/>
                </a:lnTo>
                <a:lnTo>
                  <a:pt x="5849213" y="2900273"/>
                </a:lnTo>
                <a:lnTo>
                  <a:pt x="5846877" y="2904985"/>
                </a:lnTo>
                <a:lnTo>
                  <a:pt x="5846711" y="2907411"/>
                </a:lnTo>
                <a:lnTo>
                  <a:pt x="5848388" y="2912402"/>
                </a:lnTo>
                <a:lnTo>
                  <a:pt x="5849988" y="2914231"/>
                </a:lnTo>
                <a:lnTo>
                  <a:pt x="5854700" y="2916567"/>
                </a:lnTo>
                <a:lnTo>
                  <a:pt x="5857125" y="2916732"/>
                </a:lnTo>
                <a:lnTo>
                  <a:pt x="5862117" y="2915056"/>
                </a:lnTo>
                <a:lnTo>
                  <a:pt x="5863945" y="2913456"/>
                </a:lnTo>
                <a:lnTo>
                  <a:pt x="5866282" y="2908744"/>
                </a:lnTo>
                <a:lnTo>
                  <a:pt x="5866447" y="2906331"/>
                </a:lnTo>
                <a:close/>
              </a:path>
              <a:path w="9475470" h="4709795">
                <a:moveTo>
                  <a:pt x="5891123" y="1788731"/>
                </a:moveTo>
                <a:lnTo>
                  <a:pt x="5890958" y="1786305"/>
                </a:lnTo>
                <a:lnTo>
                  <a:pt x="5888621" y="1781594"/>
                </a:lnTo>
                <a:lnTo>
                  <a:pt x="5886793" y="1779993"/>
                </a:lnTo>
                <a:lnTo>
                  <a:pt x="5881802" y="1778317"/>
                </a:lnTo>
                <a:lnTo>
                  <a:pt x="5879376" y="1778482"/>
                </a:lnTo>
                <a:lnTo>
                  <a:pt x="5874664" y="1780819"/>
                </a:lnTo>
                <a:lnTo>
                  <a:pt x="5873064" y="1782648"/>
                </a:lnTo>
                <a:lnTo>
                  <a:pt x="5871388" y="1787639"/>
                </a:lnTo>
                <a:lnTo>
                  <a:pt x="5871553" y="1790065"/>
                </a:lnTo>
                <a:lnTo>
                  <a:pt x="5873889" y="1794776"/>
                </a:lnTo>
                <a:lnTo>
                  <a:pt x="5875718" y="1796376"/>
                </a:lnTo>
                <a:lnTo>
                  <a:pt x="5880697" y="1798053"/>
                </a:lnTo>
                <a:lnTo>
                  <a:pt x="5883122" y="1797888"/>
                </a:lnTo>
                <a:lnTo>
                  <a:pt x="5887834" y="1795551"/>
                </a:lnTo>
                <a:lnTo>
                  <a:pt x="5889434" y="1793722"/>
                </a:lnTo>
                <a:lnTo>
                  <a:pt x="5891123" y="1788731"/>
                </a:lnTo>
                <a:close/>
              </a:path>
              <a:path w="9475470" h="4709795">
                <a:moveTo>
                  <a:pt x="5900585" y="2923273"/>
                </a:moveTo>
                <a:lnTo>
                  <a:pt x="5898896" y="2918282"/>
                </a:lnTo>
                <a:lnTo>
                  <a:pt x="5897308" y="2916453"/>
                </a:lnTo>
                <a:lnTo>
                  <a:pt x="5892584" y="2914116"/>
                </a:lnTo>
                <a:lnTo>
                  <a:pt x="5890171" y="2913951"/>
                </a:lnTo>
                <a:lnTo>
                  <a:pt x="5885180" y="2915628"/>
                </a:lnTo>
                <a:lnTo>
                  <a:pt x="5883351" y="2917215"/>
                </a:lnTo>
                <a:lnTo>
                  <a:pt x="5881014" y="2921927"/>
                </a:lnTo>
                <a:lnTo>
                  <a:pt x="5880849" y="2924352"/>
                </a:lnTo>
                <a:lnTo>
                  <a:pt x="5882525" y="2929344"/>
                </a:lnTo>
                <a:lnTo>
                  <a:pt x="5884113" y="2931172"/>
                </a:lnTo>
                <a:lnTo>
                  <a:pt x="5888837" y="2933509"/>
                </a:lnTo>
                <a:lnTo>
                  <a:pt x="5891263" y="2933674"/>
                </a:lnTo>
                <a:lnTo>
                  <a:pt x="5896241" y="2931998"/>
                </a:lnTo>
                <a:lnTo>
                  <a:pt x="5898070" y="2930398"/>
                </a:lnTo>
                <a:lnTo>
                  <a:pt x="5900407" y="2925686"/>
                </a:lnTo>
                <a:lnTo>
                  <a:pt x="5900585" y="2923273"/>
                </a:lnTo>
                <a:close/>
              </a:path>
              <a:path w="9475470" h="4709795">
                <a:moveTo>
                  <a:pt x="5925248" y="1771802"/>
                </a:moveTo>
                <a:lnTo>
                  <a:pt x="5925096" y="1769389"/>
                </a:lnTo>
                <a:lnTo>
                  <a:pt x="5922759" y="1764665"/>
                </a:lnTo>
                <a:lnTo>
                  <a:pt x="5920918" y="1763077"/>
                </a:lnTo>
                <a:lnTo>
                  <a:pt x="5915939" y="1761388"/>
                </a:lnTo>
                <a:lnTo>
                  <a:pt x="5913513" y="1761553"/>
                </a:lnTo>
                <a:lnTo>
                  <a:pt x="5908802" y="1763890"/>
                </a:lnTo>
                <a:lnTo>
                  <a:pt x="5907202" y="1765719"/>
                </a:lnTo>
                <a:lnTo>
                  <a:pt x="5905525" y="1770710"/>
                </a:lnTo>
                <a:lnTo>
                  <a:pt x="5905690" y="1773135"/>
                </a:lnTo>
                <a:lnTo>
                  <a:pt x="5908027" y="1777847"/>
                </a:lnTo>
                <a:lnTo>
                  <a:pt x="5909856" y="1779447"/>
                </a:lnTo>
                <a:lnTo>
                  <a:pt x="5914834" y="1781124"/>
                </a:lnTo>
                <a:lnTo>
                  <a:pt x="5917260" y="1780959"/>
                </a:lnTo>
                <a:lnTo>
                  <a:pt x="5921972" y="1778622"/>
                </a:lnTo>
                <a:lnTo>
                  <a:pt x="5923572" y="1776793"/>
                </a:lnTo>
                <a:lnTo>
                  <a:pt x="5925248" y="1771802"/>
                </a:lnTo>
                <a:close/>
              </a:path>
              <a:path w="9475470" h="4709795">
                <a:moveTo>
                  <a:pt x="5934710" y="2940215"/>
                </a:moveTo>
                <a:lnTo>
                  <a:pt x="5933033" y="2935224"/>
                </a:lnTo>
                <a:lnTo>
                  <a:pt x="5931433" y="2933395"/>
                </a:lnTo>
                <a:lnTo>
                  <a:pt x="5926721" y="2931058"/>
                </a:lnTo>
                <a:lnTo>
                  <a:pt x="5924296" y="2930880"/>
                </a:lnTo>
                <a:lnTo>
                  <a:pt x="5919305" y="2932569"/>
                </a:lnTo>
                <a:lnTo>
                  <a:pt x="5917476" y="2934157"/>
                </a:lnTo>
                <a:lnTo>
                  <a:pt x="5915139" y="2938869"/>
                </a:lnTo>
                <a:lnTo>
                  <a:pt x="5914974" y="2941294"/>
                </a:lnTo>
                <a:lnTo>
                  <a:pt x="5916650" y="2946285"/>
                </a:lnTo>
                <a:lnTo>
                  <a:pt x="5918251" y="2948114"/>
                </a:lnTo>
                <a:lnTo>
                  <a:pt x="5922962" y="2950451"/>
                </a:lnTo>
                <a:lnTo>
                  <a:pt x="5925388" y="2950616"/>
                </a:lnTo>
                <a:lnTo>
                  <a:pt x="5930366" y="2948940"/>
                </a:lnTo>
                <a:lnTo>
                  <a:pt x="5932208" y="2947339"/>
                </a:lnTo>
                <a:lnTo>
                  <a:pt x="5934545" y="2942628"/>
                </a:lnTo>
                <a:lnTo>
                  <a:pt x="5934710" y="2940215"/>
                </a:lnTo>
                <a:close/>
              </a:path>
              <a:path w="9475470" h="4709795">
                <a:moveTo>
                  <a:pt x="5959386" y="1754886"/>
                </a:moveTo>
                <a:lnTo>
                  <a:pt x="5959221" y="1752460"/>
                </a:lnTo>
                <a:lnTo>
                  <a:pt x="5956884" y="1747748"/>
                </a:lnTo>
                <a:lnTo>
                  <a:pt x="5955055" y="1746148"/>
                </a:lnTo>
                <a:lnTo>
                  <a:pt x="5950077" y="1744472"/>
                </a:lnTo>
                <a:lnTo>
                  <a:pt x="5947651" y="1744624"/>
                </a:lnTo>
                <a:lnTo>
                  <a:pt x="5942939" y="1746973"/>
                </a:lnTo>
                <a:lnTo>
                  <a:pt x="5941339" y="1748802"/>
                </a:lnTo>
                <a:lnTo>
                  <a:pt x="5939650" y="1753781"/>
                </a:lnTo>
                <a:lnTo>
                  <a:pt x="5939815" y="1756206"/>
                </a:lnTo>
                <a:lnTo>
                  <a:pt x="5942152" y="1760918"/>
                </a:lnTo>
                <a:lnTo>
                  <a:pt x="5943993" y="1762518"/>
                </a:lnTo>
                <a:lnTo>
                  <a:pt x="5948972" y="1764195"/>
                </a:lnTo>
                <a:lnTo>
                  <a:pt x="5951398" y="1764030"/>
                </a:lnTo>
                <a:lnTo>
                  <a:pt x="5956109" y="1761693"/>
                </a:lnTo>
                <a:lnTo>
                  <a:pt x="5957709" y="1759864"/>
                </a:lnTo>
                <a:lnTo>
                  <a:pt x="5959386" y="1754886"/>
                </a:lnTo>
                <a:close/>
              </a:path>
              <a:path w="9475470" h="4709795">
                <a:moveTo>
                  <a:pt x="5968835" y="2957157"/>
                </a:moveTo>
                <a:lnTo>
                  <a:pt x="5967158" y="2952165"/>
                </a:lnTo>
                <a:lnTo>
                  <a:pt x="5965558" y="2950337"/>
                </a:lnTo>
                <a:lnTo>
                  <a:pt x="5960846" y="2947987"/>
                </a:lnTo>
                <a:lnTo>
                  <a:pt x="5958421" y="2947822"/>
                </a:lnTo>
                <a:lnTo>
                  <a:pt x="5953430" y="2949511"/>
                </a:lnTo>
                <a:lnTo>
                  <a:pt x="5951601" y="2951099"/>
                </a:lnTo>
                <a:lnTo>
                  <a:pt x="5949264" y="2955810"/>
                </a:lnTo>
                <a:lnTo>
                  <a:pt x="5949099" y="2958236"/>
                </a:lnTo>
                <a:lnTo>
                  <a:pt x="5950775" y="2963227"/>
                </a:lnTo>
                <a:lnTo>
                  <a:pt x="5952375" y="2965056"/>
                </a:lnTo>
                <a:lnTo>
                  <a:pt x="5957087" y="2967393"/>
                </a:lnTo>
                <a:lnTo>
                  <a:pt x="5959513" y="2967558"/>
                </a:lnTo>
                <a:lnTo>
                  <a:pt x="5964504" y="2965881"/>
                </a:lnTo>
                <a:lnTo>
                  <a:pt x="5966333" y="2964281"/>
                </a:lnTo>
                <a:lnTo>
                  <a:pt x="5968670" y="2959570"/>
                </a:lnTo>
                <a:lnTo>
                  <a:pt x="5968835" y="2957157"/>
                </a:lnTo>
                <a:close/>
              </a:path>
              <a:path w="9475470" h="4709795">
                <a:moveTo>
                  <a:pt x="5993523" y="1737956"/>
                </a:moveTo>
                <a:lnTo>
                  <a:pt x="5993358" y="1735531"/>
                </a:lnTo>
                <a:lnTo>
                  <a:pt x="5991022" y="1730819"/>
                </a:lnTo>
                <a:lnTo>
                  <a:pt x="5989193" y="1729219"/>
                </a:lnTo>
                <a:lnTo>
                  <a:pt x="5984214" y="1727542"/>
                </a:lnTo>
                <a:lnTo>
                  <a:pt x="5981789" y="1727708"/>
                </a:lnTo>
                <a:lnTo>
                  <a:pt x="5977064" y="1730044"/>
                </a:lnTo>
                <a:lnTo>
                  <a:pt x="5975477" y="1731873"/>
                </a:lnTo>
                <a:lnTo>
                  <a:pt x="5973788" y="1736852"/>
                </a:lnTo>
                <a:lnTo>
                  <a:pt x="5973953" y="1739277"/>
                </a:lnTo>
                <a:lnTo>
                  <a:pt x="5976290" y="1743989"/>
                </a:lnTo>
                <a:lnTo>
                  <a:pt x="5978118" y="1745589"/>
                </a:lnTo>
                <a:lnTo>
                  <a:pt x="5983109" y="1747278"/>
                </a:lnTo>
                <a:lnTo>
                  <a:pt x="5985535" y="1747113"/>
                </a:lnTo>
                <a:lnTo>
                  <a:pt x="5990247" y="1744776"/>
                </a:lnTo>
                <a:lnTo>
                  <a:pt x="5991847" y="1742935"/>
                </a:lnTo>
                <a:lnTo>
                  <a:pt x="5993523" y="1737956"/>
                </a:lnTo>
                <a:close/>
              </a:path>
              <a:path w="9475470" h="4709795">
                <a:moveTo>
                  <a:pt x="6002960" y="2974086"/>
                </a:moveTo>
                <a:lnTo>
                  <a:pt x="6001283" y="2969107"/>
                </a:lnTo>
                <a:lnTo>
                  <a:pt x="5999683" y="2967278"/>
                </a:lnTo>
                <a:lnTo>
                  <a:pt x="5994971" y="2964929"/>
                </a:lnTo>
                <a:lnTo>
                  <a:pt x="5992546" y="2964764"/>
                </a:lnTo>
                <a:lnTo>
                  <a:pt x="5987567" y="2966453"/>
                </a:lnTo>
                <a:lnTo>
                  <a:pt x="5985738" y="2968040"/>
                </a:lnTo>
                <a:lnTo>
                  <a:pt x="5983389" y="2972752"/>
                </a:lnTo>
                <a:lnTo>
                  <a:pt x="5983224" y="2975178"/>
                </a:lnTo>
                <a:lnTo>
                  <a:pt x="5984900" y="2980169"/>
                </a:lnTo>
                <a:lnTo>
                  <a:pt x="5986500" y="2981998"/>
                </a:lnTo>
                <a:lnTo>
                  <a:pt x="5991212" y="2984335"/>
                </a:lnTo>
                <a:lnTo>
                  <a:pt x="5993638" y="2984500"/>
                </a:lnTo>
                <a:lnTo>
                  <a:pt x="5998629" y="2982823"/>
                </a:lnTo>
                <a:lnTo>
                  <a:pt x="6000458" y="2981223"/>
                </a:lnTo>
                <a:lnTo>
                  <a:pt x="6002794" y="2976511"/>
                </a:lnTo>
                <a:lnTo>
                  <a:pt x="6002960" y="2974086"/>
                </a:lnTo>
                <a:close/>
              </a:path>
              <a:path w="9475470" h="4709795">
                <a:moveTo>
                  <a:pt x="6027661" y="1721027"/>
                </a:moveTo>
                <a:lnTo>
                  <a:pt x="6027496" y="1718602"/>
                </a:lnTo>
                <a:lnTo>
                  <a:pt x="6025159" y="1713890"/>
                </a:lnTo>
                <a:lnTo>
                  <a:pt x="6023330" y="1712290"/>
                </a:lnTo>
                <a:lnTo>
                  <a:pt x="6018352" y="1710613"/>
                </a:lnTo>
                <a:lnTo>
                  <a:pt x="6015926" y="1710778"/>
                </a:lnTo>
                <a:lnTo>
                  <a:pt x="6011202" y="1713115"/>
                </a:lnTo>
                <a:lnTo>
                  <a:pt x="6009614" y="1714944"/>
                </a:lnTo>
                <a:lnTo>
                  <a:pt x="6007925" y="1719935"/>
                </a:lnTo>
                <a:lnTo>
                  <a:pt x="6008090" y="1722361"/>
                </a:lnTo>
                <a:lnTo>
                  <a:pt x="6010427" y="1727073"/>
                </a:lnTo>
                <a:lnTo>
                  <a:pt x="6012256" y="1728673"/>
                </a:lnTo>
                <a:lnTo>
                  <a:pt x="6017247" y="1730349"/>
                </a:lnTo>
                <a:lnTo>
                  <a:pt x="6019673" y="1730184"/>
                </a:lnTo>
                <a:lnTo>
                  <a:pt x="6024384" y="1727847"/>
                </a:lnTo>
                <a:lnTo>
                  <a:pt x="6025985" y="1726018"/>
                </a:lnTo>
                <a:lnTo>
                  <a:pt x="6027661" y="1721027"/>
                </a:lnTo>
                <a:close/>
              </a:path>
              <a:path w="9475470" h="4709795">
                <a:moveTo>
                  <a:pt x="6037097" y="2991027"/>
                </a:moveTo>
                <a:lnTo>
                  <a:pt x="6035408" y="2986049"/>
                </a:lnTo>
                <a:lnTo>
                  <a:pt x="6033821" y="2984220"/>
                </a:lnTo>
                <a:lnTo>
                  <a:pt x="6029109" y="2981871"/>
                </a:lnTo>
                <a:lnTo>
                  <a:pt x="6026683" y="2981706"/>
                </a:lnTo>
                <a:lnTo>
                  <a:pt x="6021692" y="2983395"/>
                </a:lnTo>
                <a:lnTo>
                  <a:pt x="6019863" y="2984982"/>
                </a:lnTo>
                <a:lnTo>
                  <a:pt x="6017526" y="2989694"/>
                </a:lnTo>
                <a:lnTo>
                  <a:pt x="6017361" y="2992120"/>
                </a:lnTo>
                <a:lnTo>
                  <a:pt x="6019038" y="2997111"/>
                </a:lnTo>
                <a:lnTo>
                  <a:pt x="6020638" y="2998940"/>
                </a:lnTo>
                <a:lnTo>
                  <a:pt x="6025350" y="3001276"/>
                </a:lnTo>
                <a:lnTo>
                  <a:pt x="6027775" y="3001441"/>
                </a:lnTo>
                <a:lnTo>
                  <a:pt x="6032754" y="2999765"/>
                </a:lnTo>
                <a:lnTo>
                  <a:pt x="6034583" y="2998165"/>
                </a:lnTo>
                <a:lnTo>
                  <a:pt x="6036932" y="2993453"/>
                </a:lnTo>
                <a:lnTo>
                  <a:pt x="6037097" y="2991027"/>
                </a:lnTo>
                <a:close/>
              </a:path>
              <a:path w="9475470" h="4709795">
                <a:moveTo>
                  <a:pt x="6061799" y="1704098"/>
                </a:moveTo>
                <a:lnTo>
                  <a:pt x="6061634" y="1701685"/>
                </a:lnTo>
                <a:lnTo>
                  <a:pt x="6059297" y="1696961"/>
                </a:lnTo>
                <a:lnTo>
                  <a:pt x="6057468" y="1695373"/>
                </a:lnTo>
                <a:lnTo>
                  <a:pt x="6052477" y="1693684"/>
                </a:lnTo>
                <a:lnTo>
                  <a:pt x="6050051" y="1693849"/>
                </a:lnTo>
                <a:lnTo>
                  <a:pt x="6045339" y="1696186"/>
                </a:lnTo>
                <a:lnTo>
                  <a:pt x="6043739" y="1698015"/>
                </a:lnTo>
                <a:lnTo>
                  <a:pt x="6042063" y="1703006"/>
                </a:lnTo>
                <a:lnTo>
                  <a:pt x="6042228" y="1705432"/>
                </a:lnTo>
                <a:lnTo>
                  <a:pt x="6044565" y="1710143"/>
                </a:lnTo>
                <a:lnTo>
                  <a:pt x="6046394" y="1711744"/>
                </a:lnTo>
                <a:lnTo>
                  <a:pt x="6051385" y="1713420"/>
                </a:lnTo>
                <a:lnTo>
                  <a:pt x="6053810" y="1713255"/>
                </a:lnTo>
                <a:lnTo>
                  <a:pt x="6058522" y="1710918"/>
                </a:lnTo>
                <a:lnTo>
                  <a:pt x="6060122" y="1709089"/>
                </a:lnTo>
                <a:lnTo>
                  <a:pt x="6061799" y="1704098"/>
                </a:lnTo>
                <a:close/>
              </a:path>
              <a:path w="9475470" h="4709795">
                <a:moveTo>
                  <a:pt x="6071222" y="3007969"/>
                </a:moveTo>
                <a:lnTo>
                  <a:pt x="6069546" y="3002991"/>
                </a:lnTo>
                <a:lnTo>
                  <a:pt x="6067945" y="3001162"/>
                </a:lnTo>
                <a:lnTo>
                  <a:pt x="6063234" y="2998813"/>
                </a:lnTo>
                <a:lnTo>
                  <a:pt x="6060808" y="2998647"/>
                </a:lnTo>
                <a:lnTo>
                  <a:pt x="6055817" y="3000337"/>
                </a:lnTo>
                <a:lnTo>
                  <a:pt x="6053988" y="3001924"/>
                </a:lnTo>
                <a:lnTo>
                  <a:pt x="6051651" y="3006636"/>
                </a:lnTo>
                <a:lnTo>
                  <a:pt x="6051486" y="3009061"/>
                </a:lnTo>
                <a:lnTo>
                  <a:pt x="6053163" y="3014053"/>
                </a:lnTo>
                <a:lnTo>
                  <a:pt x="6054763" y="3015881"/>
                </a:lnTo>
                <a:lnTo>
                  <a:pt x="6059475" y="3018218"/>
                </a:lnTo>
                <a:lnTo>
                  <a:pt x="6061900" y="3018383"/>
                </a:lnTo>
                <a:lnTo>
                  <a:pt x="6066879" y="3016707"/>
                </a:lnTo>
                <a:lnTo>
                  <a:pt x="6068720" y="3015107"/>
                </a:lnTo>
                <a:lnTo>
                  <a:pt x="6071057" y="3010395"/>
                </a:lnTo>
                <a:lnTo>
                  <a:pt x="6071222" y="3007969"/>
                </a:lnTo>
                <a:close/>
              </a:path>
              <a:path w="9475470" h="4709795">
                <a:moveTo>
                  <a:pt x="6095936" y="1687182"/>
                </a:moveTo>
                <a:lnTo>
                  <a:pt x="6095771" y="1684756"/>
                </a:lnTo>
                <a:lnTo>
                  <a:pt x="6093434" y="1680044"/>
                </a:lnTo>
                <a:lnTo>
                  <a:pt x="6091606" y="1678444"/>
                </a:lnTo>
                <a:lnTo>
                  <a:pt x="6086614" y="1676755"/>
                </a:lnTo>
                <a:lnTo>
                  <a:pt x="6084189" y="1676920"/>
                </a:lnTo>
                <a:lnTo>
                  <a:pt x="6079477" y="1679270"/>
                </a:lnTo>
                <a:lnTo>
                  <a:pt x="6077877" y="1681099"/>
                </a:lnTo>
                <a:lnTo>
                  <a:pt x="6076200" y="1686077"/>
                </a:lnTo>
                <a:lnTo>
                  <a:pt x="6076366" y="1688503"/>
                </a:lnTo>
                <a:lnTo>
                  <a:pt x="6078702" y="1693214"/>
                </a:lnTo>
                <a:lnTo>
                  <a:pt x="6080531" y="1694815"/>
                </a:lnTo>
                <a:lnTo>
                  <a:pt x="6085522" y="1696491"/>
                </a:lnTo>
                <a:lnTo>
                  <a:pt x="6087935" y="1696326"/>
                </a:lnTo>
                <a:lnTo>
                  <a:pt x="6092660" y="1693989"/>
                </a:lnTo>
                <a:lnTo>
                  <a:pt x="6094260" y="1692160"/>
                </a:lnTo>
                <a:lnTo>
                  <a:pt x="6095936" y="1687182"/>
                </a:lnTo>
                <a:close/>
              </a:path>
              <a:path w="9475470" h="4709795">
                <a:moveTo>
                  <a:pt x="6105347" y="3024911"/>
                </a:moveTo>
                <a:lnTo>
                  <a:pt x="6103671" y="3019933"/>
                </a:lnTo>
                <a:lnTo>
                  <a:pt x="6102070" y="3018104"/>
                </a:lnTo>
                <a:lnTo>
                  <a:pt x="6097359" y="3015754"/>
                </a:lnTo>
                <a:lnTo>
                  <a:pt x="6094933" y="3015589"/>
                </a:lnTo>
                <a:lnTo>
                  <a:pt x="6089955" y="3017266"/>
                </a:lnTo>
                <a:lnTo>
                  <a:pt x="6088113" y="3018866"/>
                </a:lnTo>
                <a:lnTo>
                  <a:pt x="6085776" y="3023578"/>
                </a:lnTo>
                <a:lnTo>
                  <a:pt x="6085611" y="3026003"/>
                </a:lnTo>
                <a:lnTo>
                  <a:pt x="6087288" y="3030994"/>
                </a:lnTo>
                <a:lnTo>
                  <a:pt x="6088888" y="3032823"/>
                </a:lnTo>
                <a:lnTo>
                  <a:pt x="6093599" y="3035160"/>
                </a:lnTo>
                <a:lnTo>
                  <a:pt x="6096025" y="3035325"/>
                </a:lnTo>
                <a:lnTo>
                  <a:pt x="6101016" y="3033649"/>
                </a:lnTo>
                <a:lnTo>
                  <a:pt x="6102845" y="3032048"/>
                </a:lnTo>
                <a:lnTo>
                  <a:pt x="6105182" y="3027337"/>
                </a:lnTo>
                <a:lnTo>
                  <a:pt x="6105347" y="3024911"/>
                </a:lnTo>
                <a:close/>
              </a:path>
              <a:path w="9475470" h="4709795">
                <a:moveTo>
                  <a:pt x="6130074" y="1670253"/>
                </a:moveTo>
                <a:lnTo>
                  <a:pt x="6129909" y="1667827"/>
                </a:lnTo>
                <a:lnTo>
                  <a:pt x="6127572" y="1663115"/>
                </a:lnTo>
                <a:lnTo>
                  <a:pt x="6125743" y="1661515"/>
                </a:lnTo>
                <a:lnTo>
                  <a:pt x="6120752" y="1659839"/>
                </a:lnTo>
                <a:lnTo>
                  <a:pt x="6118326" y="1660004"/>
                </a:lnTo>
                <a:lnTo>
                  <a:pt x="6113615" y="1662341"/>
                </a:lnTo>
                <a:lnTo>
                  <a:pt x="6112014" y="1664169"/>
                </a:lnTo>
                <a:lnTo>
                  <a:pt x="6110338" y="1669148"/>
                </a:lnTo>
                <a:lnTo>
                  <a:pt x="6110503" y="1671574"/>
                </a:lnTo>
                <a:lnTo>
                  <a:pt x="6112840" y="1676285"/>
                </a:lnTo>
                <a:lnTo>
                  <a:pt x="6114669" y="1677885"/>
                </a:lnTo>
                <a:lnTo>
                  <a:pt x="6119647" y="1679575"/>
                </a:lnTo>
                <a:lnTo>
                  <a:pt x="6122073" y="1679409"/>
                </a:lnTo>
                <a:lnTo>
                  <a:pt x="6126797" y="1677073"/>
                </a:lnTo>
                <a:lnTo>
                  <a:pt x="6128385" y="1675231"/>
                </a:lnTo>
                <a:lnTo>
                  <a:pt x="6130074" y="1670253"/>
                </a:lnTo>
                <a:close/>
              </a:path>
              <a:path w="9475470" h="4709795">
                <a:moveTo>
                  <a:pt x="6139472" y="3041853"/>
                </a:moveTo>
                <a:lnTo>
                  <a:pt x="6137795" y="3036874"/>
                </a:lnTo>
                <a:lnTo>
                  <a:pt x="6136195" y="3035046"/>
                </a:lnTo>
                <a:lnTo>
                  <a:pt x="6131484" y="3032696"/>
                </a:lnTo>
                <a:lnTo>
                  <a:pt x="6129058" y="3032531"/>
                </a:lnTo>
                <a:lnTo>
                  <a:pt x="6124079" y="3034207"/>
                </a:lnTo>
                <a:lnTo>
                  <a:pt x="6122251" y="3035808"/>
                </a:lnTo>
                <a:lnTo>
                  <a:pt x="6119901" y="3040519"/>
                </a:lnTo>
                <a:lnTo>
                  <a:pt x="6119736" y="3042945"/>
                </a:lnTo>
                <a:lnTo>
                  <a:pt x="6121425" y="3047936"/>
                </a:lnTo>
                <a:lnTo>
                  <a:pt x="6123013" y="3049765"/>
                </a:lnTo>
                <a:lnTo>
                  <a:pt x="6127737" y="3052102"/>
                </a:lnTo>
                <a:lnTo>
                  <a:pt x="6130150" y="3052267"/>
                </a:lnTo>
                <a:lnTo>
                  <a:pt x="6135141" y="3050590"/>
                </a:lnTo>
                <a:lnTo>
                  <a:pt x="6136970" y="3048990"/>
                </a:lnTo>
                <a:lnTo>
                  <a:pt x="6139307" y="3044279"/>
                </a:lnTo>
                <a:lnTo>
                  <a:pt x="6139472" y="3041853"/>
                </a:lnTo>
                <a:close/>
              </a:path>
              <a:path w="9475470" h="4709795">
                <a:moveTo>
                  <a:pt x="6164211" y="1653324"/>
                </a:moveTo>
                <a:lnTo>
                  <a:pt x="6164046" y="1650898"/>
                </a:lnTo>
                <a:lnTo>
                  <a:pt x="6161710" y="1646186"/>
                </a:lnTo>
                <a:lnTo>
                  <a:pt x="6159881" y="1644586"/>
                </a:lnTo>
                <a:lnTo>
                  <a:pt x="6154890" y="1642910"/>
                </a:lnTo>
                <a:lnTo>
                  <a:pt x="6152464" y="1643075"/>
                </a:lnTo>
                <a:lnTo>
                  <a:pt x="6147752" y="1645412"/>
                </a:lnTo>
                <a:lnTo>
                  <a:pt x="6146152" y="1647240"/>
                </a:lnTo>
                <a:lnTo>
                  <a:pt x="6144476" y="1652231"/>
                </a:lnTo>
                <a:lnTo>
                  <a:pt x="6144641" y="1654657"/>
                </a:lnTo>
                <a:lnTo>
                  <a:pt x="6146978" y="1659369"/>
                </a:lnTo>
                <a:lnTo>
                  <a:pt x="6148806" y="1660956"/>
                </a:lnTo>
                <a:lnTo>
                  <a:pt x="6153785" y="1662645"/>
                </a:lnTo>
                <a:lnTo>
                  <a:pt x="6156210" y="1662480"/>
                </a:lnTo>
                <a:lnTo>
                  <a:pt x="6160922" y="1660144"/>
                </a:lnTo>
                <a:lnTo>
                  <a:pt x="6162522" y="1658315"/>
                </a:lnTo>
                <a:lnTo>
                  <a:pt x="6164211" y="1653324"/>
                </a:lnTo>
                <a:close/>
              </a:path>
              <a:path w="9475470" h="4709795">
                <a:moveTo>
                  <a:pt x="6173609" y="3058795"/>
                </a:moveTo>
                <a:lnTo>
                  <a:pt x="6171933" y="3053816"/>
                </a:lnTo>
                <a:lnTo>
                  <a:pt x="6170333" y="3051987"/>
                </a:lnTo>
                <a:lnTo>
                  <a:pt x="6165621" y="3049638"/>
                </a:lnTo>
                <a:lnTo>
                  <a:pt x="6163195" y="3049473"/>
                </a:lnTo>
                <a:lnTo>
                  <a:pt x="6158204" y="3051149"/>
                </a:lnTo>
                <a:lnTo>
                  <a:pt x="6156376" y="3052749"/>
                </a:lnTo>
                <a:lnTo>
                  <a:pt x="6154039" y="3057461"/>
                </a:lnTo>
                <a:lnTo>
                  <a:pt x="6153874" y="3059887"/>
                </a:lnTo>
                <a:lnTo>
                  <a:pt x="6155550" y="3064878"/>
                </a:lnTo>
                <a:lnTo>
                  <a:pt x="6157150" y="3066707"/>
                </a:lnTo>
                <a:lnTo>
                  <a:pt x="6161862" y="3069044"/>
                </a:lnTo>
                <a:lnTo>
                  <a:pt x="6164288" y="3069209"/>
                </a:lnTo>
                <a:lnTo>
                  <a:pt x="6169266" y="3067532"/>
                </a:lnTo>
                <a:lnTo>
                  <a:pt x="6171095" y="3065932"/>
                </a:lnTo>
                <a:lnTo>
                  <a:pt x="6173444" y="3061220"/>
                </a:lnTo>
                <a:lnTo>
                  <a:pt x="6173609" y="3058795"/>
                </a:lnTo>
                <a:close/>
              </a:path>
              <a:path w="9475470" h="4709795">
                <a:moveTo>
                  <a:pt x="6198336" y="1636395"/>
                </a:moveTo>
                <a:lnTo>
                  <a:pt x="6198184" y="1633969"/>
                </a:lnTo>
                <a:lnTo>
                  <a:pt x="6195834" y="1629257"/>
                </a:lnTo>
                <a:lnTo>
                  <a:pt x="6194006" y="1627670"/>
                </a:lnTo>
                <a:lnTo>
                  <a:pt x="6189027" y="1625981"/>
                </a:lnTo>
                <a:lnTo>
                  <a:pt x="6186602" y="1626146"/>
                </a:lnTo>
                <a:lnTo>
                  <a:pt x="6181890" y="1628482"/>
                </a:lnTo>
                <a:lnTo>
                  <a:pt x="6180290" y="1630311"/>
                </a:lnTo>
                <a:lnTo>
                  <a:pt x="6178613" y="1635302"/>
                </a:lnTo>
                <a:lnTo>
                  <a:pt x="6178778" y="1637728"/>
                </a:lnTo>
                <a:lnTo>
                  <a:pt x="6181115" y="1642440"/>
                </a:lnTo>
                <a:lnTo>
                  <a:pt x="6182944" y="1644040"/>
                </a:lnTo>
                <a:lnTo>
                  <a:pt x="6187922" y="1645716"/>
                </a:lnTo>
                <a:lnTo>
                  <a:pt x="6190348" y="1645551"/>
                </a:lnTo>
                <a:lnTo>
                  <a:pt x="6195060" y="1643214"/>
                </a:lnTo>
                <a:lnTo>
                  <a:pt x="6196660" y="1641386"/>
                </a:lnTo>
                <a:lnTo>
                  <a:pt x="6198336" y="1636395"/>
                </a:lnTo>
                <a:close/>
              </a:path>
              <a:path w="9475470" h="4709795">
                <a:moveTo>
                  <a:pt x="6207734" y="3075736"/>
                </a:moveTo>
                <a:lnTo>
                  <a:pt x="6206058" y="3070758"/>
                </a:lnTo>
                <a:lnTo>
                  <a:pt x="6204458" y="3068929"/>
                </a:lnTo>
                <a:lnTo>
                  <a:pt x="6199746" y="3066580"/>
                </a:lnTo>
                <a:lnTo>
                  <a:pt x="6197320" y="3066415"/>
                </a:lnTo>
                <a:lnTo>
                  <a:pt x="6192329" y="3068091"/>
                </a:lnTo>
                <a:lnTo>
                  <a:pt x="6190500" y="3069691"/>
                </a:lnTo>
                <a:lnTo>
                  <a:pt x="6188164" y="3074403"/>
                </a:lnTo>
                <a:lnTo>
                  <a:pt x="6187999" y="3076829"/>
                </a:lnTo>
                <a:lnTo>
                  <a:pt x="6189675" y="3081820"/>
                </a:lnTo>
                <a:lnTo>
                  <a:pt x="6191275" y="3083649"/>
                </a:lnTo>
                <a:lnTo>
                  <a:pt x="6195987" y="3085985"/>
                </a:lnTo>
                <a:lnTo>
                  <a:pt x="6198413" y="3086150"/>
                </a:lnTo>
                <a:lnTo>
                  <a:pt x="6203391" y="3084474"/>
                </a:lnTo>
                <a:lnTo>
                  <a:pt x="6205232" y="3082874"/>
                </a:lnTo>
                <a:lnTo>
                  <a:pt x="6207569" y="3078162"/>
                </a:lnTo>
                <a:lnTo>
                  <a:pt x="6207734" y="3075736"/>
                </a:lnTo>
                <a:close/>
              </a:path>
              <a:path w="9475470" h="4709795">
                <a:moveTo>
                  <a:pt x="6232474" y="1619478"/>
                </a:moveTo>
                <a:lnTo>
                  <a:pt x="6232309" y="1617052"/>
                </a:lnTo>
                <a:lnTo>
                  <a:pt x="6229972" y="1612341"/>
                </a:lnTo>
                <a:lnTo>
                  <a:pt x="6228143" y="1610741"/>
                </a:lnTo>
                <a:lnTo>
                  <a:pt x="6223165" y="1609051"/>
                </a:lnTo>
                <a:lnTo>
                  <a:pt x="6220739" y="1609217"/>
                </a:lnTo>
                <a:lnTo>
                  <a:pt x="6216027" y="1611553"/>
                </a:lnTo>
                <a:lnTo>
                  <a:pt x="6214427" y="1613395"/>
                </a:lnTo>
                <a:lnTo>
                  <a:pt x="6212738" y="1618373"/>
                </a:lnTo>
                <a:lnTo>
                  <a:pt x="6212903" y="1620799"/>
                </a:lnTo>
                <a:lnTo>
                  <a:pt x="6215240" y="1625511"/>
                </a:lnTo>
                <a:lnTo>
                  <a:pt x="6217082" y="1627111"/>
                </a:lnTo>
                <a:lnTo>
                  <a:pt x="6222060" y="1628787"/>
                </a:lnTo>
                <a:lnTo>
                  <a:pt x="6224486" y="1628622"/>
                </a:lnTo>
                <a:lnTo>
                  <a:pt x="6229197" y="1626285"/>
                </a:lnTo>
                <a:lnTo>
                  <a:pt x="6230798" y="1624457"/>
                </a:lnTo>
                <a:lnTo>
                  <a:pt x="6232474" y="1619478"/>
                </a:lnTo>
                <a:close/>
              </a:path>
              <a:path w="9475470" h="4709795">
                <a:moveTo>
                  <a:pt x="6241859" y="3092678"/>
                </a:moveTo>
                <a:lnTo>
                  <a:pt x="6240183" y="3087700"/>
                </a:lnTo>
                <a:lnTo>
                  <a:pt x="6238583" y="3085871"/>
                </a:lnTo>
                <a:lnTo>
                  <a:pt x="6233871" y="3083522"/>
                </a:lnTo>
                <a:lnTo>
                  <a:pt x="6231445" y="3083356"/>
                </a:lnTo>
                <a:lnTo>
                  <a:pt x="6226467" y="3085033"/>
                </a:lnTo>
                <a:lnTo>
                  <a:pt x="6224625" y="3086633"/>
                </a:lnTo>
                <a:lnTo>
                  <a:pt x="6222289" y="3091345"/>
                </a:lnTo>
                <a:lnTo>
                  <a:pt x="6222123" y="3093770"/>
                </a:lnTo>
                <a:lnTo>
                  <a:pt x="6223800" y="3098762"/>
                </a:lnTo>
                <a:lnTo>
                  <a:pt x="6225400" y="3100590"/>
                </a:lnTo>
                <a:lnTo>
                  <a:pt x="6230112" y="3102927"/>
                </a:lnTo>
                <a:lnTo>
                  <a:pt x="6232537" y="3103092"/>
                </a:lnTo>
                <a:lnTo>
                  <a:pt x="6237529" y="3101416"/>
                </a:lnTo>
                <a:lnTo>
                  <a:pt x="6239357" y="3099816"/>
                </a:lnTo>
                <a:lnTo>
                  <a:pt x="6241694" y="3095104"/>
                </a:lnTo>
                <a:lnTo>
                  <a:pt x="6241859" y="3092678"/>
                </a:lnTo>
                <a:close/>
              </a:path>
              <a:path w="9475470" h="4709795">
                <a:moveTo>
                  <a:pt x="6266612" y="1602549"/>
                </a:moveTo>
                <a:lnTo>
                  <a:pt x="6266446" y="1600123"/>
                </a:lnTo>
                <a:lnTo>
                  <a:pt x="6264110" y="1595412"/>
                </a:lnTo>
                <a:lnTo>
                  <a:pt x="6262281" y="1593811"/>
                </a:lnTo>
                <a:lnTo>
                  <a:pt x="6257302" y="1592135"/>
                </a:lnTo>
                <a:lnTo>
                  <a:pt x="6254877" y="1592300"/>
                </a:lnTo>
                <a:lnTo>
                  <a:pt x="6250152" y="1594637"/>
                </a:lnTo>
                <a:lnTo>
                  <a:pt x="6248565" y="1596466"/>
                </a:lnTo>
                <a:lnTo>
                  <a:pt x="6246876" y="1601444"/>
                </a:lnTo>
                <a:lnTo>
                  <a:pt x="6247041" y="1603870"/>
                </a:lnTo>
                <a:lnTo>
                  <a:pt x="6249378" y="1608582"/>
                </a:lnTo>
                <a:lnTo>
                  <a:pt x="6251206" y="1610182"/>
                </a:lnTo>
                <a:lnTo>
                  <a:pt x="6256198" y="1611858"/>
                </a:lnTo>
                <a:lnTo>
                  <a:pt x="6258623" y="1611706"/>
                </a:lnTo>
                <a:lnTo>
                  <a:pt x="6263335" y="1609356"/>
                </a:lnTo>
                <a:lnTo>
                  <a:pt x="6264935" y="1607527"/>
                </a:lnTo>
                <a:lnTo>
                  <a:pt x="6266612" y="1602549"/>
                </a:lnTo>
                <a:close/>
              </a:path>
              <a:path w="9475470" h="4709795">
                <a:moveTo>
                  <a:pt x="6275984" y="3109620"/>
                </a:moveTo>
                <a:lnTo>
                  <a:pt x="6274308" y="3104642"/>
                </a:lnTo>
                <a:lnTo>
                  <a:pt x="6272720" y="3102813"/>
                </a:lnTo>
                <a:lnTo>
                  <a:pt x="6267996" y="3100463"/>
                </a:lnTo>
                <a:lnTo>
                  <a:pt x="6265583" y="3100298"/>
                </a:lnTo>
                <a:lnTo>
                  <a:pt x="6260592" y="3101975"/>
                </a:lnTo>
                <a:lnTo>
                  <a:pt x="6258763" y="3103575"/>
                </a:lnTo>
                <a:lnTo>
                  <a:pt x="6256426" y="3108287"/>
                </a:lnTo>
                <a:lnTo>
                  <a:pt x="6256261" y="3110712"/>
                </a:lnTo>
                <a:lnTo>
                  <a:pt x="6257937" y="3115703"/>
                </a:lnTo>
                <a:lnTo>
                  <a:pt x="6259525" y="3117532"/>
                </a:lnTo>
                <a:lnTo>
                  <a:pt x="6264249" y="3119869"/>
                </a:lnTo>
                <a:lnTo>
                  <a:pt x="6266662" y="3120034"/>
                </a:lnTo>
                <a:lnTo>
                  <a:pt x="6271653" y="3118358"/>
                </a:lnTo>
                <a:lnTo>
                  <a:pt x="6273482" y="3116757"/>
                </a:lnTo>
                <a:lnTo>
                  <a:pt x="6275819" y="3112046"/>
                </a:lnTo>
                <a:lnTo>
                  <a:pt x="6275984" y="3109620"/>
                </a:lnTo>
                <a:close/>
              </a:path>
              <a:path w="9475470" h="4709795">
                <a:moveTo>
                  <a:pt x="6300749" y="1585620"/>
                </a:moveTo>
                <a:lnTo>
                  <a:pt x="6300584" y="1583194"/>
                </a:lnTo>
                <a:lnTo>
                  <a:pt x="6298247" y="1578483"/>
                </a:lnTo>
                <a:lnTo>
                  <a:pt x="6296418" y="1576882"/>
                </a:lnTo>
                <a:lnTo>
                  <a:pt x="6291440" y="1575206"/>
                </a:lnTo>
                <a:lnTo>
                  <a:pt x="6289014" y="1575371"/>
                </a:lnTo>
                <a:lnTo>
                  <a:pt x="6284290" y="1577708"/>
                </a:lnTo>
                <a:lnTo>
                  <a:pt x="6282690" y="1579537"/>
                </a:lnTo>
                <a:lnTo>
                  <a:pt x="6281013" y="1584528"/>
                </a:lnTo>
                <a:lnTo>
                  <a:pt x="6281178" y="1586941"/>
                </a:lnTo>
                <a:lnTo>
                  <a:pt x="6283515" y="1591665"/>
                </a:lnTo>
                <a:lnTo>
                  <a:pt x="6285344" y="1593253"/>
                </a:lnTo>
                <a:lnTo>
                  <a:pt x="6290335" y="1594942"/>
                </a:lnTo>
                <a:lnTo>
                  <a:pt x="6292761" y="1594777"/>
                </a:lnTo>
                <a:lnTo>
                  <a:pt x="6297473" y="1592440"/>
                </a:lnTo>
                <a:lnTo>
                  <a:pt x="6299073" y="1590611"/>
                </a:lnTo>
                <a:lnTo>
                  <a:pt x="6300749" y="1585620"/>
                </a:lnTo>
                <a:close/>
              </a:path>
              <a:path w="9475470" h="4709795">
                <a:moveTo>
                  <a:pt x="6310122" y="3126562"/>
                </a:moveTo>
                <a:lnTo>
                  <a:pt x="6308445" y="3121583"/>
                </a:lnTo>
                <a:lnTo>
                  <a:pt x="6306845" y="3119755"/>
                </a:lnTo>
                <a:lnTo>
                  <a:pt x="6302133" y="3117405"/>
                </a:lnTo>
                <a:lnTo>
                  <a:pt x="6299708" y="3117240"/>
                </a:lnTo>
                <a:lnTo>
                  <a:pt x="6294717" y="3118916"/>
                </a:lnTo>
                <a:lnTo>
                  <a:pt x="6292888" y="3120517"/>
                </a:lnTo>
                <a:lnTo>
                  <a:pt x="6290551" y="3125228"/>
                </a:lnTo>
                <a:lnTo>
                  <a:pt x="6290386" y="3127654"/>
                </a:lnTo>
                <a:lnTo>
                  <a:pt x="6292062" y="3132645"/>
                </a:lnTo>
                <a:lnTo>
                  <a:pt x="6293663" y="3134474"/>
                </a:lnTo>
                <a:lnTo>
                  <a:pt x="6298374" y="3136811"/>
                </a:lnTo>
                <a:lnTo>
                  <a:pt x="6300800" y="3136976"/>
                </a:lnTo>
                <a:lnTo>
                  <a:pt x="6305778" y="3135299"/>
                </a:lnTo>
                <a:lnTo>
                  <a:pt x="6307607" y="3133699"/>
                </a:lnTo>
                <a:lnTo>
                  <a:pt x="6309957" y="3128988"/>
                </a:lnTo>
                <a:lnTo>
                  <a:pt x="6310122" y="3126562"/>
                </a:lnTo>
                <a:close/>
              </a:path>
              <a:path w="9475470" h="4709795">
                <a:moveTo>
                  <a:pt x="6334887" y="1568691"/>
                </a:moveTo>
                <a:lnTo>
                  <a:pt x="6334722" y="1566265"/>
                </a:lnTo>
                <a:lnTo>
                  <a:pt x="6332385" y="1561553"/>
                </a:lnTo>
                <a:lnTo>
                  <a:pt x="6330556" y="1559953"/>
                </a:lnTo>
                <a:lnTo>
                  <a:pt x="6325565" y="1558277"/>
                </a:lnTo>
                <a:lnTo>
                  <a:pt x="6323139" y="1558442"/>
                </a:lnTo>
                <a:lnTo>
                  <a:pt x="6318428" y="1560779"/>
                </a:lnTo>
                <a:lnTo>
                  <a:pt x="6316827" y="1562608"/>
                </a:lnTo>
                <a:lnTo>
                  <a:pt x="6315151" y="1567599"/>
                </a:lnTo>
                <a:lnTo>
                  <a:pt x="6315316" y="1570024"/>
                </a:lnTo>
                <a:lnTo>
                  <a:pt x="6317653" y="1574736"/>
                </a:lnTo>
                <a:lnTo>
                  <a:pt x="6319482" y="1576336"/>
                </a:lnTo>
                <a:lnTo>
                  <a:pt x="6324473" y="1578013"/>
                </a:lnTo>
                <a:lnTo>
                  <a:pt x="6326899" y="1577848"/>
                </a:lnTo>
                <a:lnTo>
                  <a:pt x="6331610" y="1575511"/>
                </a:lnTo>
                <a:lnTo>
                  <a:pt x="6333210" y="1573682"/>
                </a:lnTo>
                <a:lnTo>
                  <a:pt x="6334887" y="1568691"/>
                </a:lnTo>
                <a:close/>
              </a:path>
              <a:path w="9475470" h="4709795">
                <a:moveTo>
                  <a:pt x="6344247" y="3143504"/>
                </a:moveTo>
                <a:lnTo>
                  <a:pt x="6342570" y="3138525"/>
                </a:lnTo>
                <a:lnTo>
                  <a:pt x="6340970" y="3136684"/>
                </a:lnTo>
                <a:lnTo>
                  <a:pt x="6336258" y="3134347"/>
                </a:lnTo>
                <a:lnTo>
                  <a:pt x="6333833" y="3134182"/>
                </a:lnTo>
                <a:lnTo>
                  <a:pt x="6328842" y="3135858"/>
                </a:lnTo>
                <a:lnTo>
                  <a:pt x="6327013" y="3137458"/>
                </a:lnTo>
                <a:lnTo>
                  <a:pt x="6324676" y="3142170"/>
                </a:lnTo>
                <a:lnTo>
                  <a:pt x="6324511" y="3144596"/>
                </a:lnTo>
                <a:lnTo>
                  <a:pt x="6326187" y="3149587"/>
                </a:lnTo>
                <a:lnTo>
                  <a:pt x="6327788" y="3151416"/>
                </a:lnTo>
                <a:lnTo>
                  <a:pt x="6332499" y="3153753"/>
                </a:lnTo>
                <a:lnTo>
                  <a:pt x="6334925" y="3153918"/>
                </a:lnTo>
                <a:lnTo>
                  <a:pt x="6339916" y="3152241"/>
                </a:lnTo>
                <a:lnTo>
                  <a:pt x="6341745" y="3150641"/>
                </a:lnTo>
                <a:lnTo>
                  <a:pt x="6344082" y="3145929"/>
                </a:lnTo>
                <a:lnTo>
                  <a:pt x="6344247" y="3143504"/>
                </a:lnTo>
                <a:close/>
              </a:path>
              <a:path w="9475470" h="4709795">
                <a:moveTo>
                  <a:pt x="6369024" y="1551774"/>
                </a:moveTo>
                <a:lnTo>
                  <a:pt x="6368859" y="1549349"/>
                </a:lnTo>
                <a:lnTo>
                  <a:pt x="6366523" y="1544637"/>
                </a:lnTo>
                <a:lnTo>
                  <a:pt x="6364694" y="1543037"/>
                </a:lnTo>
                <a:lnTo>
                  <a:pt x="6359703" y="1541348"/>
                </a:lnTo>
                <a:lnTo>
                  <a:pt x="6357277" y="1541513"/>
                </a:lnTo>
                <a:lnTo>
                  <a:pt x="6352565" y="1543850"/>
                </a:lnTo>
                <a:lnTo>
                  <a:pt x="6350965" y="1545691"/>
                </a:lnTo>
                <a:lnTo>
                  <a:pt x="6349289" y="1550670"/>
                </a:lnTo>
                <a:lnTo>
                  <a:pt x="6349454" y="1553095"/>
                </a:lnTo>
                <a:lnTo>
                  <a:pt x="6351791" y="1557807"/>
                </a:lnTo>
                <a:lnTo>
                  <a:pt x="6353619" y="1559407"/>
                </a:lnTo>
                <a:lnTo>
                  <a:pt x="6358610" y="1561084"/>
                </a:lnTo>
                <a:lnTo>
                  <a:pt x="6361023" y="1560918"/>
                </a:lnTo>
                <a:lnTo>
                  <a:pt x="6365748" y="1558582"/>
                </a:lnTo>
                <a:lnTo>
                  <a:pt x="6367348" y="1556753"/>
                </a:lnTo>
                <a:lnTo>
                  <a:pt x="6369024" y="1551774"/>
                </a:lnTo>
                <a:close/>
              </a:path>
              <a:path w="9475470" h="4709795">
                <a:moveTo>
                  <a:pt x="6378372" y="3160445"/>
                </a:moveTo>
                <a:lnTo>
                  <a:pt x="6376695" y="3155467"/>
                </a:lnTo>
                <a:lnTo>
                  <a:pt x="6375095" y="3153626"/>
                </a:lnTo>
                <a:lnTo>
                  <a:pt x="6370383" y="3151289"/>
                </a:lnTo>
                <a:lnTo>
                  <a:pt x="6367958" y="3151124"/>
                </a:lnTo>
                <a:lnTo>
                  <a:pt x="6362979" y="3152800"/>
                </a:lnTo>
                <a:lnTo>
                  <a:pt x="6361138" y="3154400"/>
                </a:lnTo>
                <a:lnTo>
                  <a:pt x="6358801" y="3159112"/>
                </a:lnTo>
                <a:lnTo>
                  <a:pt x="6358636" y="3161538"/>
                </a:lnTo>
                <a:lnTo>
                  <a:pt x="6360312" y="3166529"/>
                </a:lnTo>
                <a:lnTo>
                  <a:pt x="6361912" y="3168358"/>
                </a:lnTo>
                <a:lnTo>
                  <a:pt x="6366624" y="3170694"/>
                </a:lnTo>
                <a:lnTo>
                  <a:pt x="6369050" y="3170859"/>
                </a:lnTo>
                <a:lnTo>
                  <a:pt x="6374041" y="3169183"/>
                </a:lnTo>
                <a:lnTo>
                  <a:pt x="6375870" y="3167583"/>
                </a:lnTo>
                <a:lnTo>
                  <a:pt x="6378207" y="3162871"/>
                </a:lnTo>
                <a:lnTo>
                  <a:pt x="6378372" y="3160445"/>
                </a:lnTo>
                <a:close/>
              </a:path>
              <a:path w="9475470" h="4709795">
                <a:moveTo>
                  <a:pt x="6403162" y="1534845"/>
                </a:moveTo>
                <a:lnTo>
                  <a:pt x="6402997" y="1532420"/>
                </a:lnTo>
                <a:lnTo>
                  <a:pt x="6400660" y="1527708"/>
                </a:lnTo>
                <a:lnTo>
                  <a:pt x="6398831" y="1526108"/>
                </a:lnTo>
                <a:lnTo>
                  <a:pt x="6393840" y="1524431"/>
                </a:lnTo>
                <a:lnTo>
                  <a:pt x="6391415" y="1524596"/>
                </a:lnTo>
                <a:lnTo>
                  <a:pt x="6386703" y="1526933"/>
                </a:lnTo>
                <a:lnTo>
                  <a:pt x="6385103" y="1528762"/>
                </a:lnTo>
                <a:lnTo>
                  <a:pt x="6383426" y="1533740"/>
                </a:lnTo>
                <a:lnTo>
                  <a:pt x="6383591" y="1536166"/>
                </a:lnTo>
                <a:lnTo>
                  <a:pt x="6385928" y="1540878"/>
                </a:lnTo>
                <a:lnTo>
                  <a:pt x="6387757" y="1542478"/>
                </a:lnTo>
                <a:lnTo>
                  <a:pt x="6392735" y="1544154"/>
                </a:lnTo>
                <a:lnTo>
                  <a:pt x="6395161" y="1544002"/>
                </a:lnTo>
                <a:lnTo>
                  <a:pt x="6399885" y="1541653"/>
                </a:lnTo>
                <a:lnTo>
                  <a:pt x="6401473" y="1539824"/>
                </a:lnTo>
                <a:lnTo>
                  <a:pt x="6403162" y="1534845"/>
                </a:lnTo>
                <a:close/>
              </a:path>
              <a:path w="9475470" h="4709795">
                <a:moveTo>
                  <a:pt x="6412497" y="3177387"/>
                </a:moveTo>
                <a:lnTo>
                  <a:pt x="6410820" y="3172409"/>
                </a:lnTo>
                <a:lnTo>
                  <a:pt x="6409233" y="3170567"/>
                </a:lnTo>
                <a:lnTo>
                  <a:pt x="6404508" y="3168231"/>
                </a:lnTo>
                <a:lnTo>
                  <a:pt x="6402095" y="3168065"/>
                </a:lnTo>
                <a:lnTo>
                  <a:pt x="6397104" y="3169742"/>
                </a:lnTo>
                <a:lnTo>
                  <a:pt x="6395275" y="3171342"/>
                </a:lnTo>
                <a:lnTo>
                  <a:pt x="6392939" y="3176054"/>
                </a:lnTo>
                <a:lnTo>
                  <a:pt x="6392773" y="3178479"/>
                </a:lnTo>
                <a:lnTo>
                  <a:pt x="6394450" y="3183471"/>
                </a:lnTo>
                <a:lnTo>
                  <a:pt x="6396037" y="3185299"/>
                </a:lnTo>
                <a:lnTo>
                  <a:pt x="6400762" y="3187636"/>
                </a:lnTo>
                <a:lnTo>
                  <a:pt x="6403187" y="3187801"/>
                </a:lnTo>
                <a:lnTo>
                  <a:pt x="6408166" y="3186125"/>
                </a:lnTo>
                <a:lnTo>
                  <a:pt x="6409995" y="3184525"/>
                </a:lnTo>
                <a:lnTo>
                  <a:pt x="6412331" y="3179813"/>
                </a:lnTo>
                <a:lnTo>
                  <a:pt x="6412497" y="3177387"/>
                </a:lnTo>
                <a:close/>
              </a:path>
              <a:path w="9475470" h="4709795">
                <a:moveTo>
                  <a:pt x="6437300" y="1517916"/>
                </a:moveTo>
                <a:lnTo>
                  <a:pt x="6437135" y="1515491"/>
                </a:lnTo>
                <a:lnTo>
                  <a:pt x="6434798" y="1510779"/>
                </a:lnTo>
                <a:lnTo>
                  <a:pt x="6432969" y="1509179"/>
                </a:lnTo>
                <a:lnTo>
                  <a:pt x="6427978" y="1507502"/>
                </a:lnTo>
                <a:lnTo>
                  <a:pt x="6425552" y="1507667"/>
                </a:lnTo>
                <a:lnTo>
                  <a:pt x="6420840" y="1510004"/>
                </a:lnTo>
                <a:lnTo>
                  <a:pt x="6419240" y="1511833"/>
                </a:lnTo>
                <a:lnTo>
                  <a:pt x="6417564" y="1516824"/>
                </a:lnTo>
                <a:lnTo>
                  <a:pt x="6417729" y="1519237"/>
                </a:lnTo>
                <a:lnTo>
                  <a:pt x="6420066" y="1523961"/>
                </a:lnTo>
                <a:lnTo>
                  <a:pt x="6421895" y="1525549"/>
                </a:lnTo>
                <a:lnTo>
                  <a:pt x="6426873" y="1527238"/>
                </a:lnTo>
                <a:lnTo>
                  <a:pt x="6429299" y="1527073"/>
                </a:lnTo>
                <a:lnTo>
                  <a:pt x="6434010" y="1524736"/>
                </a:lnTo>
                <a:lnTo>
                  <a:pt x="6435611" y="1522907"/>
                </a:lnTo>
                <a:lnTo>
                  <a:pt x="6437300" y="1517916"/>
                </a:lnTo>
                <a:close/>
              </a:path>
              <a:path w="9475470" h="4709795">
                <a:moveTo>
                  <a:pt x="6446634" y="3194329"/>
                </a:moveTo>
                <a:lnTo>
                  <a:pt x="6444958" y="3189351"/>
                </a:lnTo>
                <a:lnTo>
                  <a:pt x="6443358" y="3187509"/>
                </a:lnTo>
                <a:lnTo>
                  <a:pt x="6438646" y="3185172"/>
                </a:lnTo>
                <a:lnTo>
                  <a:pt x="6436220" y="3185007"/>
                </a:lnTo>
                <a:lnTo>
                  <a:pt x="6431229" y="3186684"/>
                </a:lnTo>
                <a:lnTo>
                  <a:pt x="6429400" y="3188284"/>
                </a:lnTo>
                <a:lnTo>
                  <a:pt x="6427063" y="3192996"/>
                </a:lnTo>
                <a:lnTo>
                  <a:pt x="6426898" y="3195421"/>
                </a:lnTo>
                <a:lnTo>
                  <a:pt x="6428575" y="3200412"/>
                </a:lnTo>
                <a:lnTo>
                  <a:pt x="6430175" y="3202241"/>
                </a:lnTo>
                <a:lnTo>
                  <a:pt x="6434887" y="3204578"/>
                </a:lnTo>
                <a:lnTo>
                  <a:pt x="6437312" y="3204743"/>
                </a:lnTo>
                <a:lnTo>
                  <a:pt x="6442291" y="3203067"/>
                </a:lnTo>
                <a:lnTo>
                  <a:pt x="6444132" y="3201466"/>
                </a:lnTo>
                <a:lnTo>
                  <a:pt x="6446469" y="3196755"/>
                </a:lnTo>
                <a:lnTo>
                  <a:pt x="6446634" y="3194329"/>
                </a:lnTo>
                <a:close/>
              </a:path>
              <a:path w="9475470" h="4709795">
                <a:moveTo>
                  <a:pt x="6471425" y="1500987"/>
                </a:moveTo>
                <a:lnTo>
                  <a:pt x="6471259" y="1498561"/>
                </a:lnTo>
                <a:lnTo>
                  <a:pt x="6468923" y="1493850"/>
                </a:lnTo>
                <a:lnTo>
                  <a:pt x="6467094" y="1492250"/>
                </a:lnTo>
                <a:lnTo>
                  <a:pt x="6462115" y="1490573"/>
                </a:lnTo>
                <a:lnTo>
                  <a:pt x="6459690" y="1490738"/>
                </a:lnTo>
                <a:lnTo>
                  <a:pt x="6454978" y="1493075"/>
                </a:lnTo>
                <a:lnTo>
                  <a:pt x="6453378" y="1494904"/>
                </a:lnTo>
                <a:lnTo>
                  <a:pt x="6451701" y="1499895"/>
                </a:lnTo>
                <a:lnTo>
                  <a:pt x="6451854" y="1502321"/>
                </a:lnTo>
                <a:lnTo>
                  <a:pt x="6454191" y="1507032"/>
                </a:lnTo>
                <a:lnTo>
                  <a:pt x="6456032" y="1508633"/>
                </a:lnTo>
                <a:lnTo>
                  <a:pt x="6461011" y="1510309"/>
                </a:lnTo>
                <a:lnTo>
                  <a:pt x="6463436" y="1510144"/>
                </a:lnTo>
                <a:lnTo>
                  <a:pt x="6468148" y="1507807"/>
                </a:lnTo>
                <a:lnTo>
                  <a:pt x="6469748" y="1505978"/>
                </a:lnTo>
                <a:lnTo>
                  <a:pt x="6471425" y="1500987"/>
                </a:lnTo>
                <a:close/>
              </a:path>
              <a:path w="9475470" h="4709795">
                <a:moveTo>
                  <a:pt x="6480759" y="3211271"/>
                </a:moveTo>
                <a:lnTo>
                  <a:pt x="6479083" y="3206292"/>
                </a:lnTo>
                <a:lnTo>
                  <a:pt x="6477482" y="3204451"/>
                </a:lnTo>
                <a:lnTo>
                  <a:pt x="6472771" y="3202114"/>
                </a:lnTo>
                <a:lnTo>
                  <a:pt x="6470345" y="3201949"/>
                </a:lnTo>
                <a:lnTo>
                  <a:pt x="6465354" y="3203625"/>
                </a:lnTo>
                <a:lnTo>
                  <a:pt x="6463525" y="3205226"/>
                </a:lnTo>
                <a:lnTo>
                  <a:pt x="6461188" y="3209937"/>
                </a:lnTo>
                <a:lnTo>
                  <a:pt x="6461023" y="3212363"/>
                </a:lnTo>
                <a:lnTo>
                  <a:pt x="6462700" y="3217354"/>
                </a:lnTo>
                <a:lnTo>
                  <a:pt x="6464300" y="3219183"/>
                </a:lnTo>
                <a:lnTo>
                  <a:pt x="6469012" y="3221520"/>
                </a:lnTo>
                <a:lnTo>
                  <a:pt x="6471437" y="3221685"/>
                </a:lnTo>
                <a:lnTo>
                  <a:pt x="6476428" y="3220008"/>
                </a:lnTo>
                <a:lnTo>
                  <a:pt x="6478257" y="3218408"/>
                </a:lnTo>
                <a:lnTo>
                  <a:pt x="6480594" y="3213697"/>
                </a:lnTo>
                <a:lnTo>
                  <a:pt x="6480759" y="3211271"/>
                </a:lnTo>
                <a:close/>
              </a:path>
              <a:path w="9475470" h="4709795">
                <a:moveTo>
                  <a:pt x="6505562" y="1484071"/>
                </a:moveTo>
                <a:lnTo>
                  <a:pt x="6505397" y="1481645"/>
                </a:lnTo>
                <a:lnTo>
                  <a:pt x="6503060" y="1476933"/>
                </a:lnTo>
                <a:lnTo>
                  <a:pt x="6501231" y="1475333"/>
                </a:lnTo>
                <a:lnTo>
                  <a:pt x="6496253" y="1473644"/>
                </a:lnTo>
                <a:lnTo>
                  <a:pt x="6493827" y="1473809"/>
                </a:lnTo>
                <a:lnTo>
                  <a:pt x="6489116" y="1476146"/>
                </a:lnTo>
                <a:lnTo>
                  <a:pt x="6487515" y="1477975"/>
                </a:lnTo>
                <a:lnTo>
                  <a:pt x="6485826" y="1482966"/>
                </a:lnTo>
                <a:lnTo>
                  <a:pt x="6485991" y="1485392"/>
                </a:lnTo>
                <a:lnTo>
                  <a:pt x="6488328" y="1490103"/>
                </a:lnTo>
                <a:lnTo>
                  <a:pt x="6490170" y="1491703"/>
                </a:lnTo>
                <a:lnTo>
                  <a:pt x="6495148" y="1493380"/>
                </a:lnTo>
                <a:lnTo>
                  <a:pt x="6497574" y="1493215"/>
                </a:lnTo>
                <a:lnTo>
                  <a:pt x="6502286" y="1490878"/>
                </a:lnTo>
                <a:lnTo>
                  <a:pt x="6503886" y="1489049"/>
                </a:lnTo>
                <a:lnTo>
                  <a:pt x="6505562" y="1484071"/>
                </a:lnTo>
                <a:close/>
              </a:path>
              <a:path w="9475470" h="4709795">
                <a:moveTo>
                  <a:pt x="6514884" y="3228213"/>
                </a:moveTo>
                <a:lnTo>
                  <a:pt x="6513208" y="3223234"/>
                </a:lnTo>
                <a:lnTo>
                  <a:pt x="6511607" y="3221393"/>
                </a:lnTo>
                <a:lnTo>
                  <a:pt x="6506896" y="3219056"/>
                </a:lnTo>
                <a:lnTo>
                  <a:pt x="6504470" y="3218891"/>
                </a:lnTo>
                <a:lnTo>
                  <a:pt x="6499492" y="3220567"/>
                </a:lnTo>
                <a:lnTo>
                  <a:pt x="6497663" y="3222167"/>
                </a:lnTo>
                <a:lnTo>
                  <a:pt x="6495313" y="3226879"/>
                </a:lnTo>
                <a:lnTo>
                  <a:pt x="6495148" y="3229305"/>
                </a:lnTo>
                <a:lnTo>
                  <a:pt x="6496825" y="3234296"/>
                </a:lnTo>
                <a:lnTo>
                  <a:pt x="6498425" y="3236125"/>
                </a:lnTo>
                <a:lnTo>
                  <a:pt x="6503136" y="3238462"/>
                </a:lnTo>
                <a:lnTo>
                  <a:pt x="6505562" y="3238627"/>
                </a:lnTo>
                <a:lnTo>
                  <a:pt x="6510553" y="3236950"/>
                </a:lnTo>
                <a:lnTo>
                  <a:pt x="6512382" y="3235350"/>
                </a:lnTo>
                <a:lnTo>
                  <a:pt x="6514719" y="3230638"/>
                </a:lnTo>
                <a:lnTo>
                  <a:pt x="6514884" y="3228213"/>
                </a:lnTo>
                <a:close/>
              </a:path>
              <a:path w="9475470" h="4709795">
                <a:moveTo>
                  <a:pt x="6539700" y="1467142"/>
                </a:moveTo>
                <a:lnTo>
                  <a:pt x="6539535" y="1464716"/>
                </a:lnTo>
                <a:lnTo>
                  <a:pt x="6537198" y="1460004"/>
                </a:lnTo>
                <a:lnTo>
                  <a:pt x="6535369" y="1458404"/>
                </a:lnTo>
                <a:lnTo>
                  <a:pt x="6530391" y="1456728"/>
                </a:lnTo>
                <a:lnTo>
                  <a:pt x="6527965" y="1456893"/>
                </a:lnTo>
                <a:lnTo>
                  <a:pt x="6523241" y="1459230"/>
                </a:lnTo>
                <a:lnTo>
                  <a:pt x="6521653" y="1461058"/>
                </a:lnTo>
                <a:lnTo>
                  <a:pt x="6519964" y="1466037"/>
                </a:lnTo>
                <a:lnTo>
                  <a:pt x="6520129" y="1468462"/>
                </a:lnTo>
                <a:lnTo>
                  <a:pt x="6522466" y="1473174"/>
                </a:lnTo>
                <a:lnTo>
                  <a:pt x="6524295" y="1474774"/>
                </a:lnTo>
                <a:lnTo>
                  <a:pt x="6529286" y="1476451"/>
                </a:lnTo>
                <a:lnTo>
                  <a:pt x="6531711" y="1476286"/>
                </a:lnTo>
                <a:lnTo>
                  <a:pt x="6536423" y="1473949"/>
                </a:lnTo>
                <a:lnTo>
                  <a:pt x="6538023" y="1472120"/>
                </a:lnTo>
                <a:lnTo>
                  <a:pt x="6539700" y="1467142"/>
                </a:lnTo>
                <a:close/>
              </a:path>
              <a:path w="9475470" h="4709795">
                <a:moveTo>
                  <a:pt x="6549022" y="3245154"/>
                </a:moveTo>
                <a:lnTo>
                  <a:pt x="6547332" y="3240176"/>
                </a:lnTo>
                <a:lnTo>
                  <a:pt x="6545745" y="3238335"/>
                </a:lnTo>
                <a:lnTo>
                  <a:pt x="6541021" y="3235998"/>
                </a:lnTo>
                <a:lnTo>
                  <a:pt x="6538608" y="3235833"/>
                </a:lnTo>
                <a:lnTo>
                  <a:pt x="6533616" y="3237509"/>
                </a:lnTo>
                <a:lnTo>
                  <a:pt x="6531788" y="3239109"/>
                </a:lnTo>
                <a:lnTo>
                  <a:pt x="6529451" y="3243821"/>
                </a:lnTo>
                <a:lnTo>
                  <a:pt x="6529286" y="3246247"/>
                </a:lnTo>
                <a:lnTo>
                  <a:pt x="6530962" y="3251238"/>
                </a:lnTo>
                <a:lnTo>
                  <a:pt x="6532562" y="3253067"/>
                </a:lnTo>
                <a:lnTo>
                  <a:pt x="6537274" y="3255403"/>
                </a:lnTo>
                <a:lnTo>
                  <a:pt x="6539700" y="3255568"/>
                </a:lnTo>
                <a:lnTo>
                  <a:pt x="6544678" y="3253892"/>
                </a:lnTo>
                <a:lnTo>
                  <a:pt x="6546507" y="3252292"/>
                </a:lnTo>
                <a:lnTo>
                  <a:pt x="6548856" y="3247580"/>
                </a:lnTo>
                <a:lnTo>
                  <a:pt x="6549022" y="3245154"/>
                </a:lnTo>
                <a:close/>
              </a:path>
              <a:path w="9475470" h="4709795">
                <a:moveTo>
                  <a:pt x="6573837" y="1450213"/>
                </a:moveTo>
                <a:lnTo>
                  <a:pt x="6573672" y="1447787"/>
                </a:lnTo>
                <a:lnTo>
                  <a:pt x="6571335" y="1443075"/>
                </a:lnTo>
                <a:lnTo>
                  <a:pt x="6569507" y="1441475"/>
                </a:lnTo>
                <a:lnTo>
                  <a:pt x="6564516" y="1439799"/>
                </a:lnTo>
                <a:lnTo>
                  <a:pt x="6562103" y="1439964"/>
                </a:lnTo>
                <a:lnTo>
                  <a:pt x="6557378" y="1442300"/>
                </a:lnTo>
                <a:lnTo>
                  <a:pt x="6555778" y="1444129"/>
                </a:lnTo>
                <a:lnTo>
                  <a:pt x="6554102" y="1449108"/>
                </a:lnTo>
                <a:lnTo>
                  <a:pt x="6554267" y="1451533"/>
                </a:lnTo>
                <a:lnTo>
                  <a:pt x="6556603" y="1456258"/>
                </a:lnTo>
                <a:lnTo>
                  <a:pt x="6558432" y="1457845"/>
                </a:lnTo>
                <a:lnTo>
                  <a:pt x="6563423" y="1459534"/>
                </a:lnTo>
                <a:lnTo>
                  <a:pt x="6565849" y="1459369"/>
                </a:lnTo>
                <a:lnTo>
                  <a:pt x="6570561" y="1457032"/>
                </a:lnTo>
                <a:lnTo>
                  <a:pt x="6572161" y="1455204"/>
                </a:lnTo>
                <a:lnTo>
                  <a:pt x="6573837" y="1450213"/>
                </a:lnTo>
                <a:close/>
              </a:path>
              <a:path w="9475470" h="4709795">
                <a:moveTo>
                  <a:pt x="6583146" y="3262096"/>
                </a:moveTo>
                <a:lnTo>
                  <a:pt x="6581470" y="3257118"/>
                </a:lnTo>
                <a:lnTo>
                  <a:pt x="6579870" y="3255276"/>
                </a:lnTo>
                <a:lnTo>
                  <a:pt x="6575158" y="3252940"/>
                </a:lnTo>
                <a:lnTo>
                  <a:pt x="6572732" y="3252774"/>
                </a:lnTo>
                <a:lnTo>
                  <a:pt x="6567741" y="3254451"/>
                </a:lnTo>
                <a:lnTo>
                  <a:pt x="6565913" y="3256051"/>
                </a:lnTo>
                <a:lnTo>
                  <a:pt x="6563576" y="3260763"/>
                </a:lnTo>
                <a:lnTo>
                  <a:pt x="6563411" y="3263188"/>
                </a:lnTo>
                <a:lnTo>
                  <a:pt x="6565087" y="3268167"/>
                </a:lnTo>
                <a:lnTo>
                  <a:pt x="6566687" y="3270008"/>
                </a:lnTo>
                <a:lnTo>
                  <a:pt x="6571399" y="3272345"/>
                </a:lnTo>
                <a:lnTo>
                  <a:pt x="6573825" y="3272510"/>
                </a:lnTo>
                <a:lnTo>
                  <a:pt x="6578803" y="3270834"/>
                </a:lnTo>
                <a:lnTo>
                  <a:pt x="6580645" y="3269234"/>
                </a:lnTo>
                <a:lnTo>
                  <a:pt x="6582981" y="3264522"/>
                </a:lnTo>
                <a:lnTo>
                  <a:pt x="6583146" y="3262096"/>
                </a:lnTo>
                <a:close/>
              </a:path>
              <a:path w="9475470" h="4709795">
                <a:moveTo>
                  <a:pt x="6607975" y="1433283"/>
                </a:moveTo>
                <a:lnTo>
                  <a:pt x="6607810" y="1430858"/>
                </a:lnTo>
                <a:lnTo>
                  <a:pt x="6605473" y="1426146"/>
                </a:lnTo>
                <a:lnTo>
                  <a:pt x="6603644" y="1424546"/>
                </a:lnTo>
                <a:lnTo>
                  <a:pt x="6598653" y="1422869"/>
                </a:lnTo>
                <a:lnTo>
                  <a:pt x="6596227" y="1423035"/>
                </a:lnTo>
                <a:lnTo>
                  <a:pt x="6591516" y="1425371"/>
                </a:lnTo>
                <a:lnTo>
                  <a:pt x="6589916" y="1427200"/>
                </a:lnTo>
                <a:lnTo>
                  <a:pt x="6588239" y="1432191"/>
                </a:lnTo>
                <a:lnTo>
                  <a:pt x="6588404" y="1434617"/>
                </a:lnTo>
                <a:lnTo>
                  <a:pt x="6590741" y="1439329"/>
                </a:lnTo>
                <a:lnTo>
                  <a:pt x="6592570" y="1440929"/>
                </a:lnTo>
                <a:lnTo>
                  <a:pt x="6597561" y="1442605"/>
                </a:lnTo>
                <a:lnTo>
                  <a:pt x="6599987" y="1442440"/>
                </a:lnTo>
                <a:lnTo>
                  <a:pt x="6604698" y="1440103"/>
                </a:lnTo>
                <a:lnTo>
                  <a:pt x="6606299" y="1438275"/>
                </a:lnTo>
                <a:lnTo>
                  <a:pt x="6607975" y="1433283"/>
                </a:lnTo>
                <a:close/>
              </a:path>
              <a:path w="9475470" h="4709795">
                <a:moveTo>
                  <a:pt x="6617271" y="3279038"/>
                </a:moveTo>
                <a:lnTo>
                  <a:pt x="6615595" y="3274060"/>
                </a:lnTo>
                <a:lnTo>
                  <a:pt x="6613995" y="3272218"/>
                </a:lnTo>
                <a:lnTo>
                  <a:pt x="6609283" y="3269881"/>
                </a:lnTo>
                <a:lnTo>
                  <a:pt x="6606857" y="3269716"/>
                </a:lnTo>
                <a:lnTo>
                  <a:pt x="6601879" y="3271393"/>
                </a:lnTo>
                <a:lnTo>
                  <a:pt x="6600037" y="3272993"/>
                </a:lnTo>
                <a:lnTo>
                  <a:pt x="6597701" y="3277705"/>
                </a:lnTo>
                <a:lnTo>
                  <a:pt x="6597536" y="3280130"/>
                </a:lnTo>
                <a:lnTo>
                  <a:pt x="6599212" y="3285109"/>
                </a:lnTo>
                <a:lnTo>
                  <a:pt x="6600812" y="3286950"/>
                </a:lnTo>
                <a:lnTo>
                  <a:pt x="6605524" y="3289287"/>
                </a:lnTo>
                <a:lnTo>
                  <a:pt x="6607950" y="3289452"/>
                </a:lnTo>
                <a:lnTo>
                  <a:pt x="6612941" y="3287776"/>
                </a:lnTo>
                <a:lnTo>
                  <a:pt x="6614769" y="3286175"/>
                </a:lnTo>
                <a:lnTo>
                  <a:pt x="6617106" y="3281464"/>
                </a:lnTo>
                <a:lnTo>
                  <a:pt x="6617271" y="3279038"/>
                </a:lnTo>
                <a:close/>
              </a:path>
              <a:path w="9475470" h="4709795">
                <a:moveTo>
                  <a:pt x="6642113" y="1416354"/>
                </a:moveTo>
                <a:lnTo>
                  <a:pt x="6641947" y="1413941"/>
                </a:lnTo>
                <a:lnTo>
                  <a:pt x="6639611" y="1409217"/>
                </a:lnTo>
                <a:lnTo>
                  <a:pt x="6637782" y="1407629"/>
                </a:lnTo>
                <a:lnTo>
                  <a:pt x="6632791" y="1405940"/>
                </a:lnTo>
                <a:lnTo>
                  <a:pt x="6630365" y="1406105"/>
                </a:lnTo>
                <a:lnTo>
                  <a:pt x="6625653" y="1408442"/>
                </a:lnTo>
                <a:lnTo>
                  <a:pt x="6624053" y="1410271"/>
                </a:lnTo>
                <a:lnTo>
                  <a:pt x="6622377" y="1415262"/>
                </a:lnTo>
                <a:lnTo>
                  <a:pt x="6622542" y="1417688"/>
                </a:lnTo>
                <a:lnTo>
                  <a:pt x="6624879" y="1422400"/>
                </a:lnTo>
                <a:lnTo>
                  <a:pt x="6626707" y="1424000"/>
                </a:lnTo>
                <a:lnTo>
                  <a:pt x="6631686" y="1425676"/>
                </a:lnTo>
                <a:lnTo>
                  <a:pt x="6634112" y="1425511"/>
                </a:lnTo>
                <a:lnTo>
                  <a:pt x="6638836" y="1423174"/>
                </a:lnTo>
                <a:lnTo>
                  <a:pt x="6640423" y="1421345"/>
                </a:lnTo>
                <a:lnTo>
                  <a:pt x="6642113" y="1416354"/>
                </a:lnTo>
                <a:close/>
              </a:path>
              <a:path w="9475470" h="4709795">
                <a:moveTo>
                  <a:pt x="6651396" y="3295980"/>
                </a:moveTo>
                <a:lnTo>
                  <a:pt x="6649720" y="3290989"/>
                </a:lnTo>
                <a:lnTo>
                  <a:pt x="6648120" y="3289160"/>
                </a:lnTo>
                <a:lnTo>
                  <a:pt x="6643408" y="3286823"/>
                </a:lnTo>
                <a:lnTo>
                  <a:pt x="6640982" y="3286658"/>
                </a:lnTo>
                <a:lnTo>
                  <a:pt x="6636004" y="3288334"/>
                </a:lnTo>
                <a:lnTo>
                  <a:pt x="6634175" y="3289935"/>
                </a:lnTo>
                <a:lnTo>
                  <a:pt x="6631826" y="3294646"/>
                </a:lnTo>
                <a:lnTo>
                  <a:pt x="6631660" y="3297072"/>
                </a:lnTo>
                <a:lnTo>
                  <a:pt x="6633350" y="3302050"/>
                </a:lnTo>
                <a:lnTo>
                  <a:pt x="6634937" y="3303892"/>
                </a:lnTo>
                <a:lnTo>
                  <a:pt x="6639649" y="3306229"/>
                </a:lnTo>
                <a:lnTo>
                  <a:pt x="6642074" y="3306394"/>
                </a:lnTo>
                <a:lnTo>
                  <a:pt x="6647066" y="3304717"/>
                </a:lnTo>
                <a:lnTo>
                  <a:pt x="6648894" y="3303117"/>
                </a:lnTo>
                <a:lnTo>
                  <a:pt x="6651231" y="3298406"/>
                </a:lnTo>
                <a:lnTo>
                  <a:pt x="6651396" y="3295980"/>
                </a:lnTo>
                <a:close/>
              </a:path>
              <a:path w="9475470" h="4709795">
                <a:moveTo>
                  <a:pt x="6676250" y="1399438"/>
                </a:moveTo>
                <a:lnTo>
                  <a:pt x="6676085" y="1397012"/>
                </a:lnTo>
                <a:lnTo>
                  <a:pt x="6673748" y="1392301"/>
                </a:lnTo>
                <a:lnTo>
                  <a:pt x="6671919" y="1390700"/>
                </a:lnTo>
                <a:lnTo>
                  <a:pt x="6666928" y="1389024"/>
                </a:lnTo>
                <a:lnTo>
                  <a:pt x="6664503" y="1389176"/>
                </a:lnTo>
                <a:lnTo>
                  <a:pt x="6659791" y="1391526"/>
                </a:lnTo>
                <a:lnTo>
                  <a:pt x="6658191" y="1393355"/>
                </a:lnTo>
                <a:lnTo>
                  <a:pt x="6656514" y="1398333"/>
                </a:lnTo>
                <a:lnTo>
                  <a:pt x="6656679" y="1400759"/>
                </a:lnTo>
                <a:lnTo>
                  <a:pt x="6659016" y="1405470"/>
                </a:lnTo>
                <a:lnTo>
                  <a:pt x="6660845" y="1407071"/>
                </a:lnTo>
                <a:lnTo>
                  <a:pt x="6665823" y="1408747"/>
                </a:lnTo>
                <a:lnTo>
                  <a:pt x="6668249" y="1408582"/>
                </a:lnTo>
                <a:lnTo>
                  <a:pt x="6672974" y="1406245"/>
                </a:lnTo>
                <a:lnTo>
                  <a:pt x="6674561" y="1404416"/>
                </a:lnTo>
                <a:lnTo>
                  <a:pt x="6676250" y="1399438"/>
                </a:lnTo>
                <a:close/>
              </a:path>
              <a:path w="9475470" h="4709795">
                <a:moveTo>
                  <a:pt x="6685534" y="3312922"/>
                </a:moveTo>
                <a:lnTo>
                  <a:pt x="6683857" y="3307931"/>
                </a:lnTo>
                <a:lnTo>
                  <a:pt x="6682257" y="3306102"/>
                </a:lnTo>
                <a:lnTo>
                  <a:pt x="6677546" y="3303765"/>
                </a:lnTo>
                <a:lnTo>
                  <a:pt x="6675120" y="3303600"/>
                </a:lnTo>
                <a:lnTo>
                  <a:pt x="6670129" y="3305276"/>
                </a:lnTo>
                <a:lnTo>
                  <a:pt x="6668300" y="3306876"/>
                </a:lnTo>
                <a:lnTo>
                  <a:pt x="6665963" y="3311588"/>
                </a:lnTo>
                <a:lnTo>
                  <a:pt x="6665798" y="3314014"/>
                </a:lnTo>
                <a:lnTo>
                  <a:pt x="6667474" y="3318992"/>
                </a:lnTo>
                <a:lnTo>
                  <a:pt x="6669075" y="3320834"/>
                </a:lnTo>
                <a:lnTo>
                  <a:pt x="6673786" y="3323171"/>
                </a:lnTo>
                <a:lnTo>
                  <a:pt x="6676212" y="3323336"/>
                </a:lnTo>
                <a:lnTo>
                  <a:pt x="6681190" y="3321659"/>
                </a:lnTo>
                <a:lnTo>
                  <a:pt x="6683019" y="3320059"/>
                </a:lnTo>
                <a:lnTo>
                  <a:pt x="6685369" y="3315347"/>
                </a:lnTo>
                <a:lnTo>
                  <a:pt x="6685534" y="3312922"/>
                </a:lnTo>
                <a:close/>
              </a:path>
              <a:path w="9475470" h="4709795">
                <a:moveTo>
                  <a:pt x="6710388" y="1382509"/>
                </a:moveTo>
                <a:lnTo>
                  <a:pt x="6710223" y="1380083"/>
                </a:lnTo>
                <a:lnTo>
                  <a:pt x="6707886" y="1375371"/>
                </a:lnTo>
                <a:lnTo>
                  <a:pt x="6706044" y="1373771"/>
                </a:lnTo>
                <a:lnTo>
                  <a:pt x="6701066" y="1372095"/>
                </a:lnTo>
                <a:lnTo>
                  <a:pt x="6698640" y="1372260"/>
                </a:lnTo>
                <a:lnTo>
                  <a:pt x="6693929" y="1374597"/>
                </a:lnTo>
                <a:lnTo>
                  <a:pt x="6692328" y="1376426"/>
                </a:lnTo>
                <a:lnTo>
                  <a:pt x="6690652" y="1381404"/>
                </a:lnTo>
                <a:lnTo>
                  <a:pt x="6690817" y="1383830"/>
                </a:lnTo>
                <a:lnTo>
                  <a:pt x="6693154" y="1388541"/>
                </a:lnTo>
                <a:lnTo>
                  <a:pt x="6694983" y="1390142"/>
                </a:lnTo>
                <a:lnTo>
                  <a:pt x="6699961" y="1391831"/>
                </a:lnTo>
                <a:lnTo>
                  <a:pt x="6702387" y="1391666"/>
                </a:lnTo>
                <a:lnTo>
                  <a:pt x="6707098" y="1389329"/>
                </a:lnTo>
                <a:lnTo>
                  <a:pt x="6708699" y="1387487"/>
                </a:lnTo>
                <a:lnTo>
                  <a:pt x="6710388" y="1382509"/>
                </a:lnTo>
                <a:close/>
              </a:path>
              <a:path w="9475470" h="4709795">
                <a:moveTo>
                  <a:pt x="6719659" y="3329863"/>
                </a:moveTo>
                <a:lnTo>
                  <a:pt x="6717982" y="3324872"/>
                </a:lnTo>
                <a:lnTo>
                  <a:pt x="6716382" y="3323044"/>
                </a:lnTo>
                <a:lnTo>
                  <a:pt x="6711670" y="3320707"/>
                </a:lnTo>
                <a:lnTo>
                  <a:pt x="6709245" y="3320542"/>
                </a:lnTo>
                <a:lnTo>
                  <a:pt x="6704254" y="3322218"/>
                </a:lnTo>
                <a:lnTo>
                  <a:pt x="6702425" y="3323818"/>
                </a:lnTo>
                <a:lnTo>
                  <a:pt x="6700088" y="3328530"/>
                </a:lnTo>
                <a:lnTo>
                  <a:pt x="6699923" y="3330956"/>
                </a:lnTo>
                <a:lnTo>
                  <a:pt x="6701599" y="3335934"/>
                </a:lnTo>
                <a:lnTo>
                  <a:pt x="6703200" y="3337776"/>
                </a:lnTo>
                <a:lnTo>
                  <a:pt x="6707911" y="3340112"/>
                </a:lnTo>
                <a:lnTo>
                  <a:pt x="6710337" y="3340277"/>
                </a:lnTo>
                <a:lnTo>
                  <a:pt x="6715328" y="3338601"/>
                </a:lnTo>
                <a:lnTo>
                  <a:pt x="6717157" y="3337001"/>
                </a:lnTo>
                <a:lnTo>
                  <a:pt x="6719494" y="3332289"/>
                </a:lnTo>
                <a:lnTo>
                  <a:pt x="6719659" y="3329863"/>
                </a:lnTo>
                <a:close/>
              </a:path>
              <a:path w="9475470" h="4709795">
                <a:moveTo>
                  <a:pt x="6744513" y="1365580"/>
                </a:moveTo>
                <a:lnTo>
                  <a:pt x="6744348" y="1363154"/>
                </a:lnTo>
                <a:lnTo>
                  <a:pt x="6742011" y="1358442"/>
                </a:lnTo>
                <a:lnTo>
                  <a:pt x="6740182" y="1356842"/>
                </a:lnTo>
                <a:lnTo>
                  <a:pt x="6735204" y="1355166"/>
                </a:lnTo>
                <a:lnTo>
                  <a:pt x="6732778" y="1355331"/>
                </a:lnTo>
                <a:lnTo>
                  <a:pt x="6728066" y="1357668"/>
                </a:lnTo>
                <a:lnTo>
                  <a:pt x="6726466" y="1359496"/>
                </a:lnTo>
                <a:lnTo>
                  <a:pt x="6724790" y="1364488"/>
                </a:lnTo>
                <a:lnTo>
                  <a:pt x="6724942" y="1366913"/>
                </a:lnTo>
                <a:lnTo>
                  <a:pt x="6727279" y="1371625"/>
                </a:lnTo>
                <a:lnTo>
                  <a:pt x="6729120" y="1373225"/>
                </a:lnTo>
                <a:lnTo>
                  <a:pt x="6734099" y="1374902"/>
                </a:lnTo>
                <a:lnTo>
                  <a:pt x="6736524" y="1374736"/>
                </a:lnTo>
                <a:lnTo>
                  <a:pt x="6741236" y="1372400"/>
                </a:lnTo>
                <a:lnTo>
                  <a:pt x="6742836" y="1370571"/>
                </a:lnTo>
                <a:lnTo>
                  <a:pt x="6744513" y="1365580"/>
                </a:lnTo>
                <a:close/>
              </a:path>
              <a:path w="9475470" h="4709795">
                <a:moveTo>
                  <a:pt x="6753784" y="3346805"/>
                </a:moveTo>
                <a:lnTo>
                  <a:pt x="6752107" y="3341814"/>
                </a:lnTo>
                <a:lnTo>
                  <a:pt x="6750507" y="3339985"/>
                </a:lnTo>
                <a:lnTo>
                  <a:pt x="6745795" y="3337649"/>
                </a:lnTo>
                <a:lnTo>
                  <a:pt x="6743370" y="3337483"/>
                </a:lnTo>
                <a:lnTo>
                  <a:pt x="6738391" y="3339160"/>
                </a:lnTo>
                <a:lnTo>
                  <a:pt x="6736550" y="3340760"/>
                </a:lnTo>
                <a:lnTo>
                  <a:pt x="6734213" y="3345472"/>
                </a:lnTo>
                <a:lnTo>
                  <a:pt x="6734048" y="3347897"/>
                </a:lnTo>
                <a:lnTo>
                  <a:pt x="6735724" y="3352876"/>
                </a:lnTo>
                <a:lnTo>
                  <a:pt x="6737324" y="3354717"/>
                </a:lnTo>
                <a:lnTo>
                  <a:pt x="6742036" y="3357054"/>
                </a:lnTo>
                <a:lnTo>
                  <a:pt x="6744462" y="3357219"/>
                </a:lnTo>
                <a:lnTo>
                  <a:pt x="6749453" y="3355543"/>
                </a:lnTo>
                <a:lnTo>
                  <a:pt x="6751282" y="3353943"/>
                </a:lnTo>
                <a:lnTo>
                  <a:pt x="6753619" y="3349231"/>
                </a:lnTo>
                <a:lnTo>
                  <a:pt x="6753784" y="3346805"/>
                </a:lnTo>
                <a:close/>
              </a:path>
              <a:path w="9475470" h="4709795">
                <a:moveTo>
                  <a:pt x="6778650" y="1348651"/>
                </a:moveTo>
                <a:lnTo>
                  <a:pt x="6778485" y="1346238"/>
                </a:lnTo>
                <a:lnTo>
                  <a:pt x="6776148" y="1341513"/>
                </a:lnTo>
                <a:lnTo>
                  <a:pt x="6774320" y="1339926"/>
                </a:lnTo>
                <a:lnTo>
                  <a:pt x="6769341" y="1338237"/>
                </a:lnTo>
                <a:lnTo>
                  <a:pt x="6766915" y="1338402"/>
                </a:lnTo>
                <a:lnTo>
                  <a:pt x="6762204" y="1340739"/>
                </a:lnTo>
                <a:lnTo>
                  <a:pt x="6760604" y="1342567"/>
                </a:lnTo>
                <a:lnTo>
                  <a:pt x="6758914" y="1347558"/>
                </a:lnTo>
                <a:lnTo>
                  <a:pt x="6759080" y="1349984"/>
                </a:lnTo>
                <a:lnTo>
                  <a:pt x="6761416" y="1354696"/>
                </a:lnTo>
                <a:lnTo>
                  <a:pt x="6763245" y="1356296"/>
                </a:lnTo>
                <a:lnTo>
                  <a:pt x="6768236" y="1357972"/>
                </a:lnTo>
                <a:lnTo>
                  <a:pt x="6770662" y="1357807"/>
                </a:lnTo>
                <a:lnTo>
                  <a:pt x="6775374" y="1355471"/>
                </a:lnTo>
                <a:lnTo>
                  <a:pt x="6776974" y="1353642"/>
                </a:lnTo>
                <a:lnTo>
                  <a:pt x="6778650" y="1348651"/>
                </a:lnTo>
                <a:close/>
              </a:path>
              <a:path w="9475470" h="4709795">
                <a:moveTo>
                  <a:pt x="6787909" y="3363747"/>
                </a:moveTo>
                <a:lnTo>
                  <a:pt x="6786232" y="3358756"/>
                </a:lnTo>
                <a:lnTo>
                  <a:pt x="6784645" y="3356927"/>
                </a:lnTo>
                <a:lnTo>
                  <a:pt x="6779920" y="3354590"/>
                </a:lnTo>
                <a:lnTo>
                  <a:pt x="6777495" y="3354425"/>
                </a:lnTo>
                <a:lnTo>
                  <a:pt x="6772516" y="3356102"/>
                </a:lnTo>
                <a:lnTo>
                  <a:pt x="6770687" y="3357702"/>
                </a:lnTo>
                <a:lnTo>
                  <a:pt x="6768351" y="3362414"/>
                </a:lnTo>
                <a:lnTo>
                  <a:pt x="6768185" y="3364839"/>
                </a:lnTo>
                <a:lnTo>
                  <a:pt x="6769862" y="3369818"/>
                </a:lnTo>
                <a:lnTo>
                  <a:pt x="6771449" y="3371659"/>
                </a:lnTo>
                <a:lnTo>
                  <a:pt x="6776174" y="3373996"/>
                </a:lnTo>
                <a:lnTo>
                  <a:pt x="6778587" y="3374161"/>
                </a:lnTo>
                <a:lnTo>
                  <a:pt x="6783578" y="3372485"/>
                </a:lnTo>
                <a:lnTo>
                  <a:pt x="6785407" y="3370884"/>
                </a:lnTo>
                <a:lnTo>
                  <a:pt x="6787743" y="3366173"/>
                </a:lnTo>
                <a:lnTo>
                  <a:pt x="6787909" y="3363747"/>
                </a:lnTo>
                <a:close/>
              </a:path>
              <a:path w="9475470" h="4709795">
                <a:moveTo>
                  <a:pt x="6812788" y="1331734"/>
                </a:moveTo>
                <a:lnTo>
                  <a:pt x="6812623" y="1329309"/>
                </a:lnTo>
                <a:lnTo>
                  <a:pt x="6810286" y="1324597"/>
                </a:lnTo>
                <a:lnTo>
                  <a:pt x="6808457" y="1322997"/>
                </a:lnTo>
                <a:lnTo>
                  <a:pt x="6803479" y="1321320"/>
                </a:lnTo>
                <a:lnTo>
                  <a:pt x="6801053" y="1321473"/>
                </a:lnTo>
                <a:lnTo>
                  <a:pt x="6796329" y="1323822"/>
                </a:lnTo>
                <a:lnTo>
                  <a:pt x="6794741" y="1325651"/>
                </a:lnTo>
                <a:lnTo>
                  <a:pt x="6793052" y="1330629"/>
                </a:lnTo>
                <a:lnTo>
                  <a:pt x="6793217" y="1333055"/>
                </a:lnTo>
                <a:lnTo>
                  <a:pt x="6795554" y="1337767"/>
                </a:lnTo>
                <a:lnTo>
                  <a:pt x="6797383" y="1339367"/>
                </a:lnTo>
                <a:lnTo>
                  <a:pt x="6802374" y="1341043"/>
                </a:lnTo>
                <a:lnTo>
                  <a:pt x="6804800" y="1340878"/>
                </a:lnTo>
                <a:lnTo>
                  <a:pt x="6809511" y="1338541"/>
                </a:lnTo>
                <a:lnTo>
                  <a:pt x="6811111" y="1336713"/>
                </a:lnTo>
                <a:lnTo>
                  <a:pt x="6812788" y="1331734"/>
                </a:lnTo>
                <a:close/>
              </a:path>
              <a:path w="9475470" h="4709795">
                <a:moveTo>
                  <a:pt x="6822046" y="3380689"/>
                </a:moveTo>
                <a:lnTo>
                  <a:pt x="6820370" y="3375698"/>
                </a:lnTo>
                <a:lnTo>
                  <a:pt x="6818770" y="3373869"/>
                </a:lnTo>
                <a:lnTo>
                  <a:pt x="6814058" y="3371532"/>
                </a:lnTo>
                <a:lnTo>
                  <a:pt x="6811632" y="3371367"/>
                </a:lnTo>
                <a:lnTo>
                  <a:pt x="6806641" y="3373043"/>
                </a:lnTo>
                <a:lnTo>
                  <a:pt x="6804812" y="3374644"/>
                </a:lnTo>
                <a:lnTo>
                  <a:pt x="6802475" y="3379355"/>
                </a:lnTo>
                <a:lnTo>
                  <a:pt x="6802310" y="3381781"/>
                </a:lnTo>
                <a:lnTo>
                  <a:pt x="6803987" y="3386759"/>
                </a:lnTo>
                <a:lnTo>
                  <a:pt x="6805587" y="3388601"/>
                </a:lnTo>
                <a:lnTo>
                  <a:pt x="6810299" y="3390938"/>
                </a:lnTo>
                <a:lnTo>
                  <a:pt x="6812724" y="3391103"/>
                </a:lnTo>
                <a:lnTo>
                  <a:pt x="6817703" y="3389426"/>
                </a:lnTo>
                <a:lnTo>
                  <a:pt x="6819532" y="3387826"/>
                </a:lnTo>
                <a:lnTo>
                  <a:pt x="6821881" y="3383115"/>
                </a:lnTo>
                <a:lnTo>
                  <a:pt x="6822046" y="3380689"/>
                </a:lnTo>
                <a:close/>
              </a:path>
              <a:path w="9475470" h="4709795">
                <a:moveTo>
                  <a:pt x="6846925" y="1314805"/>
                </a:moveTo>
                <a:lnTo>
                  <a:pt x="6846760" y="1312379"/>
                </a:lnTo>
                <a:lnTo>
                  <a:pt x="6844424" y="1307668"/>
                </a:lnTo>
                <a:lnTo>
                  <a:pt x="6842595" y="1306068"/>
                </a:lnTo>
                <a:lnTo>
                  <a:pt x="6837604" y="1304391"/>
                </a:lnTo>
                <a:lnTo>
                  <a:pt x="6835178" y="1304556"/>
                </a:lnTo>
                <a:lnTo>
                  <a:pt x="6830466" y="1306893"/>
                </a:lnTo>
                <a:lnTo>
                  <a:pt x="6828866" y="1308722"/>
                </a:lnTo>
                <a:lnTo>
                  <a:pt x="6827190" y="1313700"/>
                </a:lnTo>
                <a:lnTo>
                  <a:pt x="6827355" y="1316126"/>
                </a:lnTo>
                <a:lnTo>
                  <a:pt x="6829692" y="1320838"/>
                </a:lnTo>
                <a:lnTo>
                  <a:pt x="6831520" y="1322438"/>
                </a:lnTo>
                <a:lnTo>
                  <a:pt x="6836511" y="1324127"/>
                </a:lnTo>
                <a:lnTo>
                  <a:pt x="6838937" y="1323962"/>
                </a:lnTo>
                <a:lnTo>
                  <a:pt x="6843649" y="1321625"/>
                </a:lnTo>
                <a:lnTo>
                  <a:pt x="6845249" y="1319784"/>
                </a:lnTo>
                <a:lnTo>
                  <a:pt x="6846925" y="1314805"/>
                </a:lnTo>
                <a:close/>
              </a:path>
              <a:path w="9475470" h="4709795">
                <a:moveTo>
                  <a:pt x="6856171" y="3397631"/>
                </a:moveTo>
                <a:lnTo>
                  <a:pt x="6854495" y="3392640"/>
                </a:lnTo>
                <a:lnTo>
                  <a:pt x="6852894" y="3390811"/>
                </a:lnTo>
                <a:lnTo>
                  <a:pt x="6848183" y="3388474"/>
                </a:lnTo>
                <a:lnTo>
                  <a:pt x="6845757" y="3388309"/>
                </a:lnTo>
                <a:lnTo>
                  <a:pt x="6840766" y="3389985"/>
                </a:lnTo>
                <a:lnTo>
                  <a:pt x="6838937" y="3391585"/>
                </a:lnTo>
                <a:lnTo>
                  <a:pt x="6836600" y="3396297"/>
                </a:lnTo>
                <a:lnTo>
                  <a:pt x="6836435" y="3398723"/>
                </a:lnTo>
                <a:lnTo>
                  <a:pt x="6838112" y="3403701"/>
                </a:lnTo>
                <a:lnTo>
                  <a:pt x="6839712" y="3405530"/>
                </a:lnTo>
                <a:lnTo>
                  <a:pt x="6844424" y="3407880"/>
                </a:lnTo>
                <a:lnTo>
                  <a:pt x="6846849" y="3408045"/>
                </a:lnTo>
                <a:lnTo>
                  <a:pt x="6851840" y="3406368"/>
                </a:lnTo>
                <a:lnTo>
                  <a:pt x="6853669" y="3404768"/>
                </a:lnTo>
                <a:lnTo>
                  <a:pt x="6856006" y="3400056"/>
                </a:lnTo>
                <a:lnTo>
                  <a:pt x="6856171" y="3397631"/>
                </a:lnTo>
                <a:close/>
              </a:path>
              <a:path w="9475470" h="4709795">
                <a:moveTo>
                  <a:pt x="6881063" y="1297876"/>
                </a:moveTo>
                <a:lnTo>
                  <a:pt x="6880898" y="1295450"/>
                </a:lnTo>
                <a:lnTo>
                  <a:pt x="6878561" y="1290739"/>
                </a:lnTo>
                <a:lnTo>
                  <a:pt x="6876732" y="1289138"/>
                </a:lnTo>
                <a:lnTo>
                  <a:pt x="6871741" y="1287462"/>
                </a:lnTo>
                <a:lnTo>
                  <a:pt x="6869316" y="1287627"/>
                </a:lnTo>
                <a:lnTo>
                  <a:pt x="6864604" y="1289964"/>
                </a:lnTo>
                <a:lnTo>
                  <a:pt x="6863004" y="1291793"/>
                </a:lnTo>
                <a:lnTo>
                  <a:pt x="6861327" y="1296784"/>
                </a:lnTo>
                <a:lnTo>
                  <a:pt x="6861492" y="1299210"/>
                </a:lnTo>
                <a:lnTo>
                  <a:pt x="6863829" y="1303921"/>
                </a:lnTo>
                <a:lnTo>
                  <a:pt x="6865658" y="1305509"/>
                </a:lnTo>
                <a:lnTo>
                  <a:pt x="6870649" y="1307198"/>
                </a:lnTo>
                <a:lnTo>
                  <a:pt x="6873075" y="1307033"/>
                </a:lnTo>
                <a:lnTo>
                  <a:pt x="6877786" y="1304696"/>
                </a:lnTo>
                <a:lnTo>
                  <a:pt x="6879387" y="1302867"/>
                </a:lnTo>
                <a:lnTo>
                  <a:pt x="6881063" y="1297876"/>
                </a:lnTo>
                <a:close/>
              </a:path>
              <a:path w="9475470" h="4709795">
                <a:moveTo>
                  <a:pt x="6890296" y="3414572"/>
                </a:moveTo>
                <a:lnTo>
                  <a:pt x="6888620" y="3409581"/>
                </a:lnTo>
                <a:lnTo>
                  <a:pt x="6887019" y="3407753"/>
                </a:lnTo>
                <a:lnTo>
                  <a:pt x="6882308" y="3405416"/>
                </a:lnTo>
                <a:lnTo>
                  <a:pt x="6879882" y="3405251"/>
                </a:lnTo>
                <a:lnTo>
                  <a:pt x="6874904" y="3406927"/>
                </a:lnTo>
                <a:lnTo>
                  <a:pt x="6873062" y="3408527"/>
                </a:lnTo>
                <a:lnTo>
                  <a:pt x="6870725" y="3413239"/>
                </a:lnTo>
                <a:lnTo>
                  <a:pt x="6870560" y="3415665"/>
                </a:lnTo>
                <a:lnTo>
                  <a:pt x="6872237" y="3420643"/>
                </a:lnTo>
                <a:lnTo>
                  <a:pt x="6873837" y="3422472"/>
                </a:lnTo>
                <a:lnTo>
                  <a:pt x="6878548" y="3424821"/>
                </a:lnTo>
                <a:lnTo>
                  <a:pt x="6880974" y="3424986"/>
                </a:lnTo>
                <a:lnTo>
                  <a:pt x="6885965" y="3423310"/>
                </a:lnTo>
                <a:lnTo>
                  <a:pt x="6887794" y="3421710"/>
                </a:lnTo>
                <a:lnTo>
                  <a:pt x="6890131" y="3416998"/>
                </a:lnTo>
                <a:lnTo>
                  <a:pt x="6890296" y="3414572"/>
                </a:lnTo>
                <a:close/>
              </a:path>
              <a:path w="9475470" h="4709795">
                <a:moveTo>
                  <a:pt x="6915201" y="1280947"/>
                </a:moveTo>
                <a:lnTo>
                  <a:pt x="6915036" y="1278521"/>
                </a:lnTo>
                <a:lnTo>
                  <a:pt x="6912699" y="1273810"/>
                </a:lnTo>
                <a:lnTo>
                  <a:pt x="6910870" y="1272222"/>
                </a:lnTo>
                <a:lnTo>
                  <a:pt x="6905879" y="1270533"/>
                </a:lnTo>
                <a:lnTo>
                  <a:pt x="6903453" y="1270698"/>
                </a:lnTo>
                <a:lnTo>
                  <a:pt x="6898741" y="1273035"/>
                </a:lnTo>
                <a:lnTo>
                  <a:pt x="6897141" y="1274864"/>
                </a:lnTo>
                <a:lnTo>
                  <a:pt x="6895465" y="1279855"/>
                </a:lnTo>
                <a:lnTo>
                  <a:pt x="6895630" y="1282280"/>
                </a:lnTo>
                <a:lnTo>
                  <a:pt x="6897967" y="1286992"/>
                </a:lnTo>
                <a:lnTo>
                  <a:pt x="6899796" y="1288592"/>
                </a:lnTo>
                <a:lnTo>
                  <a:pt x="6904774" y="1290269"/>
                </a:lnTo>
                <a:lnTo>
                  <a:pt x="6907200" y="1290104"/>
                </a:lnTo>
                <a:lnTo>
                  <a:pt x="6911924" y="1287767"/>
                </a:lnTo>
                <a:lnTo>
                  <a:pt x="6913512" y="1285938"/>
                </a:lnTo>
                <a:lnTo>
                  <a:pt x="6915201" y="1280947"/>
                </a:lnTo>
                <a:close/>
              </a:path>
              <a:path w="9475470" h="4709795">
                <a:moveTo>
                  <a:pt x="6924421" y="3431514"/>
                </a:moveTo>
                <a:lnTo>
                  <a:pt x="6922744" y="3426523"/>
                </a:lnTo>
                <a:lnTo>
                  <a:pt x="6921157" y="3424694"/>
                </a:lnTo>
                <a:lnTo>
                  <a:pt x="6916433" y="3422358"/>
                </a:lnTo>
                <a:lnTo>
                  <a:pt x="6914020" y="3422192"/>
                </a:lnTo>
                <a:lnTo>
                  <a:pt x="6909028" y="3423869"/>
                </a:lnTo>
                <a:lnTo>
                  <a:pt x="6907200" y="3425469"/>
                </a:lnTo>
                <a:lnTo>
                  <a:pt x="6904863" y="3430181"/>
                </a:lnTo>
                <a:lnTo>
                  <a:pt x="6904698" y="3432606"/>
                </a:lnTo>
                <a:lnTo>
                  <a:pt x="6906374" y="3437585"/>
                </a:lnTo>
                <a:lnTo>
                  <a:pt x="6907962" y="3439414"/>
                </a:lnTo>
                <a:lnTo>
                  <a:pt x="6912686" y="3441763"/>
                </a:lnTo>
                <a:lnTo>
                  <a:pt x="6915099" y="3441928"/>
                </a:lnTo>
                <a:lnTo>
                  <a:pt x="6920090" y="3440252"/>
                </a:lnTo>
                <a:lnTo>
                  <a:pt x="6921919" y="3438652"/>
                </a:lnTo>
                <a:lnTo>
                  <a:pt x="6924256" y="3433940"/>
                </a:lnTo>
                <a:lnTo>
                  <a:pt x="6924421" y="3431514"/>
                </a:lnTo>
                <a:close/>
              </a:path>
              <a:path w="9475470" h="4709795">
                <a:moveTo>
                  <a:pt x="6949338" y="1264031"/>
                </a:moveTo>
                <a:lnTo>
                  <a:pt x="6949173" y="1261605"/>
                </a:lnTo>
                <a:lnTo>
                  <a:pt x="6946836" y="1256893"/>
                </a:lnTo>
                <a:lnTo>
                  <a:pt x="6945008" y="1255293"/>
                </a:lnTo>
                <a:lnTo>
                  <a:pt x="6940016" y="1253604"/>
                </a:lnTo>
                <a:lnTo>
                  <a:pt x="6937591" y="1253769"/>
                </a:lnTo>
                <a:lnTo>
                  <a:pt x="6932879" y="1256106"/>
                </a:lnTo>
                <a:lnTo>
                  <a:pt x="6931279" y="1257947"/>
                </a:lnTo>
                <a:lnTo>
                  <a:pt x="6929602" y="1262926"/>
                </a:lnTo>
                <a:lnTo>
                  <a:pt x="6929768" y="1265351"/>
                </a:lnTo>
                <a:lnTo>
                  <a:pt x="6932104" y="1270063"/>
                </a:lnTo>
                <a:lnTo>
                  <a:pt x="6933933" y="1271663"/>
                </a:lnTo>
                <a:lnTo>
                  <a:pt x="6938912" y="1273340"/>
                </a:lnTo>
                <a:lnTo>
                  <a:pt x="6941337" y="1273175"/>
                </a:lnTo>
                <a:lnTo>
                  <a:pt x="6946049" y="1270838"/>
                </a:lnTo>
                <a:lnTo>
                  <a:pt x="6947649" y="1269009"/>
                </a:lnTo>
                <a:lnTo>
                  <a:pt x="6949338" y="1264031"/>
                </a:lnTo>
                <a:close/>
              </a:path>
              <a:path w="9475470" h="4709795">
                <a:moveTo>
                  <a:pt x="6958558" y="3448456"/>
                </a:moveTo>
                <a:lnTo>
                  <a:pt x="6956882" y="3443465"/>
                </a:lnTo>
                <a:lnTo>
                  <a:pt x="6955282" y="3441636"/>
                </a:lnTo>
                <a:lnTo>
                  <a:pt x="6950570" y="3439299"/>
                </a:lnTo>
                <a:lnTo>
                  <a:pt x="6948144" y="3439134"/>
                </a:lnTo>
                <a:lnTo>
                  <a:pt x="6943153" y="3440811"/>
                </a:lnTo>
                <a:lnTo>
                  <a:pt x="6941325" y="3442411"/>
                </a:lnTo>
                <a:lnTo>
                  <a:pt x="6938988" y="3447123"/>
                </a:lnTo>
                <a:lnTo>
                  <a:pt x="6938823" y="3449548"/>
                </a:lnTo>
                <a:lnTo>
                  <a:pt x="6940499" y="3454527"/>
                </a:lnTo>
                <a:lnTo>
                  <a:pt x="6942099" y="3456355"/>
                </a:lnTo>
                <a:lnTo>
                  <a:pt x="6946811" y="3458705"/>
                </a:lnTo>
                <a:lnTo>
                  <a:pt x="6949237" y="3458870"/>
                </a:lnTo>
                <a:lnTo>
                  <a:pt x="6954215" y="3457194"/>
                </a:lnTo>
                <a:lnTo>
                  <a:pt x="6956057" y="3455593"/>
                </a:lnTo>
                <a:lnTo>
                  <a:pt x="6958393" y="3450882"/>
                </a:lnTo>
                <a:lnTo>
                  <a:pt x="6958558" y="3448456"/>
                </a:lnTo>
                <a:close/>
              </a:path>
              <a:path w="9475470" h="4709795">
                <a:moveTo>
                  <a:pt x="6983476" y="1247101"/>
                </a:moveTo>
                <a:lnTo>
                  <a:pt x="6983311" y="1244676"/>
                </a:lnTo>
                <a:lnTo>
                  <a:pt x="6980974" y="1239964"/>
                </a:lnTo>
                <a:lnTo>
                  <a:pt x="6979132" y="1238364"/>
                </a:lnTo>
                <a:lnTo>
                  <a:pt x="6974154" y="1236687"/>
                </a:lnTo>
                <a:lnTo>
                  <a:pt x="6971728" y="1236853"/>
                </a:lnTo>
                <a:lnTo>
                  <a:pt x="6967017" y="1239189"/>
                </a:lnTo>
                <a:lnTo>
                  <a:pt x="6965416" y="1241018"/>
                </a:lnTo>
                <a:lnTo>
                  <a:pt x="6963740" y="1245997"/>
                </a:lnTo>
                <a:lnTo>
                  <a:pt x="6963905" y="1248422"/>
                </a:lnTo>
                <a:lnTo>
                  <a:pt x="6966242" y="1253134"/>
                </a:lnTo>
                <a:lnTo>
                  <a:pt x="6968071" y="1254734"/>
                </a:lnTo>
                <a:lnTo>
                  <a:pt x="6973049" y="1256423"/>
                </a:lnTo>
                <a:lnTo>
                  <a:pt x="6975475" y="1256258"/>
                </a:lnTo>
                <a:lnTo>
                  <a:pt x="6980187" y="1253909"/>
                </a:lnTo>
                <a:lnTo>
                  <a:pt x="6981787" y="1252080"/>
                </a:lnTo>
                <a:lnTo>
                  <a:pt x="6983476" y="1247101"/>
                </a:lnTo>
                <a:close/>
              </a:path>
              <a:path w="9475470" h="4709795">
                <a:moveTo>
                  <a:pt x="6992683" y="3465398"/>
                </a:moveTo>
                <a:lnTo>
                  <a:pt x="6991007" y="3460407"/>
                </a:lnTo>
                <a:lnTo>
                  <a:pt x="6989407" y="3458578"/>
                </a:lnTo>
                <a:lnTo>
                  <a:pt x="6984695" y="3456241"/>
                </a:lnTo>
                <a:lnTo>
                  <a:pt x="6982269" y="3456076"/>
                </a:lnTo>
                <a:lnTo>
                  <a:pt x="6977278" y="3457752"/>
                </a:lnTo>
                <a:lnTo>
                  <a:pt x="6975449" y="3459353"/>
                </a:lnTo>
                <a:lnTo>
                  <a:pt x="6973113" y="3464064"/>
                </a:lnTo>
                <a:lnTo>
                  <a:pt x="6972948" y="3466490"/>
                </a:lnTo>
                <a:lnTo>
                  <a:pt x="6974624" y="3471468"/>
                </a:lnTo>
                <a:lnTo>
                  <a:pt x="6976224" y="3473297"/>
                </a:lnTo>
                <a:lnTo>
                  <a:pt x="6980936" y="3475647"/>
                </a:lnTo>
                <a:lnTo>
                  <a:pt x="6983362" y="3475812"/>
                </a:lnTo>
                <a:lnTo>
                  <a:pt x="6988353" y="3474135"/>
                </a:lnTo>
                <a:lnTo>
                  <a:pt x="6990181" y="3472535"/>
                </a:lnTo>
                <a:lnTo>
                  <a:pt x="6992518" y="3467824"/>
                </a:lnTo>
                <a:lnTo>
                  <a:pt x="6992683" y="3465398"/>
                </a:lnTo>
                <a:close/>
              </a:path>
              <a:path w="9475470" h="4709795">
                <a:moveTo>
                  <a:pt x="7017601" y="1230172"/>
                </a:moveTo>
                <a:lnTo>
                  <a:pt x="7017436" y="1227747"/>
                </a:lnTo>
                <a:lnTo>
                  <a:pt x="7015099" y="1223035"/>
                </a:lnTo>
                <a:lnTo>
                  <a:pt x="7013270" y="1221435"/>
                </a:lnTo>
                <a:lnTo>
                  <a:pt x="7008292" y="1219758"/>
                </a:lnTo>
                <a:lnTo>
                  <a:pt x="7005866" y="1219923"/>
                </a:lnTo>
                <a:lnTo>
                  <a:pt x="7001154" y="1222260"/>
                </a:lnTo>
                <a:lnTo>
                  <a:pt x="6999554" y="1224089"/>
                </a:lnTo>
                <a:lnTo>
                  <a:pt x="6997865" y="1229080"/>
                </a:lnTo>
                <a:lnTo>
                  <a:pt x="6998030" y="1231506"/>
                </a:lnTo>
                <a:lnTo>
                  <a:pt x="7000367" y="1236218"/>
                </a:lnTo>
                <a:lnTo>
                  <a:pt x="7002208" y="1237805"/>
                </a:lnTo>
                <a:lnTo>
                  <a:pt x="7007187" y="1239494"/>
                </a:lnTo>
                <a:lnTo>
                  <a:pt x="7009612" y="1239329"/>
                </a:lnTo>
                <a:lnTo>
                  <a:pt x="7014324" y="1236992"/>
                </a:lnTo>
                <a:lnTo>
                  <a:pt x="7015924" y="1235163"/>
                </a:lnTo>
                <a:lnTo>
                  <a:pt x="7017601" y="1230172"/>
                </a:lnTo>
                <a:close/>
              </a:path>
              <a:path w="9475470" h="4709795">
                <a:moveTo>
                  <a:pt x="7026808" y="3482340"/>
                </a:moveTo>
                <a:lnTo>
                  <a:pt x="7025132" y="3477349"/>
                </a:lnTo>
                <a:lnTo>
                  <a:pt x="7023532" y="3475520"/>
                </a:lnTo>
                <a:lnTo>
                  <a:pt x="7018820" y="3473183"/>
                </a:lnTo>
                <a:lnTo>
                  <a:pt x="7016394" y="3473018"/>
                </a:lnTo>
                <a:lnTo>
                  <a:pt x="7011416" y="3474694"/>
                </a:lnTo>
                <a:lnTo>
                  <a:pt x="7009587" y="3476294"/>
                </a:lnTo>
                <a:lnTo>
                  <a:pt x="7007238" y="3481006"/>
                </a:lnTo>
                <a:lnTo>
                  <a:pt x="7007072" y="3483432"/>
                </a:lnTo>
                <a:lnTo>
                  <a:pt x="7008749" y="3488410"/>
                </a:lnTo>
                <a:lnTo>
                  <a:pt x="7010349" y="3490239"/>
                </a:lnTo>
                <a:lnTo>
                  <a:pt x="7015061" y="3492589"/>
                </a:lnTo>
                <a:lnTo>
                  <a:pt x="7017486" y="3492754"/>
                </a:lnTo>
                <a:lnTo>
                  <a:pt x="7022478" y="3491077"/>
                </a:lnTo>
                <a:lnTo>
                  <a:pt x="7024306" y="3489477"/>
                </a:lnTo>
                <a:lnTo>
                  <a:pt x="7026643" y="3484765"/>
                </a:lnTo>
                <a:lnTo>
                  <a:pt x="7026808" y="3482340"/>
                </a:lnTo>
                <a:close/>
              </a:path>
              <a:path w="9475470" h="4709795">
                <a:moveTo>
                  <a:pt x="7051738" y="1213243"/>
                </a:moveTo>
                <a:lnTo>
                  <a:pt x="7051573" y="1210818"/>
                </a:lnTo>
                <a:lnTo>
                  <a:pt x="7049236" y="1206106"/>
                </a:lnTo>
                <a:lnTo>
                  <a:pt x="7047408" y="1204506"/>
                </a:lnTo>
                <a:lnTo>
                  <a:pt x="7042429" y="1202829"/>
                </a:lnTo>
                <a:lnTo>
                  <a:pt x="7040004" y="1202994"/>
                </a:lnTo>
                <a:lnTo>
                  <a:pt x="7035279" y="1205331"/>
                </a:lnTo>
                <a:lnTo>
                  <a:pt x="7033692" y="1207160"/>
                </a:lnTo>
                <a:lnTo>
                  <a:pt x="7032003" y="1212151"/>
                </a:lnTo>
                <a:lnTo>
                  <a:pt x="7032168" y="1214577"/>
                </a:lnTo>
                <a:lnTo>
                  <a:pt x="7034504" y="1219288"/>
                </a:lnTo>
                <a:lnTo>
                  <a:pt x="7036333" y="1220889"/>
                </a:lnTo>
                <a:lnTo>
                  <a:pt x="7041324" y="1222565"/>
                </a:lnTo>
                <a:lnTo>
                  <a:pt x="7043750" y="1222400"/>
                </a:lnTo>
                <a:lnTo>
                  <a:pt x="7048462" y="1220063"/>
                </a:lnTo>
                <a:lnTo>
                  <a:pt x="7050062" y="1218234"/>
                </a:lnTo>
                <a:lnTo>
                  <a:pt x="7051738" y="1213243"/>
                </a:lnTo>
                <a:close/>
              </a:path>
              <a:path w="9475470" h="4709795">
                <a:moveTo>
                  <a:pt x="7060946" y="3499281"/>
                </a:moveTo>
                <a:lnTo>
                  <a:pt x="7059257" y="3494290"/>
                </a:lnTo>
                <a:lnTo>
                  <a:pt x="7057669" y="3492462"/>
                </a:lnTo>
                <a:lnTo>
                  <a:pt x="7052945" y="3490125"/>
                </a:lnTo>
                <a:lnTo>
                  <a:pt x="7050532" y="3489960"/>
                </a:lnTo>
                <a:lnTo>
                  <a:pt x="7045541" y="3491636"/>
                </a:lnTo>
                <a:lnTo>
                  <a:pt x="7043712" y="3493236"/>
                </a:lnTo>
                <a:lnTo>
                  <a:pt x="7041375" y="3497948"/>
                </a:lnTo>
                <a:lnTo>
                  <a:pt x="7041210" y="3500374"/>
                </a:lnTo>
                <a:lnTo>
                  <a:pt x="7042886" y="3505352"/>
                </a:lnTo>
                <a:lnTo>
                  <a:pt x="7044487" y="3507181"/>
                </a:lnTo>
                <a:lnTo>
                  <a:pt x="7049198" y="3509530"/>
                </a:lnTo>
                <a:lnTo>
                  <a:pt x="7051624" y="3509695"/>
                </a:lnTo>
                <a:lnTo>
                  <a:pt x="7056602" y="3508019"/>
                </a:lnTo>
                <a:lnTo>
                  <a:pt x="7058431" y="3506419"/>
                </a:lnTo>
                <a:lnTo>
                  <a:pt x="7060768" y="3501707"/>
                </a:lnTo>
                <a:lnTo>
                  <a:pt x="7060946" y="3499281"/>
                </a:lnTo>
                <a:close/>
              </a:path>
              <a:path w="9475470" h="4709795">
                <a:moveTo>
                  <a:pt x="7085876" y="1196327"/>
                </a:moveTo>
                <a:lnTo>
                  <a:pt x="7085711" y="1193901"/>
                </a:lnTo>
                <a:lnTo>
                  <a:pt x="7083374" y="1189189"/>
                </a:lnTo>
                <a:lnTo>
                  <a:pt x="7081545" y="1187589"/>
                </a:lnTo>
                <a:lnTo>
                  <a:pt x="7076567" y="1185900"/>
                </a:lnTo>
                <a:lnTo>
                  <a:pt x="7074141" y="1186065"/>
                </a:lnTo>
                <a:lnTo>
                  <a:pt x="7069417" y="1188402"/>
                </a:lnTo>
                <a:lnTo>
                  <a:pt x="7067817" y="1190244"/>
                </a:lnTo>
                <a:lnTo>
                  <a:pt x="7066140" y="1195222"/>
                </a:lnTo>
                <a:lnTo>
                  <a:pt x="7066305" y="1197648"/>
                </a:lnTo>
                <a:lnTo>
                  <a:pt x="7068642" y="1202359"/>
                </a:lnTo>
                <a:lnTo>
                  <a:pt x="7070471" y="1203960"/>
                </a:lnTo>
                <a:lnTo>
                  <a:pt x="7075462" y="1205636"/>
                </a:lnTo>
                <a:lnTo>
                  <a:pt x="7077888" y="1205471"/>
                </a:lnTo>
                <a:lnTo>
                  <a:pt x="7082599" y="1203134"/>
                </a:lnTo>
                <a:lnTo>
                  <a:pt x="7084200" y="1201305"/>
                </a:lnTo>
                <a:lnTo>
                  <a:pt x="7085876" y="1196327"/>
                </a:lnTo>
                <a:close/>
              </a:path>
              <a:path w="9475470" h="4709795">
                <a:moveTo>
                  <a:pt x="7095071" y="3516223"/>
                </a:moveTo>
                <a:lnTo>
                  <a:pt x="7093394" y="3511232"/>
                </a:lnTo>
                <a:lnTo>
                  <a:pt x="7091794" y="3509403"/>
                </a:lnTo>
                <a:lnTo>
                  <a:pt x="7087082" y="3507067"/>
                </a:lnTo>
                <a:lnTo>
                  <a:pt x="7084657" y="3506901"/>
                </a:lnTo>
                <a:lnTo>
                  <a:pt x="7079666" y="3508578"/>
                </a:lnTo>
                <a:lnTo>
                  <a:pt x="7077837" y="3510178"/>
                </a:lnTo>
                <a:lnTo>
                  <a:pt x="7075500" y="3514890"/>
                </a:lnTo>
                <a:lnTo>
                  <a:pt x="7075335" y="3517315"/>
                </a:lnTo>
                <a:lnTo>
                  <a:pt x="7077011" y="3522294"/>
                </a:lnTo>
                <a:lnTo>
                  <a:pt x="7078612" y="3524123"/>
                </a:lnTo>
                <a:lnTo>
                  <a:pt x="7083323" y="3526472"/>
                </a:lnTo>
                <a:lnTo>
                  <a:pt x="7085749" y="3526637"/>
                </a:lnTo>
                <a:lnTo>
                  <a:pt x="7090727" y="3524961"/>
                </a:lnTo>
                <a:lnTo>
                  <a:pt x="7092569" y="3523361"/>
                </a:lnTo>
                <a:lnTo>
                  <a:pt x="7094906" y="3518649"/>
                </a:lnTo>
                <a:lnTo>
                  <a:pt x="7095071" y="3516223"/>
                </a:lnTo>
                <a:close/>
              </a:path>
              <a:path w="9475470" h="4709795">
                <a:moveTo>
                  <a:pt x="7120014" y="1179398"/>
                </a:moveTo>
                <a:lnTo>
                  <a:pt x="7119848" y="1176972"/>
                </a:lnTo>
                <a:lnTo>
                  <a:pt x="7117512" y="1172260"/>
                </a:lnTo>
                <a:lnTo>
                  <a:pt x="7115683" y="1170660"/>
                </a:lnTo>
                <a:lnTo>
                  <a:pt x="7110692" y="1168984"/>
                </a:lnTo>
                <a:lnTo>
                  <a:pt x="7108266" y="1169149"/>
                </a:lnTo>
                <a:lnTo>
                  <a:pt x="7103554" y="1171486"/>
                </a:lnTo>
                <a:lnTo>
                  <a:pt x="7101954" y="1173314"/>
                </a:lnTo>
                <a:lnTo>
                  <a:pt x="7100278" y="1178293"/>
                </a:lnTo>
                <a:lnTo>
                  <a:pt x="7100443" y="1180719"/>
                </a:lnTo>
                <a:lnTo>
                  <a:pt x="7102780" y="1185430"/>
                </a:lnTo>
                <a:lnTo>
                  <a:pt x="7104608" y="1187030"/>
                </a:lnTo>
                <a:lnTo>
                  <a:pt x="7109600" y="1188707"/>
                </a:lnTo>
                <a:lnTo>
                  <a:pt x="7112025" y="1188554"/>
                </a:lnTo>
                <a:lnTo>
                  <a:pt x="7116737" y="1186205"/>
                </a:lnTo>
                <a:lnTo>
                  <a:pt x="7118337" y="1184376"/>
                </a:lnTo>
                <a:lnTo>
                  <a:pt x="7120014" y="1179398"/>
                </a:lnTo>
                <a:close/>
              </a:path>
              <a:path w="9475470" h="4709795">
                <a:moveTo>
                  <a:pt x="7129196" y="3533165"/>
                </a:moveTo>
                <a:lnTo>
                  <a:pt x="7127519" y="3528174"/>
                </a:lnTo>
                <a:lnTo>
                  <a:pt x="7125919" y="3526345"/>
                </a:lnTo>
                <a:lnTo>
                  <a:pt x="7121207" y="3524008"/>
                </a:lnTo>
                <a:lnTo>
                  <a:pt x="7118782" y="3523843"/>
                </a:lnTo>
                <a:lnTo>
                  <a:pt x="7113803" y="3525520"/>
                </a:lnTo>
                <a:lnTo>
                  <a:pt x="7111962" y="3527120"/>
                </a:lnTo>
                <a:lnTo>
                  <a:pt x="7109625" y="3531832"/>
                </a:lnTo>
                <a:lnTo>
                  <a:pt x="7109460" y="3534257"/>
                </a:lnTo>
                <a:lnTo>
                  <a:pt x="7111136" y="3539236"/>
                </a:lnTo>
                <a:lnTo>
                  <a:pt x="7112736" y="3541064"/>
                </a:lnTo>
                <a:lnTo>
                  <a:pt x="7117448" y="3543414"/>
                </a:lnTo>
                <a:lnTo>
                  <a:pt x="7119874" y="3543579"/>
                </a:lnTo>
                <a:lnTo>
                  <a:pt x="7124865" y="3541890"/>
                </a:lnTo>
                <a:lnTo>
                  <a:pt x="7126694" y="3540302"/>
                </a:lnTo>
                <a:lnTo>
                  <a:pt x="7129031" y="3535591"/>
                </a:lnTo>
                <a:lnTo>
                  <a:pt x="7129196" y="3533165"/>
                </a:lnTo>
                <a:close/>
              </a:path>
              <a:path w="9475470" h="4709795">
                <a:moveTo>
                  <a:pt x="7154151" y="1162469"/>
                </a:moveTo>
                <a:lnTo>
                  <a:pt x="7153986" y="1160043"/>
                </a:lnTo>
                <a:lnTo>
                  <a:pt x="7151649" y="1155331"/>
                </a:lnTo>
                <a:lnTo>
                  <a:pt x="7149820" y="1153731"/>
                </a:lnTo>
                <a:lnTo>
                  <a:pt x="7144829" y="1152055"/>
                </a:lnTo>
                <a:lnTo>
                  <a:pt x="7142404" y="1152220"/>
                </a:lnTo>
                <a:lnTo>
                  <a:pt x="7137692" y="1154557"/>
                </a:lnTo>
                <a:lnTo>
                  <a:pt x="7136092" y="1156385"/>
                </a:lnTo>
                <a:lnTo>
                  <a:pt x="7134415" y="1161376"/>
                </a:lnTo>
                <a:lnTo>
                  <a:pt x="7134580" y="1163789"/>
                </a:lnTo>
                <a:lnTo>
                  <a:pt x="7136917" y="1168514"/>
                </a:lnTo>
                <a:lnTo>
                  <a:pt x="7138746" y="1170101"/>
                </a:lnTo>
                <a:lnTo>
                  <a:pt x="7143737" y="1171790"/>
                </a:lnTo>
                <a:lnTo>
                  <a:pt x="7146150" y="1171625"/>
                </a:lnTo>
                <a:lnTo>
                  <a:pt x="7150875" y="1169289"/>
                </a:lnTo>
                <a:lnTo>
                  <a:pt x="7152475" y="1167460"/>
                </a:lnTo>
                <a:lnTo>
                  <a:pt x="7154151" y="1162469"/>
                </a:lnTo>
                <a:close/>
              </a:path>
              <a:path w="9475470" h="4709795">
                <a:moveTo>
                  <a:pt x="7163321" y="3550107"/>
                </a:moveTo>
                <a:lnTo>
                  <a:pt x="7161644" y="3545116"/>
                </a:lnTo>
                <a:lnTo>
                  <a:pt x="7160044" y="3543287"/>
                </a:lnTo>
                <a:lnTo>
                  <a:pt x="7155332" y="3540950"/>
                </a:lnTo>
                <a:lnTo>
                  <a:pt x="7152907" y="3540785"/>
                </a:lnTo>
                <a:lnTo>
                  <a:pt x="7147928" y="3542461"/>
                </a:lnTo>
                <a:lnTo>
                  <a:pt x="7146099" y="3544062"/>
                </a:lnTo>
                <a:lnTo>
                  <a:pt x="7143750" y="3548773"/>
                </a:lnTo>
                <a:lnTo>
                  <a:pt x="7143585" y="3551199"/>
                </a:lnTo>
                <a:lnTo>
                  <a:pt x="7145274" y="3556177"/>
                </a:lnTo>
                <a:lnTo>
                  <a:pt x="7146861" y="3558006"/>
                </a:lnTo>
                <a:lnTo>
                  <a:pt x="7151573" y="3560356"/>
                </a:lnTo>
                <a:lnTo>
                  <a:pt x="7153999" y="3560521"/>
                </a:lnTo>
                <a:lnTo>
                  <a:pt x="7158990" y="3558832"/>
                </a:lnTo>
                <a:lnTo>
                  <a:pt x="7160819" y="3557244"/>
                </a:lnTo>
                <a:lnTo>
                  <a:pt x="7163155" y="3552533"/>
                </a:lnTo>
                <a:lnTo>
                  <a:pt x="7163321" y="3550107"/>
                </a:lnTo>
                <a:close/>
              </a:path>
              <a:path w="9475470" h="4709795">
                <a:moveTo>
                  <a:pt x="7188289" y="1145540"/>
                </a:moveTo>
                <a:lnTo>
                  <a:pt x="7188124" y="1143114"/>
                </a:lnTo>
                <a:lnTo>
                  <a:pt x="7185787" y="1138402"/>
                </a:lnTo>
                <a:lnTo>
                  <a:pt x="7183958" y="1136802"/>
                </a:lnTo>
                <a:lnTo>
                  <a:pt x="7178967" y="1135126"/>
                </a:lnTo>
                <a:lnTo>
                  <a:pt x="7176541" y="1135291"/>
                </a:lnTo>
                <a:lnTo>
                  <a:pt x="7171830" y="1137627"/>
                </a:lnTo>
                <a:lnTo>
                  <a:pt x="7170229" y="1139456"/>
                </a:lnTo>
                <a:lnTo>
                  <a:pt x="7168553" y="1144447"/>
                </a:lnTo>
                <a:lnTo>
                  <a:pt x="7168718" y="1146873"/>
                </a:lnTo>
                <a:lnTo>
                  <a:pt x="7171055" y="1151585"/>
                </a:lnTo>
                <a:lnTo>
                  <a:pt x="7172884" y="1153185"/>
                </a:lnTo>
                <a:lnTo>
                  <a:pt x="7177862" y="1154861"/>
                </a:lnTo>
                <a:lnTo>
                  <a:pt x="7180288" y="1154696"/>
                </a:lnTo>
                <a:lnTo>
                  <a:pt x="7185012" y="1152359"/>
                </a:lnTo>
                <a:lnTo>
                  <a:pt x="7186600" y="1150531"/>
                </a:lnTo>
                <a:lnTo>
                  <a:pt x="7188289" y="1145540"/>
                </a:lnTo>
                <a:close/>
              </a:path>
              <a:path w="9475470" h="4709795">
                <a:moveTo>
                  <a:pt x="7197458" y="3567049"/>
                </a:moveTo>
                <a:lnTo>
                  <a:pt x="7195769" y="3562058"/>
                </a:lnTo>
                <a:lnTo>
                  <a:pt x="7194182" y="3560229"/>
                </a:lnTo>
                <a:lnTo>
                  <a:pt x="7189470" y="3557892"/>
                </a:lnTo>
                <a:lnTo>
                  <a:pt x="7187044" y="3557727"/>
                </a:lnTo>
                <a:lnTo>
                  <a:pt x="7182053" y="3559403"/>
                </a:lnTo>
                <a:lnTo>
                  <a:pt x="7180224" y="3561003"/>
                </a:lnTo>
                <a:lnTo>
                  <a:pt x="7177887" y="3565715"/>
                </a:lnTo>
                <a:lnTo>
                  <a:pt x="7177722" y="3568141"/>
                </a:lnTo>
                <a:lnTo>
                  <a:pt x="7179399" y="3573119"/>
                </a:lnTo>
                <a:lnTo>
                  <a:pt x="7180999" y="3574948"/>
                </a:lnTo>
                <a:lnTo>
                  <a:pt x="7185711" y="3577298"/>
                </a:lnTo>
                <a:lnTo>
                  <a:pt x="7188136" y="3577463"/>
                </a:lnTo>
                <a:lnTo>
                  <a:pt x="7193115" y="3575774"/>
                </a:lnTo>
                <a:lnTo>
                  <a:pt x="7194944" y="3574186"/>
                </a:lnTo>
                <a:lnTo>
                  <a:pt x="7197293" y="3569474"/>
                </a:lnTo>
                <a:lnTo>
                  <a:pt x="7197458" y="3567049"/>
                </a:lnTo>
                <a:close/>
              </a:path>
              <a:path w="9475470" h="4709795">
                <a:moveTo>
                  <a:pt x="7222426" y="1128623"/>
                </a:moveTo>
                <a:lnTo>
                  <a:pt x="7222261" y="1126197"/>
                </a:lnTo>
                <a:lnTo>
                  <a:pt x="7219924" y="1121486"/>
                </a:lnTo>
                <a:lnTo>
                  <a:pt x="7218083" y="1119886"/>
                </a:lnTo>
                <a:lnTo>
                  <a:pt x="7213105" y="1118196"/>
                </a:lnTo>
                <a:lnTo>
                  <a:pt x="7210679" y="1118362"/>
                </a:lnTo>
                <a:lnTo>
                  <a:pt x="7205967" y="1120698"/>
                </a:lnTo>
                <a:lnTo>
                  <a:pt x="7204367" y="1122540"/>
                </a:lnTo>
                <a:lnTo>
                  <a:pt x="7202691" y="1127518"/>
                </a:lnTo>
                <a:lnTo>
                  <a:pt x="7202856" y="1129944"/>
                </a:lnTo>
                <a:lnTo>
                  <a:pt x="7205192" y="1134656"/>
                </a:lnTo>
                <a:lnTo>
                  <a:pt x="7207021" y="1136256"/>
                </a:lnTo>
                <a:lnTo>
                  <a:pt x="7212000" y="1137932"/>
                </a:lnTo>
                <a:lnTo>
                  <a:pt x="7214425" y="1137767"/>
                </a:lnTo>
                <a:lnTo>
                  <a:pt x="7219137" y="1135430"/>
                </a:lnTo>
                <a:lnTo>
                  <a:pt x="7220737" y="1133602"/>
                </a:lnTo>
                <a:lnTo>
                  <a:pt x="7222426" y="1128623"/>
                </a:lnTo>
                <a:close/>
              </a:path>
              <a:path w="9475470" h="4709795">
                <a:moveTo>
                  <a:pt x="7231583" y="3583990"/>
                </a:moveTo>
                <a:lnTo>
                  <a:pt x="7229907" y="3578999"/>
                </a:lnTo>
                <a:lnTo>
                  <a:pt x="7228306" y="3577171"/>
                </a:lnTo>
                <a:lnTo>
                  <a:pt x="7223595" y="3574834"/>
                </a:lnTo>
                <a:lnTo>
                  <a:pt x="7221169" y="3574669"/>
                </a:lnTo>
                <a:lnTo>
                  <a:pt x="7216178" y="3576345"/>
                </a:lnTo>
                <a:lnTo>
                  <a:pt x="7214349" y="3577945"/>
                </a:lnTo>
                <a:lnTo>
                  <a:pt x="7212012" y="3582657"/>
                </a:lnTo>
                <a:lnTo>
                  <a:pt x="7211847" y="3585070"/>
                </a:lnTo>
                <a:lnTo>
                  <a:pt x="7213524" y="3590061"/>
                </a:lnTo>
                <a:lnTo>
                  <a:pt x="7215124" y="3591890"/>
                </a:lnTo>
                <a:lnTo>
                  <a:pt x="7219836" y="3594239"/>
                </a:lnTo>
                <a:lnTo>
                  <a:pt x="7222261" y="3594404"/>
                </a:lnTo>
                <a:lnTo>
                  <a:pt x="7227240" y="3592715"/>
                </a:lnTo>
                <a:lnTo>
                  <a:pt x="7229081" y="3591128"/>
                </a:lnTo>
                <a:lnTo>
                  <a:pt x="7231418" y="3586416"/>
                </a:lnTo>
                <a:lnTo>
                  <a:pt x="7231583" y="3583990"/>
                </a:lnTo>
                <a:close/>
              </a:path>
              <a:path w="9475470" h="4709795">
                <a:moveTo>
                  <a:pt x="7256551" y="1111694"/>
                </a:moveTo>
                <a:lnTo>
                  <a:pt x="7256399" y="1109268"/>
                </a:lnTo>
                <a:lnTo>
                  <a:pt x="7254049" y="1104557"/>
                </a:lnTo>
                <a:lnTo>
                  <a:pt x="7252221" y="1102956"/>
                </a:lnTo>
                <a:lnTo>
                  <a:pt x="7247242" y="1101280"/>
                </a:lnTo>
                <a:lnTo>
                  <a:pt x="7244816" y="1101445"/>
                </a:lnTo>
                <a:lnTo>
                  <a:pt x="7240105" y="1103782"/>
                </a:lnTo>
                <a:lnTo>
                  <a:pt x="7238505" y="1105611"/>
                </a:lnTo>
                <a:lnTo>
                  <a:pt x="7236828" y="1110589"/>
                </a:lnTo>
                <a:lnTo>
                  <a:pt x="7236981" y="1113015"/>
                </a:lnTo>
                <a:lnTo>
                  <a:pt x="7239317" y="1117727"/>
                </a:lnTo>
                <a:lnTo>
                  <a:pt x="7241159" y="1119327"/>
                </a:lnTo>
                <a:lnTo>
                  <a:pt x="7246137" y="1121003"/>
                </a:lnTo>
                <a:lnTo>
                  <a:pt x="7248563" y="1120851"/>
                </a:lnTo>
                <a:lnTo>
                  <a:pt x="7253275" y="1118501"/>
                </a:lnTo>
                <a:lnTo>
                  <a:pt x="7254875" y="1116672"/>
                </a:lnTo>
                <a:lnTo>
                  <a:pt x="7256551" y="1111694"/>
                </a:lnTo>
                <a:close/>
              </a:path>
              <a:path w="9475470" h="4709795">
                <a:moveTo>
                  <a:pt x="7265708" y="3600932"/>
                </a:moveTo>
                <a:lnTo>
                  <a:pt x="7264032" y="3595941"/>
                </a:lnTo>
                <a:lnTo>
                  <a:pt x="7262431" y="3594112"/>
                </a:lnTo>
                <a:lnTo>
                  <a:pt x="7257720" y="3591776"/>
                </a:lnTo>
                <a:lnTo>
                  <a:pt x="7255294" y="3591610"/>
                </a:lnTo>
                <a:lnTo>
                  <a:pt x="7250316" y="3593287"/>
                </a:lnTo>
                <a:lnTo>
                  <a:pt x="7248474" y="3594887"/>
                </a:lnTo>
                <a:lnTo>
                  <a:pt x="7246137" y="3599599"/>
                </a:lnTo>
                <a:lnTo>
                  <a:pt x="7245972" y="3602012"/>
                </a:lnTo>
                <a:lnTo>
                  <a:pt x="7247649" y="3607003"/>
                </a:lnTo>
                <a:lnTo>
                  <a:pt x="7249249" y="3608832"/>
                </a:lnTo>
                <a:lnTo>
                  <a:pt x="7253960" y="3611181"/>
                </a:lnTo>
                <a:lnTo>
                  <a:pt x="7256386" y="3611346"/>
                </a:lnTo>
                <a:lnTo>
                  <a:pt x="7261377" y="3609657"/>
                </a:lnTo>
                <a:lnTo>
                  <a:pt x="7263206" y="3608070"/>
                </a:lnTo>
                <a:lnTo>
                  <a:pt x="7265543" y="3603358"/>
                </a:lnTo>
                <a:lnTo>
                  <a:pt x="7265708" y="3600932"/>
                </a:lnTo>
                <a:close/>
              </a:path>
              <a:path w="9475470" h="4709795">
                <a:moveTo>
                  <a:pt x="7290689" y="1094765"/>
                </a:moveTo>
                <a:lnTo>
                  <a:pt x="7290524" y="1092339"/>
                </a:lnTo>
                <a:lnTo>
                  <a:pt x="7288187" y="1087628"/>
                </a:lnTo>
                <a:lnTo>
                  <a:pt x="7286358" y="1086027"/>
                </a:lnTo>
                <a:lnTo>
                  <a:pt x="7281380" y="1084351"/>
                </a:lnTo>
                <a:lnTo>
                  <a:pt x="7278954" y="1084516"/>
                </a:lnTo>
                <a:lnTo>
                  <a:pt x="7274242" y="1086853"/>
                </a:lnTo>
                <a:lnTo>
                  <a:pt x="7272642" y="1088682"/>
                </a:lnTo>
                <a:lnTo>
                  <a:pt x="7270953" y="1093673"/>
                </a:lnTo>
                <a:lnTo>
                  <a:pt x="7271118" y="1096086"/>
                </a:lnTo>
                <a:lnTo>
                  <a:pt x="7273455" y="1100810"/>
                </a:lnTo>
                <a:lnTo>
                  <a:pt x="7275284" y="1102398"/>
                </a:lnTo>
                <a:lnTo>
                  <a:pt x="7280275" y="1104087"/>
                </a:lnTo>
                <a:lnTo>
                  <a:pt x="7282701" y="1103922"/>
                </a:lnTo>
                <a:lnTo>
                  <a:pt x="7287412" y="1101585"/>
                </a:lnTo>
                <a:lnTo>
                  <a:pt x="7289012" y="1099756"/>
                </a:lnTo>
                <a:lnTo>
                  <a:pt x="7290689" y="1094765"/>
                </a:lnTo>
                <a:close/>
              </a:path>
              <a:path w="9475470" h="4709795">
                <a:moveTo>
                  <a:pt x="7299833" y="3617874"/>
                </a:moveTo>
                <a:lnTo>
                  <a:pt x="7298156" y="3612883"/>
                </a:lnTo>
                <a:lnTo>
                  <a:pt x="7296556" y="3611054"/>
                </a:lnTo>
                <a:lnTo>
                  <a:pt x="7291845" y="3608717"/>
                </a:lnTo>
                <a:lnTo>
                  <a:pt x="7289419" y="3608552"/>
                </a:lnTo>
                <a:lnTo>
                  <a:pt x="7284440" y="3610229"/>
                </a:lnTo>
                <a:lnTo>
                  <a:pt x="7282612" y="3611829"/>
                </a:lnTo>
                <a:lnTo>
                  <a:pt x="7280275" y="3616541"/>
                </a:lnTo>
                <a:lnTo>
                  <a:pt x="7280110" y="3618954"/>
                </a:lnTo>
                <a:lnTo>
                  <a:pt x="7281786" y="3623945"/>
                </a:lnTo>
                <a:lnTo>
                  <a:pt x="7283374" y="3625773"/>
                </a:lnTo>
                <a:lnTo>
                  <a:pt x="7288098" y="3628110"/>
                </a:lnTo>
                <a:lnTo>
                  <a:pt x="7290511" y="3628275"/>
                </a:lnTo>
                <a:lnTo>
                  <a:pt x="7295502" y="3626599"/>
                </a:lnTo>
                <a:lnTo>
                  <a:pt x="7297331" y="3625011"/>
                </a:lnTo>
                <a:lnTo>
                  <a:pt x="7299668" y="3620300"/>
                </a:lnTo>
                <a:lnTo>
                  <a:pt x="7299833" y="3617874"/>
                </a:lnTo>
                <a:close/>
              </a:path>
              <a:path w="9475470" h="4709795">
                <a:moveTo>
                  <a:pt x="7324826" y="1077836"/>
                </a:moveTo>
                <a:lnTo>
                  <a:pt x="7324661" y="1075410"/>
                </a:lnTo>
                <a:lnTo>
                  <a:pt x="7322325" y="1070698"/>
                </a:lnTo>
                <a:lnTo>
                  <a:pt x="7320496" y="1069098"/>
                </a:lnTo>
                <a:lnTo>
                  <a:pt x="7315517" y="1067422"/>
                </a:lnTo>
                <a:lnTo>
                  <a:pt x="7313092" y="1067587"/>
                </a:lnTo>
                <a:lnTo>
                  <a:pt x="7308367" y="1069924"/>
                </a:lnTo>
                <a:lnTo>
                  <a:pt x="7306780" y="1071753"/>
                </a:lnTo>
                <a:lnTo>
                  <a:pt x="7305091" y="1076744"/>
                </a:lnTo>
                <a:lnTo>
                  <a:pt x="7305256" y="1079169"/>
                </a:lnTo>
                <a:lnTo>
                  <a:pt x="7307593" y="1083881"/>
                </a:lnTo>
                <a:lnTo>
                  <a:pt x="7309421" y="1085481"/>
                </a:lnTo>
                <a:lnTo>
                  <a:pt x="7314412" y="1087158"/>
                </a:lnTo>
                <a:lnTo>
                  <a:pt x="7316838" y="1086993"/>
                </a:lnTo>
                <a:lnTo>
                  <a:pt x="7321550" y="1084656"/>
                </a:lnTo>
                <a:lnTo>
                  <a:pt x="7323150" y="1082827"/>
                </a:lnTo>
                <a:lnTo>
                  <a:pt x="7324826" y="1077836"/>
                </a:lnTo>
                <a:close/>
              </a:path>
              <a:path w="9475470" h="4709795">
                <a:moveTo>
                  <a:pt x="7333970" y="3634816"/>
                </a:moveTo>
                <a:lnTo>
                  <a:pt x="7332294" y="3629825"/>
                </a:lnTo>
                <a:lnTo>
                  <a:pt x="7330694" y="3627996"/>
                </a:lnTo>
                <a:lnTo>
                  <a:pt x="7325982" y="3625659"/>
                </a:lnTo>
                <a:lnTo>
                  <a:pt x="7323556" y="3625494"/>
                </a:lnTo>
                <a:lnTo>
                  <a:pt x="7318565" y="3627170"/>
                </a:lnTo>
                <a:lnTo>
                  <a:pt x="7316737" y="3628771"/>
                </a:lnTo>
                <a:lnTo>
                  <a:pt x="7314400" y="3633482"/>
                </a:lnTo>
                <a:lnTo>
                  <a:pt x="7314235" y="3635895"/>
                </a:lnTo>
                <a:lnTo>
                  <a:pt x="7315911" y="3640886"/>
                </a:lnTo>
                <a:lnTo>
                  <a:pt x="7317511" y="3642715"/>
                </a:lnTo>
                <a:lnTo>
                  <a:pt x="7322223" y="3645052"/>
                </a:lnTo>
                <a:lnTo>
                  <a:pt x="7324649" y="3645217"/>
                </a:lnTo>
                <a:lnTo>
                  <a:pt x="7329627" y="3643541"/>
                </a:lnTo>
                <a:lnTo>
                  <a:pt x="7331456" y="3641953"/>
                </a:lnTo>
                <a:lnTo>
                  <a:pt x="7333805" y="3637242"/>
                </a:lnTo>
                <a:lnTo>
                  <a:pt x="7333970" y="3634816"/>
                </a:lnTo>
                <a:close/>
              </a:path>
              <a:path w="9475470" h="4709795">
                <a:moveTo>
                  <a:pt x="7358964" y="1060907"/>
                </a:moveTo>
                <a:lnTo>
                  <a:pt x="7358799" y="1058494"/>
                </a:lnTo>
                <a:lnTo>
                  <a:pt x="7356462" y="1053769"/>
                </a:lnTo>
                <a:lnTo>
                  <a:pt x="7354633" y="1052182"/>
                </a:lnTo>
                <a:lnTo>
                  <a:pt x="7349642" y="1050493"/>
                </a:lnTo>
                <a:lnTo>
                  <a:pt x="7347229" y="1050658"/>
                </a:lnTo>
                <a:lnTo>
                  <a:pt x="7342505" y="1052995"/>
                </a:lnTo>
                <a:lnTo>
                  <a:pt x="7340905" y="1054823"/>
                </a:lnTo>
                <a:lnTo>
                  <a:pt x="7339228" y="1059815"/>
                </a:lnTo>
                <a:lnTo>
                  <a:pt x="7339393" y="1062240"/>
                </a:lnTo>
                <a:lnTo>
                  <a:pt x="7341730" y="1066952"/>
                </a:lnTo>
                <a:lnTo>
                  <a:pt x="7343559" y="1068552"/>
                </a:lnTo>
                <a:lnTo>
                  <a:pt x="7348550" y="1070229"/>
                </a:lnTo>
                <a:lnTo>
                  <a:pt x="7350976" y="1070063"/>
                </a:lnTo>
                <a:lnTo>
                  <a:pt x="7355687" y="1067727"/>
                </a:lnTo>
                <a:lnTo>
                  <a:pt x="7357288" y="1065898"/>
                </a:lnTo>
                <a:lnTo>
                  <a:pt x="7358964" y="1060907"/>
                </a:lnTo>
                <a:close/>
              </a:path>
              <a:path w="9475470" h="4709795">
                <a:moveTo>
                  <a:pt x="7368095" y="3651758"/>
                </a:moveTo>
                <a:lnTo>
                  <a:pt x="7366419" y="3646767"/>
                </a:lnTo>
                <a:lnTo>
                  <a:pt x="7364819" y="3644938"/>
                </a:lnTo>
                <a:lnTo>
                  <a:pt x="7360107" y="3642601"/>
                </a:lnTo>
                <a:lnTo>
                  <a:pt x="7357681" y="3642436"/>
                </a:lnTo>
                <a:lnTo>
                  <a:pt x="7352690" y="3644112"/>
                </a:lnTo>
                <a:lnTo>
                  <a:pt x="7350861" y="3645712"/>
                </a:lnTo>
                <a:lnTo>
                  <a:pt x="7348525" y="3650424"/>
                </a:lnTo>
                <a:lnTo>
                  <a:pt x="7348360" y="3652837"/>
                </a:lnTo>
                <a:lnTo>
                  <a:pt x="7350036" y="3657828"/>
                </a:lnTo>
                <a:lnTo>
                  <a:pt x="7351636" y="3659657"/>
                </a:lnTo>
                <a:lnTo>
                  <a:pt x="7356348" y="3661994"/>
                </a:lnTo>
                <a:lnTo>
                  <a:pt x="7358774" y="3662159"/>
                </a:lnTo>
                <a:lnTo>
                  <a:pt x="7363765" y="3660483"/>
                </a:lnTo>
                <a:lnTo>
                  <a:pt x="7365593" y="3658895"/>
                </a:lnTo>
                <a:lnTo>
                  <a:pt x="7367930" y="3654183"/>
                </a:lnTo>
                <a:lnTo>
                  <a:pt x="7368095" y="3651758"/>
                </a:lnTo>
                <a:close/>
              </a:path>
              <a:path w="9475470" h="4709795">
                <a:moveTo>
                  <a:pt x="7393102" y="1043990"/>
                </a:moveTo>
                <a:lnTo>
                  <a:pt x="7392937" y="1041565"/>
                </a:lnTo>
                <a:lnTo>
                  <a:pt x="7390600" y="1036853"/>
                </a:lnTo>
                <a:lnTo>
                  <a:pt x="7388771" y="1035253"/>
                </a:lnTo>
                <a:lnTo>
                  <a:pt x="7383780" y="1033576"/>
                </a:lnTo>
                <a:lnTo>
                  <a:pt x="7381354" y="1033741"/>
                </a:lnTo>
                <a:lnTo>
                  <a:pt x="7376642" y="1036078"/>
                </a:lnTo>
                <a:lnTo>
                  <a:pt x="7375042" y="1037907"/>
                </a:lnTo>
                <a:lnTo>
                  <a:pt x="7373366" y="1042885"/>
                </a:lnTo>
                <a:lnTo>
                  <a:pt x="7373531" y="1045311"/>
                </a:lnTo>
                <a:lnTo>
                  <a:pt x="7375868" y="1050023"/>
                </a:lnTo>
                <a:lnTo>
                  <a:pt x="7377697" y="1051623"/>
                </a:lnTo>
                <a:lnTo>
                  <a:pt x="7382688" y="1053299"/>
                </a:lnTo>
                <a:lnTo>
                  <a:pt x="7385113" y="1053134"/>
                </a:lnTo>
                <a:lnTo>
                  <a:pt x="7389825" y="1050798"/>
                </a:lnTo>
                <a:lnTo>
                  <a:pt x="7391425" y="1048969"/>
                </a:lnTo>
                <a:lnTo>
                  <a:pt x="7393102" y="1043990"/>
                </a:lnTo>
                <a:close/>
              </a:path>
              <a:path w="9475470" h="4709795">
                <a:moveTo>
                  <a:pt x="7402220" y="3668699"/>
                </a:moveTo>
                <a:lnTo>
                  <a:pt x="7400544" y="3663708"/>
                </a:lnTo>
                <a:lnTo>
                  <a:pt x="7398944" y="3661880"/>
                </a:lnTo>
                <a:lnTo>
                  <a:pt x="7394232" y="3659543"/>
                </a:lnTo>
                <a:lnTo>
                  <a:pt x="7391806" y="3659378"/>
                </a:lnTo>
                <a:lnTo>
                  <a:pt x="7386828" y="3661054"/>
                </a:lnTo>
                <a:lnTo>
                  <a:pt x="7384986" y="3662642"/>
                </a:lnTo>
                <a:lnTo>
                  <a:pt x="7382650" y="3667366"/>
                </a:lnTo>
                <a:lnTo>
                  <a:pt x="7382484" y="3669779"/>
                </a:lnTo>
                <a:lnTo>
                  <a:pt x="7384161" y="3674770"/>
                </a:lnTo>
                <a:lnTo>
                  <a:pt x="7385761" y="3676599"/>
                </a:lnTo>
                <a:lnTo>
                  <a:pt x="7390473" y="3678936"/>
                </a:lnTo>
                <a:lnTo>
                  <a:pt x="7392898" y="3679101"/>
                </a:lnTo>
                <a:lnTo>
                  <a:pt x="7397890" y="3677424"/>
                </a:lnTo>
                <a:lnTo>
                  <a:pt x="7399718" y="3675837"/>
                </a:lnTo>
                <a:lnTo>
                  <a:pt x="7402055" y="3671125"/>
                </a:lnTo>
                <a:lnTo>
                  <a:pt x="7402220" y="3668699"/>
                </a:lnTo>
                <a:close/>
              </a:path>
              <a:path w="9475470" h="4709795">
                <a:moveTo>
                  <a:pt x="7427239" y="1027061"/>
                </a:moveTo>
                <a:lnTo>
                  <a:pt x="7427074" y="1024636"/>
                </a:lnTo>
                <a:lnTo>
                  <a:pt x="7424737" y="1019924"/>
                </a:lnTo>
                <a:lnTo>
                  <a:pt x="7422909" y="1018324"/>
                </a:lnTo>
                <a:lnTo>
                  <a:pt x="7417917" y="1016647"/>
                </a:lnTo>
                <a:lnTo>
                  <a:pt x="7415492" y="1016812"/>
                </a:lnTo>
                <a:lnTo>
                  <a:pt x="7410780" y="1019149"/>
                </a:lnTo>
                <a:lnTo>
                  <a:pt x="7409180" y="1020978"/>
                </a:lnTo>
                <a:lnTo>
                  <a:pt x="7407503" y="1025956"/>
                </a:lnTo>
                <a:lnTo>
                  <a:pt x="7407669" y="1028382"/>
                </a:lnTo>
                <a:lnTo>
                  <a:pt x="7410005" y="1033094"/>
                </a:lnTo>
                <a:lnTo>
                  <a:pt x="7411834" y="1034694"/>
                </a:lnTo>
                <a:lnTo>
                  <a:pt x="7416825" y="1036383"/>
                </a:lnTo>
                <a:lnTo>
                  <a:pt x="7419238" y="1036218"/>
                </a:lnTo>
                <a:lnTo>
                  <a:pt x="7423963" y="1033881"/>
                </a:lnTo>
                <a:lnTo>
                  <a:pt x="7425563" y="1032040"/>
                </a:lnTo>
                <a:lnTo>
                  <a:pt x="7427239" y="1027061"/>
                </a:lnTo>
                <a:close/>
              </a:path>
              <a:path w="9475470" h="4709795">
                <a:moveTo>
                  <a:pt x="7436345" y="3685641"/>
                </a:moveTo>
                <a:lnTo>
                  <a:pt x="7434669" y="3680650"/>
                </a:lnTo>
                <a:lnTo>
                  <a:pt x="7433081" y="3678821"/>
                </a:lnTo>
                <a:lnTo>
                  <a:pt x="7428357" y="3676485"/>
                </a:lnTo>
                <a:lnTo>
                  <a:pt x="7425931" y="3676319"/>
                </a:lnTo>
                <a:lnTo>
                  <a:pt x="7420953" y="3677996"/>
                </a:lnTo>
                <a:lnTo>
                  <a:pt x="7419124" y="3679583"/>
                </a:lnTo>
                <a:lnTo>
                  <a:pt x="7416787" y="3684295"/>
                </a:lnTo>
                <a:lnTo>
                  <a:pt x="7416622" y="3686721"/>
                </a:lnTo>
                <a:lnTo>
                  <a:pt x="7418298" y="3691712"/>
                </a:lnTo>
                <a:lnTo>
                  <a:pt x="7419886" y="3693541"/>
                </a:lnTo>
                <a:lnTo>
                  <a:pt x="7424610" y="3695877"/>
                </a:lnTo>
                <a:lnTo>
                  <a:pt x="7427036" y="3696043"/>
                </a:lnTo>
                <a:lnTo>
                  <a:pt x="7432014" y="3694366"/>
                </a:lnTo>
                <a:lnTo>
                  <a:pt x="7433843" y="3692779"/>
                </a:lnTo>
                <a:lnTo>
                  <a:pt x="7436180" y="3688054"/>
                </a:lnTo>
                <a:lnTo>
                  <a:pt x="7436345" y="3685641"/>
                </a:lnTo>
                <a:close/>
              </a:path>
              <a:path w="9475470" h="4709795">
                <a:moveTo>
                  <a:pt x="7461377" y="1010132"/>
                </a:moveTo>
                <a:lnTo>
                  <a:pt x="7461212" y="1007706"/>
                </a:lnTo>
                <a:lnTo>
                  <a:pt x="7458875" y="1002995"/>
                </a:lnTo>
                <a:lnTo>
                  <a:pt x="7457046" y="1001395"/>
                </a:lnTo>
                <a:lnTo>
                  <a:pt x="7452055" y="999718"/>
                </a:lnTo>
                <a:lnTo>
                  <a:pt x="7449629" y="999883"/>
                </a:lnTo>
                <a:lnTo>
                  <a:pt x="7444918" y="1002220"/>
                </a:lnTo>
                <a:lnTo>
                  <a:pt x="7443317" y="1004049"/>
                </a:lnTo>
                <a:lnTo>
                  <a:pt x="7441641" y="1009040"/>
                </a:lnTo>
                <a:lnTo>
                  <a:pt x="7441806" y="1011466"/>
                </a:lnTo>
                <a:lnTo>
                  <a:pt x="7444143" y="1016177"/>
                </a:lnTo>
                <a:lnTo>
                  <a:pt x="7445972" y="1017778"/>
                </a:lnTo>
                <a:lnTo>
                  <a:pt x="7450950" y="1019454"/>
                </a:lnTo>
                <a:lnTo>
                  <a:pt x="7453376" y="1019289"/>
                </a:lnTo>
                <a:lnTo>
                  <a:pt x="7458100" y="1016952"/>
                </a:lnTo>
                <a:lnTo>
                  <a:pt x="7459688" y="1015123"/>
                </a:lnTo>
                <a:lnTo>
                  <a:pt x="7461377" y="1010132"/>
                </a:lnTo>
                <a:close/>
              </a:path>
              <a:path w="9475470" h="4709795">
                <a:moveTo>
                  <a:pt x="7470483" y="3702583"/>
                </a:moveTo>
                <a:lnTo>
                  <a:pt x="7468806" y="3697592"/>
                </a:lnTo>
                <a:lnTo>
                  <a:pt x="7467206" y="3695763"/>
                </a:lnTo>
                <a:lnTo>
                  <a:pt x="7462494" y="3693426"/>
                </a:lnTo>
                <a:lnTo>
                  <a:pt x="7460069" y="3693261"/>
                </a:lnTo>
                <a:lnTo>
                  <a:pt x="7455078" y="3694938"/>
                </a:lnTo>
                <a:lnTo>
                  <a:pt x="7453249" y="3696525"/>
                </a:lnTo>
                <a:lnTo>
                  <a:pt x="7450912" y="3701237"/>
                </a:lnTo>
                <a:lnTo>
                  <a:pt x="7450747" y="3703663"/>
                </a:lnTo>
                <a:lnTo>
                  <a:pt x="7452423" y="3708654"/>
                </a:lnTo>
                <a:lnTo>
                  <a:pt x="7454024" y="3710482"/>
                </a:lnTo>
                <a:lnTo>
                  <a:pt x="7458735" y="3712819"/>
                </a:lnTo>
                <a:lnTo>
                  <a:pt x="7461161" y="3712984"/>
                </a:lnTo>
                <a:lnTo>
                  <a:pt x="7466139" y="3711308"/>
                </a:lnTo>
                <a:lnTo>
                  <a:pt x="7467981" y="3709720"/>
                </a:lnTo>
                <a:lnTo>
                  <a:pt x="7470318" y="3704996"/>
                </a:lnTo>
                <a:lnTo>
                  <a:pt x="7470483" y="3702583"/>
                </a:lnTo>
                <a:close/>
              </a:path>
              <a:path w="9475470" h="4709795">
                <a:moveTo>
                  <a:pt x="7495514" y="993203"/>
                </a:moveTo>
                <a:lnTo>
                  <a:pt x="7495349" y="990790"/>
                </a:lnTo>
                <a:lnTo>
                  <a:pt x="7493013" y="986066"/>
                </a:lnTo>
                <a:lnTo>
                  <a:pt x="7491171" y="984478"/>
                </a:lnTo>
                <a:lnTo>
                  <a:pt x="7486193" y="982789"/>
                </a:lnTo>
                <a:lnTo>
                  <a:pt x="7483767" y="982954"/>
                </a:lnTo>
                <a:lnTo>
                  <a:pt x="7479055" y="985291"/>
                </a:lnTo>
                <a:lnTo>
                  <a:pt x="7477455" y="987120"/>
                </a:lnTo>
                <a:lnTo>
                  <a:pt x="7475779" y="992111"/>
                </a:lnTo>
                <a:lnTo>
                  <a:pt x="7475944" y="994537"/>
                </a:lnTo>
                <a:lnTo>
                  <a:pt x="7478281" y="999248"/>
                </a:lnTo>
                <a:lnTo>
                  <a:pt x="7480109" y="1000848"/>
                </a:lnTo>
                <a:lnTo>
                  <a:pt x="7485088" y="1002525"/>
                </a:lnTo>
                <a:lnTo>
                  <a:pt x="7487513" y="1002360"/>
                </a:lnTo>
                <a:lnTo>
                  <a:pt x="7492225" y="1000023"/>
                </a:lnTo>
                <a:lnTo>
                  <a:pt x="7493825" y="998194"/>
                </a:lnTo>
                <a:lnTo>
                  <a:pt x="7495514" y="993203"/>
                </a:lnTo>
                <a:close/>
              </a:path>
              <a:path w="9475470" h="4709795">
                <a:moveTo>
                  <a:pt x="7504608" y="3719525"/>
                </a:moveTo>
                <a:lnTo>
                  <a:pt x="7502931" y="3714534"/>
                </a:lnTo>
                <a:lnTo>
                  <a:pt x="7501331" y="3712705"/>
                </a:lnTo>
                <a:lnTo>
                  <a:pt x="7496619" y="3710368"/>
                </a:lnTo>
                <a:lnTo>
                  <a:pt x="7494194" y="3710203"/>
                </a:lnTo>
                <a:lnTo>
                  <a:pt x="7489203" y="3711879"/>
                </a:lnTo>
                <a:lnTo>
                  <a:pt x="7487374" y="3713467"/>
                </a:lnTo>
                <a:lnTo>
                  <a:pt x="7485037" y="3718179"/>
                </a:lnTo>
                <a:lnTo>
                  <a:pt x="7484872" y="3720604"/>
                </a:lnTo>
                <a:lnTo>
                  <a:pt x="7486548" y="3725595"/>
                </a:lnTo>
                <a:lnTo>
                  <a:pt x="7488148" y="3727424"/>
                </a:lnTo>
                <a:lnTo>
                  <a:pt x="7492860" y="3729761"/>
                </a:lnTo>
                <a:lnTo>
                  <a:pt x="7495286" y="3729926"/>
                </a:lnTo>
                <a:lnTo>
                  <a:pt x="7500277" y="3728250"/>
                </a:lnTo>
                <a:lnTo>
                  <a:pt x="7502106" y="3726650"/>
                </a:lnTo>
                <a:lnTo>
                  <a:pt x="7504443" y="3721938"/>
                </a:lnTo>
                <a:lnTo>
                  <a:pt x="7504608" y="3719525"/>
                </a:lnTo>
                <a:close/>
              </a:path>
              <a:path w="9475470" h="4709795">
                <a:moveTo>
                  <a:pt x="7529639" y="976287"/>
                </a:moveTo>
                <a:lnTo>
                  <a:pt x="7529474" y="973861"/>
                </a:lnTo>
                <a:lnTo>
                  <a:pt x="7527137" y="969149"/>
                </a:lnTo>
                <a:lnTo>
                  <a:pt x="7525309" y="967549"/>
                </a:lnTo>
                <a:lnTo>
                  <a:pt x="7520330" y="965873"/>
                </a:lnTo>
                <a:lnTo>
                  <a:pt x="7517905" y="966025"/>
                </a:lnTo>
                <a:lnTo>
                  <a:pt x="7513193" y="968375"/>
                </a:lnTo>
                <a:lnTo>
                  <a:pt x="7511593" y="970203"/>
                </a:lnTo>
                <a:lnTo>
                  <a:pt x="7509916" y="975182"/>
                </a:lnTo>
                <a:lnTo>
                  <a:pt x="7510069" y="977607"/>
                </a:lnTo>
                <a:lnTo>
                  <a:pt x="7512405" y="982319"/>
                </a:lnTo>
                <a:lnTo>
                  <a:pt x="7514247" y="983919"/>
                </a:lnTo>
                <a:lnTo>
                  <a:pt x="7519225" y="985596"/>
                </a:lnTo>
                <a:lnTo>
                  <a:pt x="7521651" y="985431"/>
                </a:lnTo>
                <a:lnTo>
                  <a:pt x="7526363" y="983094"/>
                </a:lnTo>
                <a:lnTo>
                  <a:pt x="7527963" y="981265"/>
                </a:lnTo>
                <a:lnTo>
                  <a:pt x="7529639" y="976287"/>
                </a:lnTo>
                <a:close/>
              </a:path>
              <a:path w="9475470" h="4709795">
                <a:moveTo>
                  <a:pt x="7538733" y="3736467"/>
                </a:moveTo>
                <a:lnTo>
                  <a:pt x="7537056" y="3731476"/>
                </a:lnTo>
                <a:lnTo>
                  <a:pt x="7535456" y="3729647"/>
                </a:lnTo>
                <a:lnTo>
                  <a:pt x="7530744" y="3727310"/>
                </a:lnTo>
                <a:lnTo>
                  <a:pt x="7528319" y="3727145"/>
                </a:lnTo>
                <a:lnTo>
                  <a:pt x="7523340" y="3728821"/>
                </a:lnTo>
                <a:lnTo>
                  <a:pt x="7521511" y="3730409"/>
                </a:lnTo>
                <a:lnTo>
                  <a:pt x="7519162" y="3735120"/>
                </a:lnTo>
                <a:lnTo>
                  <a:pt x="7518997" y="3737546"/>
                </a:lnTo>
                <a:lnTo>
                  <a:pt x="7520673" y="3742537"/>
                </a:lnTo>
                <a:lnTo>
                  <a:pt x="7522273" y="3744366"/>
                </a:lnTo>
                <a:lnTo>
                  <a:pt x="7526985" y="3746703"/>
                </a:lnTo>
                <a:lnTo>
                  <a:pt x="7529411" y="3746868"/>
                </a:lnTo>
                <a:lnTo>
                  <a:pt x="7534402" y="3745192"/>
                </a:lnTo>
                <a:lnTo>
                  <a:pt x="7536231" y="3743591"/>
                </a:lnTo>
                <a:lnTo>
                  <a:pt x="7538567" y="3738880"/>
                </a:lnTo>
                <a:lnTo>
                  <a:pt x="7538733" y="3736467"/>
                </a:lnTo>
                <a:close/>
              </a:path>
              <a:path w="9475470" h="4709795">
                <a:moveTo>
                  <a:pt x="7563777" y="959358"/>
                </a:moveTo>
                <a:lnTo>
                  <a:pt x="7563612" y="956932"/>
                </a:lnTo>
                <a:lnTo>
                  <a:pt x="7561275" y="952220"/>
                </a:lnTo>
                <a:lnTo>
                  <a:pt x="7559446" y="950620"/>
                </a:lnTo>
                <a:lnTo>
                  <a:pt x="7554468" y="948944"/>
                </a:lnTo>
                <a:lnTo>
                  <a:pt x="7552042" y="949109"/>
                </a:lnTo>
                <a:lnTo>
                  <a:pt x="7547330" y="951445"/>
                </a:lnTo>
                <a:lnTo>
                  <a:pt x="7545730" y="953274"/>
                </a:lnTo>
                <a:lnTo>
                  <a:pt x="7544041" y="958253"/>
                </a:lnTo>
                <a:lnTo>
                  <a:pt x="7544206" y="960678"/>
                </a:lnTo>
                <a:lnTo>
                  <a:pt x="7546543" y="965390"/>
                </a:lnTo>
                <a:lnTo>
                  <a:pt x="7548372" y="966990"/>
                </a:lnTo>
                <a:lnTo>
                  <a:pt x="7553363" y="968679"/>
                </a:lnTo>
                <a:lnTo>
                  <a:pt x="7555789" y="968514"/>
                </a:lnTo>
                <a:lnTo>
                  <a:pt x="7560500" y="966177"/>
                </a:lnTo>
                <a:lnTo>
                  <a:pt x="7562101" y="964336"/>
                </a:lnTo>
                <a:lnTo>
                  <a:pt x="7563777" y="959358"/>
                </a:lnTo>
                <a:close/>
              </a:path>
              <a:path w="9475470" h="4709795">
                <a:moveTo>
                  <a:pt x="7572857" y="3753396"/>
                </a:moveTo>
                <a:lnTo>
                  <a:pt x="7571181" y="3748417"/>
                </a:lnTo>
                <a:lnTo>
                  <a:pt x="7569594" y="3746589"/>
                </a:lnTo>
                <a:lnTo>
                  <a:pt x="7564869" y="3744252"/>
                </a:lnTo>
                <a:lnTo>
                  <a:pt x="7562456" y="3744074"/>
                </a:lnTo>
                <a:lnTo>
                  <a:pt x="7557465" y="3745763"/>
                </a:lnTo>
                <a:lnTo>
                  <a:pt x="7555636" y="3747351"/>
                </a:lnTo>
                <a:lnTo>
                  <a:pt x="7553299" y="3752062"/>
                </a:lnTo>
                <a:lnTo>
                  <a:pt x="7553134" y="3754488"/>
                </a:lnTo>
                <a:lnTo>
                  <a:pt x="7554811" y="3759479"/>
                </a:lnTo>
                <a:lnTo>
                  <a:pt x="7556411" y="3761308"/>
                </a:lnTo>
                <a:lnTo>
                  <a:pt x="7561123" y="3763645"/>
                </a:lnTo>
                <a:lnTo>
                  <a:pt x="7563548" y="3763810"/>
                </a:lnTo>
                <a:lnTo>
                  <a:pt x="7568527" y="3762133"/>
                </a:lnTo>
                <a:lnTo>
                  <a:pt x="7570356" y="3760533"/>
                </a:lnTo>
                <a:lnTo>
                  <a:pt x="7572692" y="3755821"/>
                </a:lnTo>
                <a:lnTo>
                  <a:pt x="7572857" y="3753396"/>
                </a:lnTo>
                <a:close/>
              </a:path>
              <a:path w="9475470" h="4709795">
                <a:moveTo>
                  <a:pt x="7597915" y="942428"/>
                </a:moveTo>
                <a:lnTo>
                  <a:pt x="7597749" y="940003"/>
                </a:lnTo>
                <a:lnTo>
                  <a:pt x="7595413" y="935291"/>
                </a:lnTo>
                <a:lnTo>
                  <a:pt x="7593584" y="933691"/>
                </a:lnTo>
                <a:lnTo>
                  <a:pt x="7588605" y="932014"/>
                </a:lnTo>
                <a:lnTo>
                  <a:pt x="7586180" y="932180"/>
                </a:lnTo>
                <a:lnTo>
                  <a:pt x="7581455" y="934516"/>
                </a:lnTo>
                <a:lnTo>
                  <a:pt x="7579868" y="936345"/>
                </a:lnTo>
                <a:lnTo>
                  <a:pt x="7578179" y="941336"/>
                </a:lnTo>
                <a:lnTo>
                  <a:pt x="7578344" y="943762"/>
                </a:lnTo>
                <a:lnTo>
                  <a:pt x="7580681" y="948474"/>
                </a:lnTo>
                <a:lnTo>
                  <a:pt x="7582509" y="950074"/>
                </a:lnTo>
                <a:lnTo>
                  <a:pt x="7587501" y="951750"/>
                </a:lnTo>
                <a:lnTo>
                  <a:pt x="7589926" y="951585"/>
                </a:lnTo>
                <a:lnTo>
                  <a:pt x="7594638" y="949248"/>
                </a:lnTo>
                <a:lnTo>
                  <a:pt x="7596238" y="947420"/>
                </a:lnTo>
                <a:lnTo>
                  <a:pt x="7597915" y="942428"/>
                </a:lnTo>
                <a:close/>
              </a:path>
              <a:path w="9475470" h="4709795">
                <a:moveTo>
                  <a:pt x="7606995" y="3770338"/>
                </a:moveTo>
                <a:lnTo>
                  <a:pt x="7605319" y="3765359"/>
                </a:lnTo>
                <a:lnTo>
                  <a:pt x="7603718" y="3763530"/>
                </a:lnTo>
                <a:lnTo>
                  <a:pt x="7599007" y="3761181"/>
                </a:lnTo>
                <a:lnTo>
                  <a:pt x="7596581" y="3761016"/>
                </a:lnTo>
                <a:lnTo>
                  <a:pt x="7591590" y="3762705"/>
                </a:lnTo>
                <a:lnTo>
                  <a:pt x="7589761" y="3764292"/>
                </a:lnTo>
                <a:lnTo>
                  <a:pt x="7587424" y="3769004"/>
                </a:lnTo>
                <a:lnTo>
                  <a:pt x="7587259" y="3771430"/>
                </a:lnTo>
                <a:lnTo>
                  <a:pt x="7588936" y="3776421"/>
                </a:lnTo>
                <a:lnTo>
                  <a:pt x="7590536" y="3778250"/>
                </a:lnTo>
                <a:lnTo>
                  <a:pt x="7595248" y="3780586"/>
                </a:lnTo>
                <a:lnTo>
                  <a:pt x="7597673" y="3780752"/>
                </a:lnTo>
                <a:lnTo>
                  <a:pt x="7602652" y="3779075"/>
                </a:lnTo>
                <a:lnTo>
                  <a:pt x="7604493" y="3777475"/>
                </a:lnTo>
                <a:lnTo>
                  <a:pt x="7606830" y="3772763"/>
                </a:lnTo>
                <a:lnTo>
                  <a:pt x="7606995" y="3770338"/>
                </a:lnTo>
                <a:close/>
              </a:path>
              <a:path w="9475470" h="4709795">
                <a:moveTo>
                  <a:pt x="7632052" y="925499"/>
                </a:moveTo>
                <a:lnTo>
                  <a:pt x="7631887" y="923074"/>
                </a:lnTo>
                <a:lnTo>
                  <a:pt x="7629550" y="918362"/>
                </a:lnTo>
                <a:lnTo>
                  <a:pt x="7627721" y="916774"/>
                </a:lnTo>
                <a:lnTo>
                  <a:pt x="7622730" y="915085"/>
                </a:lnTo>
                <a:lnTo>
                  <a:pt x="7620317" y="915250"/>
                </a:lnTo>
                <a:lnTo>
                  <a:pt x="7615593" y="917587"/>
                </a:lnTo>
                <a:lnTo>
                  <a:pt x="7613993" y="919416"/>
                </a:lnTo>
                <a:lnTo>
                  <a:pt x="7612316" y="924407"/>
                </a:lnTo>
                <a:lnTo>
                  <a:pt x="7612481" y="926833"/>
                </a:lnTo>
                <a:lnTo>
                  <a:pt x="7614818" y="931545"/>
                </a:lnTo>
                <a:lnTo>
                  <a:pt x="7616647" y="933145"/>
                </a:lnTo>
                <a:lnTo>
                  <a:pt x="7621638" y="934821"/>
                </a:lnTo>
                <a:lnTo>
                  <a:pt x="7624064" y="934656"/>
                </a:lnTo>
                <a:lnTo>
                  <a:pt x="7628776" y="932319"/>
                </a:lnTo>
                <a:lnTo>
                  <a:pt x="7630376" y="930490"/>
                </a:lnTo>
                <a:lnTo>
                  <a:pt x="7632052" y="925499"/>
                </a:lnTo>
                <a:close/>
              </a:path>
              <a:path w="9475470" h="4709795">
                <a:moveTo>
                  <a:pt x="7641120" y="3787279"/>
                </a:moveTo>
                <a:lnTo>
                  <a:pt x="7639444" y="3782301"/>
                </a:lnTo>
                <a:lnTo>
                  <a:pt x="7637843" y="3780472"/>
                </a:lnTo>
                <a:lnTo>
                  <a:pt x="7633132" y="3778123"/>
                </a:lnTo>
                <a:lnTo>
                  <a:pt x="7630706" y="3777958"/>
                </a:lnTo>
                <a:lnTo>
                  <a:pt x="7625728" y="3779647"/>
                </a:lnTo>
                <a:lnTo>
                  <a:pt x="7623886" y="3781234"/>
                </a:lnTo>
                <a:lnTo>
                  <a:pt x="7621549" y="3785946"/>
                </a:lnTo>
                <a:lnTo>
                  <a:pt x="7621384" y="3788372"/>
                </a:lnTo>
                <a:lnTo>
                  <a:pt x="7623061" y="3793363"/>
                </a:lnTo>
                <a:lnTo>
                  <a:pt x="7624661" y="3795191"/>
                </a:lnTo>
                <a:lnTo>
                  <a:pt x="7629372" y="3797528"/>
                </a:lnTo>
                <a:lnTo>
                  <a:pt x="7631798" y="3797693"/>
                </a:lnTo>
                <a:lnTo>
                  <a:pt x="7636789" y="3796017"/>
                </a:lnTo>
                <a:lnTo>
                  <a:pt x="7638618" y="3794417"/>
                </a:lnTo>
                <a:lnTo>
                  <a:pt x="7640955" y="3789705"/>
                </a:lnTo>
                <a:lnTo>
                  <a:pt x="7641120" y="3787279"/>
                </a:lnTo>
                <a:close/>
              </a:path>
              <a:path w="9475470" h="4709795">
                <a:moveTo>
                  <a:pt x="7666190" y="908583"/>
                </a:moveTo>
                <a:lnTo>
                  <a:pt x="7666025" y="906157"/>
                </a:lnTo>
                <a:lnTo>
                  <a:pt x="7663688" y="901446"/>
                </a:lnTo>
                <a:lnTo>
                  <a:pt x="7661859" y="899845"/>
                </a:lnTo>
                <a:lnTo>
                  <a:pt x="7656868" y="898169"/>
                </a:lnTo>
                <a:lnTo>
                  <a:pt x="7654442" y="898321"/>
                </a:lnTo>
                <a:lnTo>
                  <a:pt x="7649731" y="900658"/>
                </a:lnTo>
                <a:lnTo>
                  <a:pt x="7648130" y="902500"/>
                </a:lnTo>
                <a:lnTo>
                  <a:pt x="7646454" y="907478"/>
                </a:lnTo>
                <a:lnTo>
                  <a:pt x="7646619" y="909904"/>
                </a:lnTo>
                <a:lnTo>
                  <a:pt x="7648956" y="914615"/>
                </a:lnTo>
                <a:lnTo>
                  <a:pt x="7650785" y="916216"/>
                </a:lnTo>
                <a:lnTo>
                  <a:pt x="7655776" y="917892"/>
                </a:lnTo>
                <a:lnTo>
                  <a:pt x="7658201" y="917727"/>
                </a:lnTo>
                <a:lnTo>
                  <a:pt x="7662913" y="915390"/>
                </a:lnTo>
                <a:lnTo>
                  <a:pt x="7664513" y="913561"/>
                </a:lnTo>
                <a:lnTo>
                  <a:pt x="7666190" y="908583"/>
                </a:lnTo>
                <a:close/>
              </a:path>
              <a:path w="9475470" h="4709795">
                <a:moveTo>
                  <a:pt x="7675245" y="3804221"/>
                </a:moveTo>
                <a:lnTo>
                  <a:pt x="7673568" y="3799243"/>
                </a:lnTo>
                <a:lnTo>
                  <a:pt x="7671968" y="3797414"/>
                </a:lnTo>
                <a:lnTo>
                  <a:pt x="7667257" y="3795064"/>
                </a:lnTo>
                <a:lnTo>
                  <a:pt x="7664831" y="3794899"/>
                </a:lnTo>
                <a:lnTo>
                  <a:pt x="7659852" y="3796588"/>
                </a:lnTo>
                <a:lnTo>
                  <a:pt x="7658024" y="3798176"/>
                </a:lnTo>
                <a:lnTo>
                  <a:pt x="7655674" y="3802888"/>
                </a:lnTo>
                <a:lnTo>
                  <a:pt x="7655509" y="3805313"/>
                </a:lnTo>
                <a:lnTo>
                  <a:pt x="7657198" y="3810304"/>
                </a:lnTo>
                <a:lnTo>
                  <a:pt x="7658786" y="3812133"/>
                </a:lnTo>
                <a:lnTo>
                  <a:pt x="7663497" y="3814470"/>
                </a:lnTo>
                <a:lnTo>
                  <a:pt x="7665923" y="3814635"/>
                </a:lnTo>
                <a:lnTo>
                  <a:pt x="7670914" y="3812959"/>
                </a:lnTo>
                <a:lnTo>
                  <a:pt x="7672743" y="3811359"/>
                </a:lnTo>
                <a:lnTo>
                  <a:pt x="7675080" y="3806647"/>
                </a:lnTo>
                <a:lnTo>
                  <a:pt x="7675245" y="3804221"/>
                </a:lnTo>
                <a:close/>
              </a:path>
              <a:path w="9475470" h="4709795">
                <a:moveTo>
                  <a:pt x="7700327" y="891654"/>
                </a:moveTo>
                <a:lnTo>
                  <a:pt x="7700162" y="889228"/>
                </a:lnTo>
                <a:lnTo>
                  <a:pt x="7697825" y="884516"/>
                </a:lnTo>
                <a:lnTo>
                  <a:pt x="7695997" y="882916"/>
                </a:lnTo>
                <a:lnTo>
                  <a:pt x="7691006" y="881240"/>
                </a:lnTo>
                <a:lnTo>
                  <a:pt x="7688580" y="881405"/>
                </a:lnTo>
                <a:lnTo>
                  <a:pt x="7683868" y="883742"/>
                </a:lnTo>
                <a:lnTo>
                  <a:pt x="7682268" y="885571"/>
                </a:lnTo>
                <a:lnTo>
                  <a:pt x="7680592" y="890549"/>
                </a:lnTo>
                <a:lnTo>
                  <a:pt x="7680757" y="892975"/>
                </a:lnTo>
                <a:lnTo>
                  <a:pt x="7683093" y="897686"/>
                </a:lnTo>
                <a:lnTo>
                  <a:pt x="7684922" y="899287"/>
                </a:lnTo>
                <a:lnTo>
                  <a:pt x="7689901" y="900976"/>
                </a:lnTo>
                <a:lnTo>
                  <a:pt x="7692326" y="900811"/>
                </a:lnTo>
                <a:lnTo>
                  <a:pt x="7697051" y="898474"/>
                </a:lnTo>
                <a:lnTo>
                  <a:pt x="7698638" y="896632"/>
                </a:lnTo>
                <a:lnTo>
                  <a:pt x="7700327" y="891654"/>
                </a:lnTo>
                <a:close/>
              </a:path>
              <a:path w="9475470" h="4709795">
                <a:moveTo>
                  <a:pt x="7709382" y="3821163"/>
                </a:moveTo>
                <a:lnTo>
                  <a:pt x="7707693" y="3816185"/>
                </a:lnTo>
                <a:lnTo>
                  <a:pt x="7706106" y="3814356"/>
                </a:lnTo>
                <a:lnTo>
                  <a:pt x="7701394" y="3812006"/>
                </a:lnTo>
                <a:lnTo>
                  <a:pt x="7698968" y="3811841"/>
                </a:lnTo>
                <a:lnTo>
                  <a:pt x="7693977" y="3813530"/>
                </a:lnTo>
                <a:lnTo>
                  <a:pt x="7692149" y="3815118"/>
                </a:lnTo>
                <a:lnTo>
                  <a:pt x="7689812" y="3819829"/>
                </a:lnTo>
                <a:lnTo>
                  <a:pt x="7689647" y="3822255"/>
                </a:lnTo>
                <a:lnTo>
                  <a:pt x="7691323" y="3827246"/>
                </a:lnTo>
                <a:lnTo>
                  <a:pt x="7692923" y="3829075"/>
                </a:lnTo>
                <a:lnTo>
                  <a:pt x="7697635" y="3831412"/>
                </a:lnTo>
                <a:lnTo>
                  <a:pt x="7700061" y="3831577"/>
                </a:lnTo>
                <a:lnTo>
                  <a:pt x="7705039" y="3829901"/>
                </a:lnTo>
                <a:lnTo>
                  <a:pt x="7706868" y="3828300"/>
                </a:lnTo>
                <a:lnTo>
                  <a:pt x="7709217" y="3823589"/>
                </a:lnTo>
                <a:lnTo>
                  <a:pt x="7709382" y="3821163"/>
                </a:lnTo>
                <a:close/>
              </a:path>
              <a:path w="9475470" h="4709795">
                <a:moveTo>
                  <a:pt x="7734465" y="874725"/>
                </a:moveTo>
                <a:lnTo>
                  <a:pt x="7734300" y="872299"/>
                </a:lnTo>
                <a:lnTo>
                  <a:pt x="7731963" y="867587"/>
                </a:lnTo>
                <a:lnTo>
                  <a:pt x="7730134" y="865987"/>
                </a:lnTo>
                <a:lnTo>
                  <a:pt x="7725143" y="864311"/>
                </a:lnTo>
                <a:lnTo>
                  <a:pt x="7722717" y="864476"/>
                </a:lnTo>
                <a:lnTo>
                  <a:pt x="7718006" y="866813"/>
                </a:lnTo>
                <a:lnTo>
                  <a:pt x="7716406" y="868641"/>
                </a:lnTo>
                <a:lnTo>
                  <a:pt x="7714729" y="873633"/>
                </a:lnTo>
                <a:lnTo>
                  <a:pt x="7714894" y="876058"/>
                </a:lnTo>
                <a:lnTo>
                  <a:pt x="7717231" y="880770"/>
                </a:lnTo>
                <a:lnTo>
                  <a:pt x="7719060" y="882357"/>
                </a:lnTo>
                <a:lnTo>
                  <a:pt x="7724038" y="884047"/>
                </a:lnTo>
                <a:lnTo>
                  <a:pt x="7726464" y="883881"/>
                </a:lnTo>
                <a:lnTo>
                  <a:pt x="7731188" y="881545"/>
                </a:lnTo>
                <a:lnTo>
                  <a:pt x="7732776" y="879716"/>
                </a:lnTo>
                <a:lnTo>
                  <a:pt x="7734465" y="874725"/>
                </a:lnTo>
                <a:close/>
              </a:path>
              <a:path w="9475470" h="4709795">
                <a:moveTo>
                  <a:pt x="7743507" y="3838105"/>
                </a:moveTo>
                <a:lnTo>
                  <a:pt x="7741831" y="3833126"/>
                </a:lnTo>
                <a:lnTo>
                  <a:pt x="7740231" y="3831298"/>
                </a:lnTo>
                <a:lnTo>
                  <a:pt x="7735519" y="3828948"/>
                </a:lnTo>
                <a:lnTo>
                  <a:pt x="7733093" y="3828783"/>
                </a:lnTo>
                <a:lnTo>
                  <a:pt x="7728102" y="3830459"/>
                </a:lnTo>
                <a:lnTo>
                  <a:pt x="7726273" y="3832060"/>
                </a:lnTo>
                <a:lnTo>
                  <a:pt x="7723937" y="3836771"/>
                </a:lnTo>
                <a:lnTo>
                  <a:pt x="7723772" y="3839197"/>
                </a:lnTo>
                <a:lnTo>
                  <a:pt x="7725448" y="3844188"/>
                </a:lnTo>
                <a:lnTo>
                  <a:pt x="7727048" y="3846017"/>
                </a:lnTo>
                <a:lnTo>
                  <a:pt x="7731760" y="3848354"/>
                </a:lnTo>
                <a:lnTo>
                  <a:pt x="7734186" y="3848519"/>
                </a:lnTo>
                <a:lnTo>
                  <a:pt x="7739164" y="3846842"/>
                </a:lnTo>
                <a:lnTo>
                  <a:pt x="7741005" y="3845242"/>
                </a:lnTo>
                <a:lnTo>
                  <a:pt x="7743342" y="3840530"/>
                </a:lnTo>
                <a:lnTo>
                  <a:pt x="7743507" y="3838105"/>
                </a:lnTo>
                <a:close/>
              </a:path>
              <a:path w="9475470" h="4709795">
                <a:moveTo>
                  <a:pt x="7768590" y="857796"/>
                </a:moveTo>
                <a:lnTo>
                  <a:pt x="7768437" y="855370"/>
                </a:lnTo>
                <a:lnTo>
                  <a:pt x="7766101" y="850658"/>
                </a:lnTo>
                <a:lnTo>
                  <a:pt x="7764259" y="849071"/>
                </a:lnTo>
                <a:lnTo>
                  <a:pt x="7759281" y="847382"/>
                </a:lnTo>
                <a:lnTo>
                  <a:pt x="7756855" y="847547"/>
                </a:lnTo>
                <a:lnTo>
                  <a:pt x="7752143" y="849884"/>
                </a:lnTo>
                <a:lnTo>
                  <a:pt x="7750543" y="851712"/>
                </a:lnTo>
                <a:lnTo>
                  <a:pt x="7748867" y="856703"/>
                </a:lnTo>
                <a:lnTo>
                  <a:pt x="7749032" y="859129"/>
                </a:lnTo>
                <a:lnTo>
                  <a:pt x="7751369" y="863841"/>
                </a:lnTo>
                <a:lnTo>
                  <a:pt x="7753197" y="865441"/>
                </a:lnTo>
                <a:lnTo>
                  <a:pt x="7758176" y="867117"/>
                </a:lnTo>
                <a:lnTo>
                  <a:pt x="7760602" y="866952"/>
                </a:lnTo>
                <a:lnTo>
                  <a:pt x="7765313" y="864616"/>
                </a:lnTo>
                <a:lnTo>
                  <a:pt x="7766913" y="862787"/>
                </a:lnTo>
                <a:lnTo>
                  <a:pt x="7768590" y="857796"/>
                </a:lnTo>
                <a:close/>
              </a:path>
              <a:path w="9475470" h="4709795">
                <a:moveTo>
                  <a:pt x="7777632" y="3855047"/>
                </a:moveTo>
                <a:lnTo>
                  <a:pt x="7775956" y="3850068"/>
                </a:lnTo>
                <a:lnTo>
                  <a:pt x="7774356" y="3848239"/>
                </a:lnTo>
                <a:lnTo>
                  <a:pt x="7769644" y="3845890"/>
                </a:lnTo>
                <a:lnTo>
                  <a:pt x="7767218" y="3845725"/>
                </a:lnTo>
                <a:lnTo>
                  <a:pt x="7762240" y="3847401"/>
                </a:lnTo>
                <a:lnTo>
                  <a:pt x="7760398" y="3849001"/>
                </a:lnTo>
                <a:lnTo>
                  <a:pt x="7758062" y="3853713"/>
                </a:lnTo>
                <a:lnTo>
                  <a:pt x="7757896" y="3856139"/>
                </a:lnTo>
                <a:lnTo>
                  <a:pt x="7759573" y="3861130"/>
                </a:lnTo>
                <a:lnTo>
                  <a:pt x="7761173" y="3862959"/>
                </a:lnTo>
                <a:lnTo>
                  <a:pt x="7765885" y="3865295"/>
                </a:lnTo>
                <a:lnTo>
                  <a:pt x="7768310" y="3865461"/>
                </a:lnTo>
                <a:lnTo>
                  <a:pt x="7773302" y="3863784"/>
                </a:lnTo>
                <a:lnTo>
                  <a:pt x="7775130" y="3862184"/>
                </a:lnTo>
                <a:lnTo>
                  <a:pt x="7777467" y="3857472"/>
                </a:lnTo>
                <a:lnTo>
                  <a:pt x="7777632" y="3855047"/>
                </a:lnTo>
                <a:close/>
              </a:path>
              <a:path w="9475470" h="4709795">
                <a:moveTo>
                  <a:pt x="7802727" y="840879"/>
                </a:moveTo>
                <a:lnTo>
                  <a:pt x="7802562" y="838454"/>
                </a:lnTo>
                <a:lnTo>
                  <a:pt x="7800226" y="833742"/>
                </a:lnTo>
                <a:lnTo>
                  <a:pt x="7798397" y="832142"/>
                </a:lnTo>
                <a:lnTo>
                  <a:pt x="7793418" y="830453"/>
                </a:lnTo>
                <a:lnTo>
                  <a:pt x="7790993" y="830618"/>
                </a:lnTo>
                <a:lnTo>
                  <a:pt x="7786281" y="832954"/>
                </a:lnTo>
                <a:lnTo>
                  <a:pt x="7784681" y="834796"/>
                </a:lnTo>
                <a:lnTo>
                  <a:pt x="7783004" y="839774"/>
                </a:lnTo>
                <a:lnTo>
                  <a:pt x="7783157" y="842200"/>
                </a:lnTo>
                <a:lnTo>
                  <a:pt x="7785494" y="846912"/>
                </a:lnTo>
                <a:lnTo>
                  <a:pt x="7787335" y="848512"/>
                </a:lnTo>
                <a:lnTo>
                  <a:pt x="7792313" y="850188"/>
                </a:lnTo>
                <a:lnTo>
                  <a:pt x="7794739" y="850023"/>
                </a:lnTo>
                <a:lnTo>
                  <a:pt x="7799451" y="847686"/>
                </a:lnTo>
                <a:lnTo>
                  <a:pt x="7801051" y="845858"/>
                </a:lnTo>
                <a:lnTo>
                  <a:pt x="7802727" y="840879"/>
                </a:lnTo>
                <a:close/>
              </a:path>
              <a:path w="9475470" h="4709795">
                <a:moveTo>
                  <a:pt x="7811757" y="3871988"/>
                </a:moveTo>
                <a:lnTo>
                  <a:pt x="7810081" y="3867010"/>
                </a:lnTo>
                <a:lnTo>
                  <a:pt x="7808481" y="3865181"/>
                </a:lnTo>
                <a:lnTo>
                  <a:pt x="7803769" y="3862832"/>
                </a:lnTo>
                <a:lnTo>
                  <a:pt x="7801343" y="3862667"/>
                </a:lnTo>
                <a:lnTo>
                  <a:pt x="7796365" y="3864343"/>
                </a:lnTo>
                <a:lnTo>
                  <a:pt x="7794536" y="3865943"/>
                </a:lnTo>
                <a:lnTo>
                  <a:pt x="7792199" y="3870655"/>
                </a:lnTo>
                <a:lnTo>
                  <a:pt x="7792021" y="3873081"/>
                </a:lnTo>
                <a:lnTo>
                  <a:pt x="7793710" y="3878072"/>
                </a:lnTo>
                <a:lnTo>
                  <a:pt x="7795298" y="3879900"/>
                </a:lnTo>
                <a:lnTo>
                  <a:pt x="7800022" y="3882237"/>
                </a:lnTo>
                <a:lnTo>
                  <a:pt x="7802435" y="3882402"/>
                </a:lnTo>
                <a:lnTo>
                  <a:pt x="7807426" y="3880726"/>
                </a:lnTo>
                <a:lnTo>
                  <a:pt x="7809255" y="3879126"/>
                </a:lnTo>
                <a:lnTo>
                  <a:pt x="7811592" y="3874414"/>
                </a:lnTo>
                <a:lnTo>
                  <a:pt x="7811757" y="3871988"/>
                </a:lnTo>
                <a:close/>
              </a:path>
              <a:path w="9475470" h="4709795">
                <a:moveTo>
                  <a:pt x="7836865" y="823950"/>
                </a:moveTo>
                <a:lnTo>
                  <a:pt x="7836700" y="821524"/>
                </a:lnTo>
                <a:lnTo>
                  <a:pt x="7834363" y="816813"/>
                </a:lnTo>
                <a:lnTo>
                  <a:pt x="7832534" y="815213"/>
                </a:lnTo>
                <a:lnTo>
                  <a:pt x="7827556" y="813536"/>
                </a:lnTo>
                <a:lnTo>
                  <a:pt x="7825130" y="813701"/>
                </a:lnTo>
                <a:lnTo>
                  <a:pt x="7820419" y="816038"/>
                </a:lnTo>
                <a:lnTo>
                  <a:pt x="7818818" y="817867"/>
                </a:lnTo>
                <a:lnTo>
                  <a:pt x="7817129" y="822845"/>
                </a:lnTo>
                <a:lnTo>
                  <a:pt x="7817294" y="825271"/>
                </a:lnTo>
                <a:lnTo>
                  <a:pt x="7819631" y="829983"/>
                </a:lnTo>
                <a:lnTo>
                  <a:pt x="7821460" y="831583"/>
                </a:lnTo>
                <a:lnTo>
                  <a:pt x="7826451" y="833259"/>
                </a:lnTo>
                <a:lnTo>
                  <a:pt x="7828877" y="833107"/>
                </a:lnTo>
                <a:lnTo>
                  <a:pt x="7833588" y="830770"/>
                </a:lnTo>
                <a:lnTo>
                  <a:pt x="7835189" y="828929"/>
                </a:lnTo>
                <a:lnTo>
                  <a:pt x="7836865" y="823950"/>
                </a:lnTo>
                <a:close/>
              </a:path>
              <a:path w="9475470" h="4709795">
                <a:moveTo>
                  <a:pt x="7845895" y="3888930"/>
                </a:moveTo>
                <a:lnTo>
                  <a:pt x="7844218" y="3883952"/>
                </a:lnTo>
                <a:lnTo>
                  <a:pt x="7842618" y="3882123"/>
                </a:lnTo>
                <a:lnTo>
                  <a:pt x="7837906" y="3879773"/>
                </a:lnTo>
                <a:lnTo>
                  <a:pt x="7835481" y="3879608"/>
                </a:lnTo>
                <a:lnTo>
                  <a:pt x="7830490" y="3881285"/>
                </a:lnTo>
                <a:lnTo>
                  <a:pt x="7828661" y="3882885"/>
                </a:lnTo>
                <a:lnTo>
                  <a:pt x="7826324" y="3887597"/>
                </a:lnTo>
                <a:lnTo>
                  <a:pt x="7826159" y="3890022"/>
                </a:lnTo>
                <a:lnTo>
                  <a:pt x="7827835" y="3895013"/>
                </a:lnTo>
                <a:lnTo>
                  <a:pt x="7829436" y="3896842"/>
                </a:lnTo>
                <a:lnTo>
                  <a:pt x="7834147" y="3899179"/>
                </a:lnTo>
                <a:lnTo>
                  <a:pt x="7836573" y="3899344"/>
                </a:lnTo>
                <a:lnTo>
                  <a:pt x="7841551" y="3897668"/>
                </a:lnTo>
                <a:lnTo>
                  <a:pt x="7843393" y="3896068"/>
                </a:lnTo>
                <a:lnTo>
                  <a:pt x="7845730" y="3891356"/>
                </a:lnTo>
                <a:lnTo>
                  <a:pt x="7845895" y="3888930"/>
                </a:lnTo>
                <a:close/>
              </a:path>
              <a:path w="9475470" h="4709795">
                <a:moveTo>
                  <a:pt x="7871003" y="807021"/>
                </a:moveTo>
                <a:lnTo>
                  <a:pt x="7870838" y="804595"/>
                </a:lnTo>
                <a:lnTo>
                  <a:pt x="7868501" y="799884"/>
                </a:lnTo>
                <a:lnTo>
                  <a:pt x="7866672" y="798283"/>
                </a:lnTo>
                <a:lnTo>
                  <a:pt x="7861694" y="796607"/>
                </a:lnTo>
                <a:lnTo>
                  <a:pt x="7859268" y="796772"/>
                </a:lnTo>
                <a:lnTo>
                  <a:pt x="7854543" y="799109"/>
                </a:lnTo>
                <a:lnTo>
                  <a:pt x="7852956" y="800938"/>
                </a:lnTo>
                <a:lnTo>
                  <a:pt x="7851267" y="805929"/>
                </a:lnTo>
                <a:lnTo>
                  <a:pt x="7851432" y="808342"/>
                </a:lnTo>
                <a:lnTo>
                  <a:pt x="7853769" y="813066"/>
                </a:lnTo>
                <a:lnTo>
                  <a:pt x="7855598" y="814654"/>
                </a:lnTo>
                <a:lnTo>
                  <a:pt x="7860589" y="816343"/>
                </a:lnTo>
                <a:lnTo>
                  <a:pt x="7863014" y="816178"/>
                </a:lnTo>
                <a:lnTo>
                  <a:pt x="7867726" y="813841"/>
                </a:lnTo>
                <a:lnTo>
                  <a:pt x="7869326" y="812012"/>
                </a:lnTo>
                <a:lnTo>
                  <a:pt x="7871003" y="807021"/>
                </a:lnTo>
                <a:close/>
              </a:path>
              <a:path w="9475470" h="4709795">
                <a:moveTo>
                  <a:pt x="7880020" y="3905872"/>
                </a:moveTo>
                <a:lnTo>
                  <a:pt x="7878343" y="3900894"/>
                </a:lnTo>
                <a:lnTo>
                  <a:pt x="7876743" y="3899065"/>
                </a:lnTo>
                <a:lnTo>
                  <a:pt x="7872031" y="3896715"/>
                </a:lnTo>
                <a:lnTo>
                  <a:pt x="7869606" y="3896550"/>
                </a:lnTo>
                <a:lnTo>
                  <a:pt x="7864615" y="3898227"/>
                </a:lnTo>
                <a:lnTo>
                  <a:pt x="7862786" y="3899827"/>
                </a:lnTo>
                <a:lnTo>
                  <a:pt x="7860449" y="3904538"/>
                </a:lnTo>
                <a:lnTo>
                  <a:pt x="7860284" y="3906964"/>
                </a:lnTo>
                <a:lnTo>
                  <a:pt x="7861960" y="3911955"/>
                </a:lnTo>
                <a:lnTo>
                  <a:pt x="7863560" y="3913784"/>
                </a:lnTo>
                <a:lnTo>
                  <a:pt x="7868272" y="3916121"/>
                </a:lnTo>
                <a:lnTo>
                  <a:pt x="7870698" y="3916286"/>
                </a:lnTo>
                <a:lnTo>
                  <a:pt x="7875689" y="3914610"/>
                </a:lnTo>
                <a:lnTo>
                  <a:pt x="7877518" y="3913009"/>
                </a:lnTo>
                <a:lnTo>
                  <a:pt x="7879855" y="3908298"/>
                </a:lnTo>
                <a:lnTo>
                  <a:pt x="7880020" y="3905872"/>
                </a:lnTo>
                <a:close/>
              </a:path>
              <a:path w="9475470" h="4709795">
                <a:moveTo>
                  <a:pt x="7905140" y="790092"/>
                </a:moveTo>
                <a:lnTo>
                  <a:pt x="7904975" y="787666"/>
                </a:lnTo>
                <a:lnTo>
                  <a:pt x="7902638" y="782955"/>
                </a:lnTo>
                <a:lnTo>
                  <a:pt x="7900810" y="781354"/>
                </a:lnTo>
                <a:lnTo>
                  <a:pt x="7895818" y="779678"/>
                </a:lnTo>
                <a:lnTo>
                  <a:pt x="7893405" y="779843"/>
                </a:lnTo>
                <a:lnTo>
                  <a:pt x="7888681" y="782180"/>
                </a:lnTo>
                <a:lnTo>
                  <a:pt x="7887081" y="784009"/>
                </a:lnTo>
                <a:lnTo>
                  <a:pt x="7885404" y="789000"/>
                </a:lnTo>
                <a:lnTo>
                  <a:pt x="7885570" y="791425"/>
                </a:lnTo>
                <a:lnTo>
                  <a:pt x="7887906" y="796137"/>
                </a:lnTo>
                <a:lnTo>
                  <a:pt x="7889735" y="797737"/>
                </a:lnTo>
                <a:lnTo>
                  <a:pt x="7894726" y="799414"/>
                </a:lnTo>
                <a:lnTo>
                  <a:pt x="7897152" y="799249"/>
                </a:lnTo>
                <a:lnTo>
                  <a:pt x="7901864" y="796912"/>
                </a:lnTo>
                <a:lnTo>
                  <a:pt x="7903464" y="795083"/>
                </a:lnTo>
                <a:lnTo>
                  <a:pt x="7905140" y="790092"/>
                </a:lnTo>
                <a:close/>
              </a:path>
              <a:path w="9475470" h="4709795">
                <a:moveTo>
                  <a:pt x="7914145" y="3922814"/>
                </a:moveTo>
                <a:lnTo>
                  <a:pt x="7912468" y="3917835"/>
                </a:lnTo>
                <a:lnTo>
                  <a:pt x="7910868" y="3916007"/>
                </a:lnTo>
                <a:lnTo>
                  <a:pt x="7906156" y="3913657"/>
                </a:lnTo>
                <a:lnTo>
                  <a:pt x="7903731" y="3913492"/>
                </a:lnTo>
                <a:lnTo>
                  <a:pt x="7898752" y="3915168"/>
                </a:lnTo>
                <a:lnTo>
                  <a:pt x="7896911" y="3916769"/>
                </a:lnTo>
                <a:lnTo>
                  <a:pt x="7894574" y="3921480"/>
                </a:lnTo>
                <a:lnTo>
                  <a:pt x="7894409" y="3923906"/>
                </a:lnTo>
                <a:lnTo>
                  <a:pt x="7896085" y="3928897"/>
                </a:lnTo>
                <a:lnTo>
                  <a:pt x="7897685" y="3930726"/>
                </a:lnTo>
                <a:lnTo>
                  <a:pt x="7902397" y="3933063"/>
                </a:lnTo>
                <a:lnTo>
                  <a:pt x="7904823" y="3933228"/>
                </a:lnTo>
                <a:lnTo>
                  <a:pt x="7909814" y="3931551"/>
                </a:lnTo>
                <a:lnTo>
                  <a:pt x="7911643" y="3929951"/>
                </a:lnTo>
                <a:lnTo>
                  <a:pt x="7913979" y="3925239"/>
                </a:lnTo>
                <a:lnTo>
                  <a:pt x="7914145" y="3922814"/>
                </a:lnTo>
                <a:close/>
              </a:path>
              <a:path w="9475470" h="4709795">
                <a:moveTo>
                  <a:pt x="7939278" y="773176"/>
                </a:moveTo>
                <a:lnTo>
                  <a:pt x="7939113" y="770750"/>
                </a:lnTo>
                <a:lnTo>
                  <a:pt x="7936776" y="766038"/>
                </a:lnTo>
                <a:lnTo>
                  <a:pt x="7934947" y="764438"/>
                </a:lnTo>
                <a:lnTo>
                  <a:pt x="7929956" y="762749"/>
                </a:lnTo>
                <a:lnTo>
                  <a:pt x="7927530" y="762914"/>
                </a:lnTo>
                <a:lnTo>
                  <a:pt x="7922819" y="765251"/>
                </a:lnTo>
                <a:lnTo>
                  <a:pt x="7921218" y="767092"/>
                </a:lnTo>
                <a:lnTo>
                  <a:pt x="7919542" y="772071"/>
                </a:lnTo>
                <a:lnTo>
                  <a:pt x="7919707" y="774496"/>
                </a:lnTo>
                <a:lnTo>
                  <a:pt x="7922044" y="779208"/>
                </a:lnTo>
                <a:lnTo>
                  <a:pt x="7923873" y="780808"/>
                </a:lnTo>
                <a:lnTo>
                  <a:pt x="7928864" y="782485"/>
                </a:lnTo>
                <a:lnTo>
                  <a:pt x="7931277" y="782320"/>
                </a:lnTo>
                <a:lnTo>
                  <a:pt x="7936001" y="779983"/>
                </a:lnTo>
                <a:lnTo>
                  <a:pt x="7937601" y="778154"/>
                </a:lnTo>
                <a:lnTo>
                  <a:pt x="7939278" y="773176"/>
                </a:lnTo>
                <a:close/>
              </a:path>
              <a:path w="9475470" h="4709795">
                <a:moveTo>
                  <a:pt x="7948269" y="3939756"/>
                </a:moveTo>
                <a:lnTo>
                  <a:pt x="7946593" y="3934777"/>
                </a:lnTo>
                <a:lnTo>
                  <a:pt x="7945006" y="3932936"/>
                </a:lnTo>
                <a:lnTo>
                  <a:pt x="7940281" y="3930599"/>
                </a:lnTo>
                <a:lnTo>
                  <a:pt x="7937855" y="3930434"/>
                </a:lnTo>
                <a:lnTo>
                  <a:pt x="7932877" y="3932110"/>
                </a:lnTo>
                <a:lnTo>
                  <a:pt x="7931048" y="3933710"/>
                </a:lnTo>
                <a:lnTo>
                  <a:pt x="7928711" y="3938422"/>
                </a:lnTo>
                <a:lnTo>
                  <a:pt x="7928546" y="3940848"/>
                </a:lnTo>
                <a:lnTo>
                  <a:pt x="7930223" y="3945839"/>
                </a:lnTo>
                <a:lnTo>
                  <a:pt x="7931810" y="3947668"/>
                </a:lnTo>
                <a:lnTo>
                  <a:pt x="7936535" y="3950004"/>
                </a:lnTo>
                <a:lnTo>
                  <a:pt x="7938948" y="3950170"/>
                </a:lnTo>
                <a:lnTo>
                  <a:pt x="7943939" y="3948493"/>
                </a:lnTo>
                <a:lnTo>
                  <a:pt x="7945768" y="3946893"/>
                </a:lnTo>
                <a:lnTo>
                  <a:pt x="7948104" y="3942181"/>
                </a:lnTo>
                <a:lnTo>
                  <a:pt x="7948269" y="3939756"/>
                </a:lnTo>
                <a:close/>
              </a:path>
              <a:path w="9475470" h="4709795">
                <a:moveTo>
                  <a:pt x="7973415" y="756246"/>
                </a:moveTo>
                <a:lnTo>
                  <a:pt x="7973250" y="753821"/>
                </a:lnTo>
                <a:lnTo>
                  <a:pt x="7970914" y="749109"/>
                </a:lnTo>
                <a:lnTo>
                  <a:pt x="7969085" y="747509"/>
                </a:lnTo>
                <a:lnTo>
                  <a:pt x="7964094" y="745832"/>
                </a:lnTo>
                <a:lnTo>
                  <a:pt x="7961668" y="745998"/>
                </a:lnTo>
                <a:lnTo>
                  <a:pt x="7956956" y="748334"/>
                </a:lnTo>
                <a:lnTo>
                  <a:pt x="7955356" y="750163"/>
                </a:lnTo>
                <a:lnTo>
                  <a:pt x="7953680" y="755142"/>
                </a:lnTo>
                <a:lnTo>
                  <a:pt x="7953845" y="757567"/>
                </a:lnTo>
                <a:lnTo>
                  <a:pt x="7956182" y="762279"/>
                </a:lnTo>
                <a:lnTo>
                  <a:pt x="7958010" y="763879"/>
                </a:lnTo>
                <a:lnTo>
                  <a:pt x="7962989" y="765556"/>
                </a:lnTo>
                <a:lnTo>
                  <a:pt x="7965414" y="765403"/>
                </a:lnTo>
                <a:lnTo>
                  <a:pt x="7970139" y="763054"/>
                </a:lnTo>
                <a:lnTo>
                  <a:pt x="7971726" y="761225"/>
                </a:lnTo>
                <a:lnTo>
                  <a:pt x="7973415" y="756246"/>
                </a:lnTo>
                <a:close/>
              </a:path>
              <a:path w="9475470" h="4709795">
                <a:moveTo>
                  <a:pt x="7982407" y="3956697"/>
                </a:moveTo>
                <a:lnTo>
                  <a:pt x="7980731" y="3951719"/>
                </a:lnTo>
                <a:lnTo>
                  <a:pt x="7979130" y="3949877"/>
                </a:lnTo>
                <a:lnTo>
                  <a:pt x="7974419" y="3947541"/>
                </a:lnTo>
                <a:lnTo>
                  <a:pt x="7971993" y="3947376"/>
                </a:lnTo>
                <a:lnTo>
                  <a:pt x="7967002" y="3949052"/>
                </a:lnTo>
                <a:lnTo>
                  <a:pt x="7965173" y="3950652"/>
                </a:lnTo>
                <a:lnTo>
                  <a:pt x="7962836" y="3955364"/>
                </a:lnTo>
                <a:lnTo>
                  <a:pt x="7962671" y="3957790"/>
                </a:lnTo>
                <a:lnTo>
                  <a:pt x="7964348" y="3962781"/>
                </a:lnTo>
                <a:lnTo>
                  <a:pt x="7965948" y="3964609"/>
                </a:lnTo>
                <a:lnTo>
                  <a:pt x="7970660" y="3966946"/>
                </a:lnTo>
                <a:lnTo>
                  <a:pt x="7973085" y="3967111"/>
                </a:lnTo>
                <a:lnTo>
                  <a:pt x="7978064" y="3965435"/>
                </a:lnTo>
                <a:lnTo>
                  <a:pt x="7979905" y="3963835"/>
                </a:lnTo>
                <a:lnTo>
                  <a:pt x="7982242" y="3959123"/>
                </a:lnTo>
                <a:lnTo>
                  <a:pt x="7982407" y="3956697"/>
                </a:lnTo>
                <a:close/>
              </a:path>
              <a:path w="9475470" h="4709795">
                <a:moveTo>
                  <a:pt x="8007553" y="739317"/>
                </a:moveTo>
                <a:lnTo>
                  <a:pt x="8007388" y="736892"/>
                </a:lnTo>
                <a:lnTo>
                  <a:pt x="8005051" y="732180"/>
                </a:lnTo>
                <a:lnTo>
                  <a:pt x="8003222" y="730580"/>
                </a:lnTo>
                <a:lnTo>
                  <a:pt x="7998231" y="728903"/>
                </a:lnTo>
                <a:lnTo>
                  <a:pt x="7995806" y="729068"/>
                </a:lnTo>
                <a:lnTo>
                  <a:pt x="7991094" y="731405"/>
                </a:lnTo>
                <a:lnTo>
                  <a:pt x="7989494" y="733234"/>
                </a:lnTo>
                <a:lnTo>
                  <a:pt x="7987817" y="738225"/>
                </a:lnTo>
                <a:lnTo>
                  <a:pt x="7987982" y="740638"/>
                </a:lnTo>
                <a:lnTo>
                  <a:pt x="7990319" y="745363"/>
                </a:lnTo>
                <a:lnTo>
                  <a:pt x="7992148" y="746950"/>
                </a:lnTo>
                <a:lnTo>
                  <a:pt x="7997126" y="748639"/>
                </a:lnTo>
                <a:lnTo>
                  <a:pt x="7999552" y="748474"/>
                </a:lnTo>
                <a:lnTo>
                  <a:pt x="8004264" y="746137"/>
                </a:lnTo>
                <a:lnTo>
                  <a:pt x="8005864" y="744308"/>
                </a:lnTo>
                <a:lnTo>
                  <a:pt x="8007553" y="739317"/>
                </a:lnTo>
                <a:close/>
              </a:path>
              <a:path w="9475470" h="4709795">
                <a:moveTo>
                  <a:pt x="8016532" y="3973639"/>
                </a:moveTo>
                <a:lnTo>
                  <a:pt x="8014856" y="3968661"/>
                </a:lnTo>
                <a:lnTo>
                  <a:pt x="8013255" y="3966819"/>
                </a:lnTo>
                <a:lnTo>
                  <a:pt x="8008544" y="3964482"/>
                </a:lnTo>
                <a:lnTo>
                  <a:pt x="8006118" y="3964317"/>
                </a:lnTo>
                <a:lnTo>
                  <a:pt x="8001127" y="3965994"/>
                </a:lnTo>
                <a:lnTo>
                  <a:pt x="7999298" y="3967594"/>
                </a:lnTo>
                <a:lnTo>
                  <a:pt x="7996961" y="3972306"/>
                </a:lnTo>
                <a:lnTo>
                  <a:pt x="7996796" y="3974731"/>
                </a:lnTo>
                <a:lnTo>
                  <a:pt x="7998473" y="3979722"/>
                </a:lnTo>
                <a:lnTo>
                  <a:pt x="8000073" y="3981551"/>
                </a:lnTo>
                <a:lnTo>
                  <a:pt x="8004784" y="3983888"/>
                </a:lnTo>
                <a:lnTo>
                  <a:pt x="8007210" y="3984053"/>
                </a:lnTo>
                <a:lnTo>
                  <a:pt x="8012189" y="3982377"/>
                </a:lnTo>
                <a:lnTo>
                  <a:pt x="8014030" y="3980777"/>
                </a:lnTo>
                <a:lnTo>
                  <a:pt x="8016367" y="3976065"/>
                </a:lnTo>
                <a:lnTo>
                  <a:pt x="8016532" y="3973639"/>
                </a:lnTo>
                <a:close/>
              </a:path>
              <a:path w="9475470" h="4709795">
                <a:moveTo>
                  <a:pt x="8041678" y="722388"/>
                </a:moveTo>
                <a:lnTo>
                  <a:pt x="8041526" y="719963"/>
                </a:lnTo>
                <a:lnTo>
                  <a:pt x="8039189" y="715251"/>
                </a:lnTo>
                <a:lnTo>
                  <a:pt x="8037347" y="713651"/>
                </a:lnTo>
                <a:lnTo>
                  <a:pt x="8032369" y="711974"/>
                </a:lnTo>
                <a:lnTo>
                  <a:pt x="8029943" y="712139"/>
                </a:lnTo>
                <a:lnTo>
                  <a:pt x="8025231" y="714476"/>
                </a:lnTo>
                <a:lnTo>
                  <a:pt x="8023631" y="716305"/>
                </a:lnTo>
                <a:lnTo>
                  <a:pt x="8021955" y="721296"/>
                </a:lnTo>
                <a:lnTo>
                  <a:pt x="8022120" y="723722"/>
                </a:lnTo>
                <a:lnTo>
                  <a:pt x="8024457" y="728433"/>
                </a:lnTo>
                <a:lnTo>
                  <a:pt x="8026286" y="730034"/>
                </a:lnTo>
                <a:lnTo>
                  <a:pt x="8031264" y="731710"/>
                </a:lnTo>
                <a:lnTo>
                  <a:pt x="8033690" y="731545"/>
                </a:lnTo>
                <a:lnTo>
                  <a:pt x="8038401" y="729208"/>
                </a:lnTo>
                <a:lnTo>
                  <a:pt x="8040002" y="727379"/>
                </a:lnTo>
                <a:lnTo>
                  <a:pt x="8041678" y="722388"/>
                </a:lnTo>
                <a:close/>
              </a:path>
              <a:path w="9475470" h="4709795">
                <a:moveTo>
                  <a:pt x="8050657" y="3990581"/>
                </a:moveTo>
                <a:lnTo>
                  <a:pt x="8048980" y="3985603"/>
                </a:lnTo>
                <a:lnTo>
                  <a:pt x="8047380" y="3983761"/>
                </a:lnTo>
                <a:lnTo>
                  <a:pt x="8042669" y="3981424"/>
                </a:lnTo>
                <a:lnTo>
                  <a:pt x="8040243" y="3981259"/>
                </a:lnTo>
                <a:lnTo>
                  <a:pt x="8035264" y="3982936"/>
                </a:lnTo>
                <a:lnTo>
                  <a:pt x="8033436" y="3984536"/>
                </a:lnTo>
                <a:lnTo>
                  <a:pt x="8031086" y="3989247"/>
                </a:lnTo>
                <a:lnTo>
                  <a:pt x="8030921" y="3991673"/>
                </a:lnTo>
                <a:lnTo>
                  <a:pt x="8032597" y="3996664"/>
                </a:lnTo>
                <a:lnTo>
                  <a:pt x="8034198" y="3998493"/>
                </a:lnTo>
                <a:lnTo>
                  <a:pt x="8038909" y="4000830"/>
                </a:lnTo>
                <a:lnTo>
                  <a:pt x="8041335" y="4000995"/>
                </a:lnTo>
                <a:lnTo>
                  <a:pt x="8046326" y="3999319"/>
                </a:lnTo>
                <a:lnTo>
                  <a:pt x="8048155" y="3997718"/>
                </a:lnTo>
                <a:lnTo>
                  <a:pt x="8050492" y="3993007"/>
                </a:lnTo>
                <a:lnTo>
                  <a:pt x="8050657" y="3990581"/>
                </a:lnTo>
                <a:close/>
              </a:path>
              <a:path w="9475470" h="4709795">
                <a:moveTo>
                  <a:pt x="8075816" y="705472"/>
                </a:moveTo>
                <a:lnTo>
                  <a:pt x="8075650" y="703046"/>
                </a:lnTo>
                <a:lnTo>
                  <a:pt x="8073314" y="698322"/>
                </a:lnTo>
                <a:lnTo>
                  <a:pt x="8071485" y="696734"/>
                </a:lnTo>
                <a:lnTo>
                  <a:pt x="8066506" y="695045"/>
                </a:lnTo>
                <a:lnTo>
                  <a:pt x="8064081" y="695210"/>
                </a:lnTo>
                <a:lnTo>
                  <a:pt x="8059369" y="697547"/>
                </a:lnTo>
                <a:lnTo>
                  <a:pt x="8057769" y="699389"/>
                </a:lnTo>
                <a:lnTo>
                  <a:pt x="8056080" y="704367"/>
                </a:lnTo>
                <a:lnTo>
                  <a:pt x="8056245" y="706793"/>
                </a:lnTo>
                <a:lnTo>
                  <a:pt x="8058582" y="711504"/>
                </a:lnTo>
                <a:lnTo>
                  <a:pt x="8060423" y="713105"/>
                </a:lnTo>
                <a:lnTo>
                  <a:pt x="8065402" y="714781"/>
                </a:lnTo>
                <a:lnTo>
                  <a:pt x="8067827" y="714616"/>
                </a:lnTo>
                <a:lnTo>
                  <a:pt x="8072539" y="712279"/>
                </a:lnTo>
                <a:lnTo>
                  <a:pt x="8074139" y="710450"/>
                </a:lnTo>
                <a:lnTo>
                  <a:pt x="8075816" y="705472"/>
                </a:lnTo>
                <a:close/>
              </a:path>
              <a:path w="9475470" h="4709795">
                <a:moveTo>
                  <a:pt x="8084794" y="4007523"/>
                </a:moveTo>
                <a:lnTo>
                  <a:pt x="8083105" y="4002544"/>
                </a:lnTo>
                <a:lnTo>
                  <a:pt x="8081518" y="4000703"/>
                </a:lnTo>
                <a:lnTo>
                  <a:pt x="8076793" y="3998366"/>
                </a:lnTo>
                <a:lnTo>
                  <a:pt x="8074380" y="3998201"/>
                </a:lnTo>
                <a:lnTo>
                  <a:pt x="8069389" y="3999877"/>
                </a:lnTo>
                <a:lnTo>
                  <a:pt x="8067561" y="4001478"/>
                </a:lnTo>
                <a:lnTo>
                  <a:pt x="8065224" y="4006189"/>
                </a:lnTo>
                <a:lnTo>
                  <a:pt x="8065059" y="4008615"/>
                </a:lnTo>
                <a:lnTo>
                  <a:pt x="8066735" y="4013606"/>
                </a:lnTo>
                <a:lnTo>
                  <a:pt x="8068323" y="4015435"/>
                </a:lnTo>
                <a:lnTo>
                  <a:pt x="8073047" y="4017772"/>
                </a:lnTo>
                <a:lnTo>
                  <a:pt x="8075473" y="4017937"/>
                </a:lnTo>
                <a:lnTo>
                  <a:pt x="8080451" y="4016260"/>
                </a:lnTo>
                <a:lnTo>
                  <a:pt x="8082280" y="4014660"/>
                </a:lnTo>
                <a:lnTo>
                  <a:pt x="8084629" y="4009948"/>
                </a:lnTo>
                <a:lnTo>
                  <a:pt x="8084794" y="4007523"/>
                </a:lnTo>
                <a:close/>
              </a:path>
              <a:path w="9475470" h="4709795">
                <a:moveTo>
                  <a:pt x="8109953" y="688543"/>
                </a:moveTo>
                <a:lnTo>
                  <a:pt x="8109788" y="686117"/>
                </a:lnTo>
                <a:lnTo>
                  <a:pt x="8107451" y="681405"/>
                </a:lnTo>
                <a:lnTo>
                  <a:pt x="8105622" y="679805"/>
                </a:lnTo>
                <a:lnTo>
                  <a:pt x="8100644" y="678129"/>
                </a:lnTo>
                <a:lnTo>
                  <a:pt x="8098218" y="678294"/>
                </a:lnTo>
                <a:lnTo>
                  <a:pt x="8093507" y="680631"/>
                </a:lnTo>
                <a:lnTo>
                  <a:pt x="8091906" y="682459"/>
                </a:lnTo>
                <a:lnTo>
                  <a:pt x="8090217" y="687438"/>
                </a:lnTo>
                <a:lnTo>
                  <a:pt x="8090382" y="689864"/>
                </a:lnTo>
                <a:lnTo>
                  <a:pt x="8092719" y="694575"/>
                </a:lnTo>
                <a:lnTo>
                  <a:pt x="8094548" y="696175"/>
                </a:lnTo>
                <a:lnTo>
                  <a:pt x="8099539" y="697852"/>
                </a:lnTo>
                <a:lnTo>
                  <a:pt x="8101965" y="697687"/>
                </a:lnTo>
                <a:lnTo>
                  <a:pt x="8106677" y="695350"/>
                </a:lnTo>
                <a:lnTo>
                  <a:pt x="8108277" y="693521"/>
                </a:lnTo>
                <a:lnTo>
                  <a:pt x="8109953" y="688543"/>
                </a:lnTo>
                <a:close/>
              </a:path>
              <a:path w="9475470" h="4709795">
                <a:moveTo>
                  <a:pt x="8118919" y="4024465"/>
                </a:moveTo>
                <a:lnTo>
                  <a:pt x="8117243" y="4019486"/>
                </a:lnTo>
                <a:lnTo>
                  <a:pt x="8115643" y="4017645"/>
                </a:lnTo>
                <a:lnTo>
                  <a:pt x="8110931" y="4015308"/>
                </a:lnTo>
                <a:lnTo>
                  <a:pt x="8108505" y="4015143"/>
                </a:lnTo>
                <a:lnTo>
                  <a:pt x="8103514" y="4016819"/>
                </a:lnTo>
                <a:lnTo>
                  <a:pt x="8101685" y="4018419"/>
                </a:lnTo>
                <a:lnTo>
                  <a:pt x="8099349" y="4023131"/>
                </a:lnTo>
                <a:lnTo>
                  <a:pt x="8099184" y="4025557"/>
                </a:lnTo>
                <a:lnTo>
                  <a:pt x="8100860" y="4030548"/>
                </a:lnTo>
                <a:lnTo>
                  <a:pt x="8102460" y="4032377"/>
                </a:lnTo>
                <a:lnTo>
                  <a:pt x="8107172" y="4034713"/>
                </a:lnTo>
                <a:lnTo>
                  <a:pt x="8109598" y="4034879"/>
                </a:lnTo>
                <a:lnTo>
                  <a:pt x="8114576" y="4033202"/>
                </a:lnTo>
                <a:lnTo>
                  <a:pt x="8116417" y="4031602"/>
                </a:lnTo>
                <a:lnTo>
                  <a:pt x="8118754" y="4026890"/>
                </a:lnTo>
                <a:lnTo>
                  <a:pt x="8118919" y="4024465"/>
                </a:lnTo>
                <a:close/>
              </a:path>
              <a:path w="9475470" h="4709795">
                <a:moveTo>
                  <a:pt x="8144091" y="671614"/>
                </a:moveTo>
                <a:lnTo>
                  <a:pt x="8143926" y="669188"/>
                </a:lnTo>
                <a:lnTo>
                  <a:pt x="8141589" y="664476"/>
                </a:lnTo>
                <a:lnTo>
                  <a:pt x="8139760" y="662876"/>
                </a:lnTo>
                <a:lnTo>
                  <a:pt x="8134769" y="661200"/>
                </a:lnTo>
                <a:lnTo>
                  <a:pt x="8132356" y="661365"/>
                </a:lnTo>
                <a:lnTo>
                  <a:pt x="8127632" y="663702"/>
                </a:lnTo>
                <a:lnTo>
                  <a:pt x="8126044" y="665530"/>
                </a:lnTo>
                <a:lnTo>
                  <a:pt x="8124355" y="670521"/>
                </a:lnTo>
                <a:lnTo>
                  <a:pt x="8124520" y="672934"/>
                </a:lnTo>
                <a:lnTo>
                  <a:pt x="8126857" y="677646"/>
                </a:lnTo>
                <a:lnTo>
                  <a:pt x="8128686" y="679246"/>
                </a:lnTo>
                <a:lnTo>
                  <a:pt x="8133677" y="680935"/>
                </a:lnTo>
                <a:lnTo>
                  <a:pt x="8136102" y="680770"/>
                </a:lnTo>
                <a:lnTo>
                  <a:pt x="8140814" y="678434"/>
                </a:lnTo>
                <a:lnTo>
                  <a:pt x="8142414" y="676605"/>
                </a:lnTo>
                <a:lnTo>
                  <a:pt x="8144091" y="671614"/>
                </a:lnTo>
                <a:close/>
              </a:path>
              <a:path w="9475470" h="4709795">
                <a:moveTo>
                  <a:pt x="8153044" y="4041406"/>
                </a:moveTo>
                <a:lnTo>
                  <a:pt x="8151368" y="4036428"/>
                </a:lnTo>
                <a:lnTo>
                  <a:pt x="8149768" y="4034586"/>
                </a:lnTo>
                <a:lnTo>
                  <a:pt x="8145056" y="4032250"/>
                </a:lnTo>
                <a:lnTo>
                  <a:pt x="8142630" y="4032085"/>
                </a:lnTo>
                <a:lnTo>
                  <a:pt x="8137639" y="4033761"/>
                </a:lnTo>
                <a:lnTo>
                  <a:pt x="8135810" y="4035361"/>
                </a:lnTo>
                <a:lnTo>
                  <a:pt x="8133474" y="4040073"/>
                </a:lnTo>
                <a:lnTo>
                  <a:pt x="8133308" y="4042499"/>
                </a:lnTo>
                <a:lnTo>
                  <a:pt x="8134985" y="4047490"/>
                </a:lnTo>
                <a:lnTo>
                  <a:pt x="8136585" y="4049318"/>
                </a:lnTo>
                <a:lnTo>
                  <a:pt x="8141297" y="4051655"/>
                </a:lnTo>
                <a:lnTo>
                  <a:pt x="8143722" y="4051820"/>
                </a:lnTo>
                <a:lnTo>
                  <a:pt x="8148714" y="4050144"/>
                </a:lnTo>
                <a:lnTo>
                  <a:pt x="8150542" y="4048544"/>
                </a:lnTo>
                <a:lnTo>
                  <a:pt x="8152879" y="4043832"/>
                </a:lnTo>
                <a:lnTo>
                  <a:pt x="8153044" y="4041406"/>
                </a:lnTo>
                <a:close/>
              </a:path>
              <a:path w="9475470" h="4709795">
                <a:moveTo>
                  <a:pt x="8178228" y="654685"/>
                </a:moveTo>
                <a:lnTo>
                  <a:pt x="8178063" y="652259"/>
                </a:lnTo>
                <a:lnTo>
                  <a:pt x="8175726" y="647547"/>
                </a:lnTo>
                <a:lnTo>
                  <a:pt x="8173898" y="645947"/>
                </a:lnTo>
                <a:lnTo>
                  <a:pt x="8168907" y="644271"/>
                </a:lnTo>
                <a:lnTo>
                  <a:pt x="8166481" y="644436"/>
                </a:lnTo>
                <a:lnTo>
                  <a:pt x="8161769" y="646772"/>
                </a:lnTo>
                <a:lnTo>
                  <a:pt x="8160169" y="648601"/>
                </a:lnTo>
                <a:lnTo>
                  <a:pt x="8158493" y="653592"/>
                </a:lnTo>
                <a:lnTo>
                  <a:pt x="8158658" y="656018"/>
                </a:lnTo>
                <a:lnTo>
                  <a:pt x="8160994" y="660730"/>
                </a:lnTo>
                <a:lnTo>
                  <a:pt x="8162823" y="662330"/>
                </a:lnTo>
                <a:lnTo>
                  <a:pt x="8167814" y="664006"/>
                </a:lnTo>
                <a:lnTo>
                  <a:pt x="8170240" y="663841"/>
                </a:lnTo>
                <a:lnTo>
                  <a:pt x="8174952" y="661504"/>
                </a:lnTo>
                <a:lnTo>
                  <a:pt x="8176552" y="659676"/>
                </a:lnTo>
                <a:lnTo>
                  <a:pt x="8178228" y="654685"/>
                </a:lnTo>
                <a:close/>
              </a:path>
              <a:path w="9475470" h="4709795">
                <a:moveTo>
                  <a:pt x="8187169" y="4058348"/>
                </a:moveTo>
                <a:lnTo>
                  <a:pt x="8185493" y="4053370"/>
                </a:lnTo>
                <a:lnTo>
                  <a:pt x="8183893" y="4051528"/>
                </a:lnTo>
                <a:lnTo>
                  <a:pt x="8179181" y="4049191"/>
                </a:lnTo>
                <a:lnTo>
                  <a:pt x="8176755" y="4049026"/>
                </a:lnTo>
                <a:lnTo>
                  <a:pt x="8171777" y="4050703"/>
                </a:lnTo>
                <a:lnTo>
                  <a:pt x="8169948" y="4052303"/>
                </a:lnTo>
                <a:lnTo>
                  <a:pt x="8167598" y="4057015"/>
                </a:lnTo>
                <a:lnTo>
                  <a:pt x="8167433" y="4059440"/>
                </a:lnTo>
                <a:lnTo>
                  <a:pt x="8169122" y="4064431"/>
                </a:lnTo>
                <a:lnTo>
                  <a:pt x="8170710" y="4066260"/>
                </a:lnTo>
                <a:lnTo>
                  <a:pt x="8175422" y="4068597"/>
                </a:lnTo>
                <a:lnTo>
                  <a:pt x="8177847" y="4068762"/>
                </a:lnTo>
                <a:lnTo>
                  <a:pt x="8182838" y="4067086"/>
                </a:lnTo>
                <a:lnTo>
                  <a:pt x="8184667" y="4065486"/>
                </a:lnTo>
                <a:lnTo>
                  <a:pt x="8187004" y="4060774"/>
                </a:lnTo>
                <a:lnTo>
                  <a:pt x="8187169" y="4058348"/>
                </a:lnTo>
                <a:close/>
              </a:path>
              <a:path w="9475470" h="4709795">
                <a:moveTo>
                  <a:pt x="8212366" y="637755"/>
                </a:moveTo>
                <a:lnTo>
                  <a:pt x="8212201" y="635342"/>
                </a:lnTo>
                <a:lnTo>
                  <a:pt x="8209864" y="630618"/>
                </a:lnTo>
                <a:lnTo>
                  <a:pt x="8208035" y="629031"/>
                </a:lnTo>
                <a:lnTo>
                  <a:pt x="8203044" y="627341"/>
                </a:lnTo>
                <a:lnTo>
                  <a:pt x="8200618" y="627507"/>
                </a:lnTo>
                <a:lnTo>
                  <a:pt x="8195907" y="629843"/>
                </a:lnTo>
                <a:lnTo>
                  <a:pt x="8194307" y="631672"/>
                </a:lnTo>
                <a:lnTo>
                  <a:pt x="8192630" y="636663"/>
                </a:lnTo>
                <a:lnTo>
                  <a:pt x="8192795" y="639089"/>
                </a:lnTo>
                <a:lnTo>
                  <a:pt x="8195132" y="643801"/>
                </a:lnTo>
                <a:lnTo>
                  <a:pt x="8196961" y="645401"/>
                </a:lnTo>
                <a:lnTo>
                  <a:pt x="8201952" y="647077"/>
                </a:lnTo>
                <a:lnTo>
                  <a:pt x="8204365" y="646912"/>
                </a:lnTo>
                <a:lnTo>
                  <a:pt x="8209089" y="644575"/>
                </a:lnTo>
                <a:lnTo>
                  <a:pt x="8210690" y="642747"/>
                </a:lnTo>
                <a:lnTo>
                  <a:pt x="8212366" y="637755"/>
                </a:lnTo>
                <a:close/>
              </a:path>
              <a:path w="9475470" h="4709795">
                <a:moveTo>
                  <a:pt x="8221307" y="4075290"/>
                </a:moveTo>
                <a:lnTo>
                  <a:pt x="8219618" y="4070312"/>
                </a:lnTo>
                <a:lnTo>
                  <a:pt x="8218030" y="4068470"/>
                </a:lnTo>
                <a:lnTo>
                  <a:pt x="8213318" y="4066133"/>
                </a:lnTo>
                <a:lnTo>
                  <a:pt x="8210893" y="4065968"/>
                </a:lnTo>
                <a:lnTo>
                  <a:pt x="8205902" y="4067645"/>
                </a:lnTo>
                <a:lnTo>
                  <a:pt x="8204073" y="4069245"/>
                </a:lnTo>
                <a:lnTo>
                  <a:pt x="8201736" y="4073956"/>
                </a:lnTo>
                <a:lnTo>
                  <a:pt x="8201571" y="4076382"/>
                </a:lnTo>
                <a:lnTo>
                  <a:pt x="8203247" y="4081361"/>
                </a:lnTo>
                <a:lnTo>
                  <a:pt x="8204848" y="4083202"/>
                </a:lnTo>
                <a:lnTo>
                  <a:pt x="8209559" y="4085539"/>
                </a:lnTo>
                <a:lnTo>
                  <a:pt x="8211985" y="4085704"/>
                </a:lnTo>
                <a:lnTo>
                  <a:pt x="8216963" y="4084028"/>
                </a:lnTo>
                <a:lnTo>
                  <a:pt x="8218792" y="4082427"/>
                </a:lnTo>
                <a:lnTo>
                  <a:pt x="8221142" y="4077716"/>
                </a:lnTo>
                <a:lnTo>
                  <a:pt x="8221307" y="4075290"/>
                </a:lnTo>
                <a:close/>
              </a:path>
              <a:path w="9475470" h="4709795">
                <a:moveTo>
                  <a:pt x="8246504" y="620839"/>
                </a:moveTo>
                <a:lnTo>
                  <a:pt x="8246338" y="618413"/>
                </a:lnTo>
                <a:lnTo>
                  <a:pt x="8244002" y="613702"/>
                </a:lnTo>
                <a:lnTo>
                  <a:pt x="8242173" y="612101"/>
                </a:lnTo>
                <a:lnTo>
                  <a:pt x="8237182" y="610425"/>
                </a:lnTo>
                <a:lnTo>
                  <a:pt x="8234756" y="610577"/>
                </a:lnTo>
                <a:lnTo>
                  <a:pt x="8230044" y="612927"/>
                </a:lnTo>
                <a:lnTo>
                  <a:pt x="8228444" y="614756"/>
                </a:lnTo>
                <a:lnTo>
                  <a:pt x="8226768" y="619734"/>
                </a:lnTo>
                <a:lnTo>
                  <a:pt x="8226933" y="622160"/>
                </a:lnTo>
                <a:lnTo>
                  <a:pt x="8229270" y="626872"/>
                </a:lnTo>
                <a:lnTo>
                  <a:pt x="8231098" y="628472"/>
                </a:lnTo>
                <a:lnTo>
                  <a:pt x="8236077" y="630148"/>
                </a:lnTo>
                <a:lnTo>
                  <a:pt x="8238503" y="629983"/>
                </a:lnTo>
                <a:lnTo>
                  <a:pt x="8243227" y="627646"/>
                </a:lnTo>
                <a:lnTo>
                  <a:pt x="8244814" y="625817"/>
                </a:lnTo>
                <a:lnTo>
                  <a:pt x="8246504" y="620839"/>
                </a:lnTo>
                <a:close/>
              </a:path>
              <a:path w="9475470" h="4709795">
                <a:moveTo>
                  <a:pt x="8255432" y="4092232"/>
                </a:moveTo>
                <a:lnTo>
                  <a:pt x="8253755" y="4087253"/>
                </a:lnTo>
                <a:lnTo>
                  <a:pt x="8252155" y="4085412"/>
                </a:lnTo>
                <a:lnTo>
                  <a:pt x="8247443" y="4083075"/>
                </a:lnTo>
                <a:lnTo>
                  <a:pt x="8245018" y="4082910"/>
                </a:lnTo>
                <a:lnTo>
                  <a:pt x="8240027" y="4084586"/>
                </a:lnTo>
                <a:lnTo>
                  <a:pt x="8238198" y="4086187"/>
                </a:lnTo>
                <a:lnTo>
                  <a:pt x="8235861" y="4090898"/>
                </a:lnTo>
                <a:lnTo>
                  <a:pt x="8235696" y="4093324"/>
                </a:lnTo>
                <a:lnTo>
                  <a:pt x="8237372" y="4098302"/>
                </a:lnTo>
                <a:lnTo>
                  <a:pt x="8238972" y="4100144"/>
                </a:lnTo>
                <a:lnTo>
                  <a:pt x="8243684" y="4102481"/>
                </a:lnTo>
                <a:lnTo>
                  <a:pt x="8246110" y="4102646"/>
                </a:lnTo>
                <a:lnTo>
                  <a:pt x="8251088" y="4100969"/>
                </a:lnTo>
                <a:lnTo>
                  <a:pt x="8252930" y="4099369"/>
                </a:lnTo>
                <a:lnTo>
                  <a:pt x="8255267" y="4094657"/>
                </a:lnTo>
                <a:lnTo>
                  <a:pt x="8255432" y="4092232"/>
                </a:lnTo>
                <a:close/>
              </a:path>
              <a:path w="9475470" h="4709795">
                <a:moveTo>
                  <a:pt x="8280628" y="603910"/>
                </a:moveTo>
                <a:lnTo>
                  <a:pt x="8280476" y="601484"/>
                </a:lnTo>
                <a:lnTo>
                  <a:pt x="8278139" y="596773"/>
                </a:lnTo>
                <a:lnTo>
                  <a:pt x="8276298" y="595172"/>
                </a:lnTo>
                <a:lnTo>
                  <a:pt x="8271319" y="593496"/>
                </a:lnTo>
                <a:lnTo>
                  <a:pt x="8268894" y="593661"/>
                </a:lnTo>
                <a:lnTo>
                  <a:pt x="8264182" y="595998"/>
                </a:lnTo>
                <a:lnTo>
                  <a:pt x="8262582" y="597827"/>
                </a:lnTo>
                <a:lnTo>
                  <a:pt x="8260905" y="602805"/>
                </a:lnTo>
                <a:lnTo>
                  <a:pt x="8261070" y="605231"/>
                </a:lnTo>
                <a:lnTo>
                  <a:pt x="8263407" y="609942"/>
                </a:lnTo>
                <a:lnTo>
                  <a:pt x="8265236" y="611543"/>
                </a:lnTo>
                <a:lnTo>
                  <a:pt x="8270214" y="613232"/>
                </a:lnTo>
                <a:lnTo>
                  <a:pt x="8272640" y="613067"/>
                </a:lnTo>
                <a:lnTo>
                  <a:pt x="8277352" y="610730"/>
                </a:lnTo>
                <a:lnTo>
                  <a:pt x="8278952" y="608888"/>
                </a:lnTo>
                <a:lnTo>
                  <a:pt x="8280628" y="603910"/>
                </a:lnTo>
                <a:close/>
              </a:path>
              <a:path w="9475470" h="4709795">
                <a:moveTo>
                  <a:pt x="8289557" y="4109174"/>
                </a:moveTo>
                <a:lnTo>
                  <a:pt x="8287880" y="4104182"/>
                </a:lnTo>
                <a:lnTo>
                  <a:pt x="8286280" y="4102354"/>
                </a:lnTo>
                <a:lnTo>
                  <a:pt x="8281568" y="4100017"/>
                </a:lnTo>
                <a:lnTo>
                  <a:pt x="8279143" y="4099852"/>
                </a:lnTo>
                <a:lnTo>
                  <a:pt x="8274164" y="4101528"/>
                </a:lnTo>
                <a:lnTo>
                  <a:pt x="8272323" y="4103128"/>
                </a:lnTo>
                <a:lnTo>
                  <a:pt x="8269986" y="4107840"/>
                </a:lnTo>
                <a:lnTo>
                  <a:pt x="8269821" y="4110266"/>
                </a:lnTo>
                <a:lnTo>
                  <a:pt x="8271497" y="4115244"/>
                </a:lnTo>
                <a:lnTo>
                  <a:pt x="8273097" y="4117086"/>
                </a:lnTo>
                <a:lnTo>
                  <a:pt x="8277809" y="4119422"/>
                </a:lnTo>
                <a:lnTo>
                  <a:pt x="8280235" y="4119588"/>
                </a:lnTo>
                <a:lnTo>
                  <a:pt x="8285226" y="4117911"/>
                </a:lnTo>
                <a:lnTo>
                  <a:pt x="8287055" y="4116311"/>
                </a:lnTo>
                <a:lnTo>
                  <a:pt x="8289391" y="4111599"/>
                </a:lnTo>
                <a:lnTo>
                  <a:pt x="8289557" y="4109174"/>
                </a:lnTo>
                <a:close/>
              </a:path>
              <a:path w="9475470" h="4709795">
                <a:moveTo>
                  <a:pt x="8314766" y="586981"/>
                </a:moveTo>
                <a:lnTo>
                  <a:pt x="8314601" y="584555"/>
                </a:lnTo>
                <a:lnTo>
                  <a:pt x="8312264" y="579843"/>
                </a:lnTo>
                <a:lnTo>
                  <a:pt x="8310435" y="578243"/>
                </a:lnTo>
                <a:lnTo>
                  <a:pt x="8305457" y="576567"/>
                </a:lnTo>
                <a:lnTo>
                  <a:pt x="8303031" y="576732"/>
                </a:lnTo>
                <a:lnTo>
                  <a:pt x="8298320" y="579069"/>
                </a:lnTo>
                <a:lnTo>
                  <a:pt x="8296719" y="580898"/>
                </a:lnTo>
                <a:lnTo>
                  <a:pt x="8295043" y="585889"/>
                </a:lnTo>
                <a:lnTo>
                  <a:pt x="8295195" y="588314"/>
                </a:lnTo>
                <a:lnTo>
                  <a:pt x="8297532" y="593026"/>
                </a:lnTo>
                <a:lnTo>
                  <a:pt x="8299374" y="594626"/>
                </a:lnTo>
                <a:lnTo>
                  <a:pt x="8304352" y="596303"/>
                </a:lnTo>
                <a:lnTo>
                  <a:pt x="8306778" y="596138"/>
                </a:lnTo>
                <a:lnTo>
                  <a:pt x="8311489" y="593801"/>
                </a:lnTo>
                <a:lnTo>
                  <a:pt x="8313090" y="591972"/>
                </a:lnTo>
                <a:lnTo>
                  <a:pt x="8314766" y="586981"/>
                </a:lnTo>
                <a:close/>
              </a:path>
              <a:path w="9475470" h="4709795">
                <a:moveTo>
                  <a:pt x="8323681" y="4126115"/>
                </a:moveTo>
                <a:lnTo>
                  <a:pt x="8322005" y="4121137"/>
                </a:lnTo>
                <a:lnTo>
                  <a:pt x="8320418" y="4119295"/>
                </a:lnTo>
                <a:lnTo>
                  <a:pt x="8315693" y="4116959"/>
                </a:lnTo>
                <a:lnTo>
                  <a:pt x="8313267" y="4116794"/>
                </a:lnTo>
                <a:lnTo>
                  <a:pt x="8308289" y="4118470"/>
                </a:lnTo>
                <a:lnTo>
                  <a:pt x="8306460" y="4120070"/>
                </a:lnTo>
                <a:lnTo>
                  <a:pt x="8304111" y="4124782"/>
                </a:lnTo>
                <a:lnTo>
                  <a:pt x="8303946" y="4127208"/>
                </a:lnTo>
                <a:lnTo>
                  <a:pt x="8305635" y="4132186"/>
                </a:lnTo>
                <a:lnTo>
                  <a:pt x="8307222" y="4134027"/>
                </a:lnTo>
                <a:lnTo>
                  <a:pt x="8311947" y="4136364"/>
                </a:lnTo>
                <a:lnTo>
                  <a:pt x="8314360" y="4136529"/>
                </a:lnTo>
                <a:lnTo>
                  <a:pt x="8319351" y="4134853"/>
                </a:lnTo>
                <a:lnTo>
                  <a:pt x="8321180" y="4133253"/>
                </a:lnTo>
                <a:lnTo>
                  <a:pt x="8323516" y="4128541"/>
                </a:lnTo>
                <a:lnTo>
                  <a:pt x="8323681" y="4126115"/>
                </a:lnTo>
                <a:close/>
              </a:path>
              <a:path w="9475470" h="4709795">
                <a:moveTo>
                  <a:pt x="8348904" y="570052"/>
                </a:moveTo>
                <a:lnTo>
                  <a:pt x="8348739" y="567639"/>
                </a:lnTo>
                <a:lnTo>
                  <a:pt x="8346402" y="562914"/>
                </a:lnTo>
                <a:lnTo>
                  <a:pt x="8344573" y="561327"/>
                </a:lnTo>
                <a:lnTo>
                  <a:pt x="8339595" y="559638"/>
                </a:lnTo>
                <a:lnTo>
                  <a:pt x="8337169" y="559803"/>
                </a:lnTo>
                <a:lnTo>
                  <a:pt x="8332457" y="562140"/>
                </a:lnTo>
                <a:lnTo>
                  <a:pt x="8330857" y="563968"/>
                </a:lnTo>
                <a:lnTo>
                  <a:pt x="8329168" y="568960"/>
                </a:lnTo>
                <a:lnTo>
                  <a:pt x="8329333" y="571385"/>
                </a:lnTo>
                <a:lnTo>
                  <a:pt x="8331670" y="576097"/>
                </a:lnTo>
                <a:lnTo>
                  <a:pt x="8333499" y="577697"/>
                </a:lnTo>
                <a:lnTo>
                  <a:pt x="8338490" y="579374"/>
                </a:lnTo>
                <a:lnTo>
                  <a:pt x="8340915" y="579208"/>
                </a:lnTo>
                <a:lnTo>
                  <a:pt x="8345627" y="576872"/>
                </a:lnTo>
                <a:lnTo>
                  <a:pt x="8347227" y="575043"/>
                </a:lnTo>
                <a:lnTo>
                  <a:pt x="8348904" y="570052"/>
                </a:lnTo>
                <a:close/>
              </a:path>
              <a:path w="9475470" h="4709795">
                <a:moveTo>
                  <a:pt x="8357819" y="4143057"/>
                </a:moveTo>
                <a:lnTo>
                  <a:pt x="8356143" y="4138066"/>
                </a:lnTo>
                <a:lnTo>
                  <a:pt x="8354542" y="4136237"/>
                </a:lnTo>
                <a:lnTo>
                  <a:pt x="8349831" y="4133900"/>
                </a:lnTo>
                <a:lnTo>
                  <a:pt x="8347405" y="4133735"/>
                </a:lnTo>
                <a:lnTo>
                  <a:pt x="8342414" y="4135412"/>
                </a:lnTo>
                <a:lnTo>
                  <a:pt x="8340585" y="4137012"/>
                </a:lnTo>
                <a:lnTo>
                  <a:pt x="8338248" y="4141724"/>
                </a:lnTo>
                <a:lnTo>
                  <a:pt x="8338083" y="4144149"/>
                </a:lnTo>
                <a:lnTo>
                  <a:pt x="8339760" y="4149128"/>
                </a:lnTo>
                <a:lnTo>
                  <a:pt x="8341360" y="4150969"/>
                </a:lnTo>
                <a:lnTo>
                  <a:pt x="8346072" y="4153306"/>
                </a:lnTo>
                <a:lnTo>
                  <a:pt x="8348497" y="4153471"/>
                </a:lnTo>
                <a:lnTo>
                  <a:pt x="8353476" y="4151795"/>
                </a:lnTo>
                <a:lnTo>
                  <a:pt x="8355304" y="4150195"/>
                </a:lnTo>
                <a:lnTo>
                  <a:pt x="8357654" y="4145483"/>
                </a:lnTo>
                <a:lnTo>
                  <a:pt x="8357819" y="4143057"/>
                </a:lnTo>
                <a:close/>
              </a:path>
              <a:path w="9475470" h="4709795">
                <a:moveTo>
                  <a:pt x="8383041" y="553135"/>
                </a:moveTo>
                <a:lnTo>
                  <a:pt x="8382876" y="550710"/>
                </a:lnTo>
                <a:lnTo>
                  <a:pt x="8380539" y="545998"/>
                </a:lnTo>
                <a:lnTo>
                  <a:pt x="8378711" y="544398"/>
                </a:lnTo>
                <a:lnTo>
                  <a:pt x="8373732" y="542709"/>
                </a:lnTo>
                <a:lnTo>
                  <a:pt x="8371306" y="542874"/>
                </a:lnTo>
                <a:lnTo>
                  <a:pt x="8366582" y="545223"/>
                </a:lnTo>
                <a:lnTo>
                  <a:pt x="8364995" y="547052"/>
                </a:lnTo>
                <a:lnTo>
                  <a:pt x="8363305" y="552030"/>
                </a:lnTo>
                <a:lnTo>
                  <a:pt x="8363471" y="554456"/>
                </a:lnTo>
                <a:lnTo>
                  <a:pt x="8365807" y="559168"/>
                </a:lnTo>
                <a:lnTo>
                  <a:pt x="8367636" y="560768"/>
                </a:lnTo>
                <a:lnTo>
                  <a:pt x="8372627" y="562444"/>
                </a:lnTo>
                <a:lnTo>
                  <a:pt x="8375053" y="562279"/>
                </a:lnTo>
                <a:lnTo>
                  <a:pt x="8379765" y="559943"/>
                </a:lnTo>
                <a:lnTo>
                  <a:pt x="8381365" y="558114"/>
                </a:lnTo>
                <a:lnTo>
                  <a:pt x="8383041" y="553135"/>
                </a:lnTo>
                <a:close/>
              </a:path>
              <a:path w="9475470" h="4709795">
                <a:moveTo>
                  <a:pt x="8391944" y="4159999"/>
                </a:moveTo>
                <a:lnTo>
                  <a:pt x="8390268" y="4155008"/>
                </a:lnTo>
                <a:lnTo>
                  <a:pt x="8388667" y="4153179"/>
                </a:lnTo>
                <a:lnTo>
                  <a:pt x="8383956" y="4150842"/>
                </a:lnTo>
                <a:lnTo>
                  <a:pt x="8381530" y="4150677"/>
                </a:lnTo>
                <a:lnTo>
                  <a:pt x="8376539" y="4152354"/>
                </a:lnTo>
                <a:lnTo>
                  <a:pt x="8374710" y="4153954"/>
                </a:lnTo>
                <a:lnTo>
                  <a:pt x="8372373" y="4158665"/>
                </a:lnTo>
                <a:lnTo>
                  <a:pt x="8372208" y="4161091"/>
                </a:lnTo>
                <a:lnTo>
                  <a:pt x="8373885" y="4166070"/>
                </a:lnTo>
                <a:lnTo>
                  <a:pt x="8375485" y="4167911"/>
                </a:lnTo>
                <a:lnTo>
                  <a:pt x="8380196" y="4170248"/>
                </a:lnTo>
                <a:lnTo>
                  <a:pt x="8382622" y="4170413"/>
                </a:lnTo>
                <a:lnTo>
                  <a:pt x="8387613" y="4168737"/>
                </a:lnTo>
                <a:lnTo>
                  <a:pt x="8389442" y="4167136"/>
                </a:lnTo>
                <a:lnTo>
                  <a:pt x="8391779" y="4162425"/>
                </a:lnTo>
                <a:lnTo>
                  <a:pt x="8391944" y="4159999"/>
                </a:lnTo>
                <a:close/>
              </a:path>
              <a:path w="9475470" h="4709795">
                <a:moveTo>
                  <a:pt x="8417179" y="536206"/>
                </a:moveTo>
                <a:lnTo>
                  <a:pt x="8417014" y="533781"/>
                </a:lnTo>
                <a:lnTo>
                  <a:pt x="8414677" y="529069"/>
                </a:lnTo>
                <a:lnTo>
                  <a:pt x="8412848" y="527469"/>
                </a:lnTo>
                <a:lnTo>
                  <a:pt x="8407857" y="525792"/>
                </a:lnTo>
                <a:lnTo>
                  <a:pt x="8405444" y="525957"/>
                </a:lnTo>
                <a:lnTo>
                  <a:pt x="8400720" y="528294"/>
                </a:lnTo>
                <a:lnTo>
                  <a:pt x="8399119" y="530123"/>
                </a:lnTo>
                <a:lnTo>
                  <a:pt x="8397443" y="535101"/>
                </a:lnTo>
                <a:lnTo>
                  <a:pt x="8397608" y="537527"/>
                </a:lnTo>
                <a:lnTo>
                  <a:pt x="8399945" y="542239"/>
                </a:lnTo>
                <a:lnTo>
                  <a:pt x="8401774" y="543839"/>
                </a:lnTo>
                <a:lnTo>
                  <a:pt x="8406765" y="545528"/>
                </a:lnTo>
                <a:lnTo>
                  <a:pt x="8409191" y="545363"/>
                </a:lnTo>
                <a:lnTo>
                  <a:pt x="8413902" y="543026"/>
                </a:lnTo>
                <a:lnTo>
                  <a:pt x="8415502" y="541185"/>
                </a:lnTo>
                <a:lnTo>
                  <a:pt x="8417179" y="536206"/>
                </a:lnTo>
                <a:close/>
              </a:path>
              <a:path w="9475470" h="4709795">
                <a:moveTo>
                  <a:pt x="8426069" y="4176941"/>
                </a:moveTo>
                <a:lnTo>
                  <a:pt x="8424393" y="4171950"/>
                </a:lnTo>
                <a:lnTo>
                  <a:pt x="8422792" y="4170121"/>
                </a:lnTo>
                <a:lnTo>
                  <a:pt x="8418081" y="4167784"/>
                </a:lnTo>
                <a:lnTo>
                  <a:pt x="8415655" y="4167619"/>
                </a:lnTo>
                <a:lnTo>
                  <a:pt x="8410676" y="4169295"/>
                </a:lnTo>
                <a:lnTo>
                  <a:pt x="8408835" y="4170896"/>
                </a:lnTo>
                <a:lnTo>
                  <a:pt x="8406498" y="4175607"/>
                </a:lnTo>
                <a:lnTo>
                  <a:pt x="8406333" y="4178033"/>
                </a:lnTo>
                <a:lnTo>
                  <a:pt x="8408009" y="4183011"/>
                </a:lnTo>
                <a:lnTo>
                  <a:pt x="8409610" y="4184853"/>
                </a:lnTo>
                <a:lnTo>
                  <a:pt x="8414321" y="4187190"/>
                </a:lnTo>
                <a:lnTo>
                  <a:pt x="8416747" y="4187355"/>
                </a:lnTo>
                <a:lnTo>
                  <a:pt x="8421738" y="4185678"/>
                </a:lnTo>
                <a:lnTo>
                  <a:pt x="8423567" y="4184078"/>
                </a:lnTo>
                <a:lnTo>
                  <a:pt x="8425904" y="4179366"/>
                </a:lnTo>
                <a:lnTo>
                  <a:pt x="8426069" y="4176941"/>
                </a:lnTo>
                <a:close/>
              </a:path>
              <a:path w="9475470" h="4709795">
                <a:moveTo>
                  <a:pt x="8451317" y="519277"/>
                </a:moveTo>
                <a:lnTo>
                  <a:pt x="8451151" y="516851"/>
                </a:lnTo>
                <a:lnTo>
                  <a:pt x="8448815" y="512140"/>
                </a:lnTo>
                <a:lnTo>
                  <a:pt x="8446986" y="510540"/>
                </a:lnTo>
                <a:lnTo>
                  <a:pt x="8441995" y="508863"/>
                </a:lnTo>
                <a:lnTo>
                  <a:pt x="8439569" y="509028"/>
                </a:lnTo>
                <a:lnTo>
                  <a:pt x="8434857" y="511365"/>
                </a:lnTo>
                <a:lnTo>
                  <a:pt x="8433257" y="513194"/>
                </a:lnTo>
                <a:lnTo>
                  <a:pt x="8431581" y="518185"/>
                </a:lnTo>
                <a:lnTo>
                  <a:pt x="8431746" y="520611"/>
                </a:lnTo>
                <a:lnTo>
                  <a:pt x="8434083" y="525322"/>
                </a:lnTo>
                <a:lnTo>
                  <a:pt x="8435911" y="526910"/>
                </a:lnTo>
                <a:lnTo>
                  <a:pt x="8440903" y="528599"/>
                </a:lnTo>
                <a:lnTo>
                  <a:pt x="8443328" y="528434"/>
                </a:lnTo>
                <a:lnTo>
                  <a:pt x="8448040" y="526097"/>
                </a:lnTo>
                <a:lnTo>
                  <a:pt x="8449640" y="524268"/>
                </a:lnTo>
                <a:lnTo>
                  <a:pt x="8451317" y="519277"/>
                </a:lnTo>
                <a:close/>
              </a:path>
              <a:path w="9475470" h="4709795">
                <a:moveTo>
                  <a:pt x="8460194" y="4193883"/>
                </a:moveTo>
                <a:lnTo>
                  <a:pt x="8458517" y="4188891"/>
                </a:lnTo>
                <a:lnTo>
                  <a:pt x="8456930" y="4187063"/>
                </a:lnTo>
                <a:lnTo>
                  <a:pt x="8452206" y="4184726"/>
                </a:lnTo>
                <a:lnTo>
                  <a:pt x="8449780" y="4184561"/>
                </a:lnTo>
                <a:lnTo>
                  <a:pt x="8444801" y="4186237"/>
                </a:lnTo>
                <a:lnTo>
                  <a:pt x="8442973" y="4187837"/>
                </a:lnTo>
                <a:lnTo>
                  <a:pt x="8440636" y="4192549"/>
                </a:lnTo>
                <a:lnTo>
                  <a:pt x="8440471" y="4194975"/>
                </a:lnTo>
                <a:lnTo>
                  <a:pt x="8442147" y="4199953"/>
                </a:lnTo>
                <a:lnTo>
                  <a:pt x="8443735" y="4201795"/>
                </a:lnTo>
                <a:lnTo>
                  <a:pt x="8448459" y="4204131"/>
                </a:lnTo>
                <a:lnTo>
                  <a:pt x="8450872" y="4204297"/>
                </a:lnTo>
                <a:lnTo>
                  <a:pt x="8455863" y="4202620"/>
                </a:lnTo>
                <a:lnTo>
                  <a:pt x="8457692" y="4201020"/>
                </a:lnTo>
                <a:lnTo>
                  <a:pt x="8460029" y="4196308"/>
                </a:lnTo>
                <a:lnTo>
                  <a:pt x="8460194" y="4193883"/>
                </a:lnTo>
                <a:close/>
              </a:path>
              <a:path w="9475470" h="4709795">
                <a:moveTo>
                  <a:pt x="8485454" y="502348"/>
                </a:moveTo>
                <a:lnTo>
                  <a:pt x="8485289" y="499922"/>
                </a:lnTo>
                <a:lnTo>
                  <a:pt x="8482952" y="495211"/>
                </a:lnTo>
                <a:lnTo>
                  <a:pt x="8481123" y="493623"/>
                </a:lnTo>
                <a:lnTo>
                  <a:pt x="8476132" y="491934"/>
                </a:lnTo>
                <a:lnTo>
                  <a:pt x="8473707" y="492099"/>
                </a:lnTo>
                <a:lnTo>
                  <a:pt x="8468995" y="494436"/>
                </a:lnTo>
                <a:lnTo>
                  <a:pt x="8467395" y="496265"/>
                </a:lnTo>
                <a:lnTo>
                  <a:pt x="8465718" y="501256"/>
                </a:lnTo>
                <a:lnTo>
                  <a:pt x="8465883" y="503682"/>
                </a:lnTo>
                <a:lnTo>
                  <a:pt x="8468220" y="508393"/>
                </a:lnTo>
                <a:lnTo>
                  <a:pt x="8470049" y="509993"/>
                </a:lnTo>
                <a:lnTo>
                  <a:pt x="8475040" y="511670"/>
                </a:lnTo>
                <a:lnTo>
                  <a:pt x="8477453" y="511505"/>
                </a:lnTo>
                <a:lnTo>
                  <a:pt x="8482178" y="509168"/>
                </a:lnTo>
                <a:lnTo>
                  <a:pt x="8483778" y="507339"/>
                </a:lnTo>
                <a:lnTo>
                  <a:pt x="8485454" y="502348"/>
                </a:lnTo>
                <a:close/>
              </a:path>
              <a:path w="9475470" h="4709795">
                <a:moveTo>
                  <a:pt x="8494331" y="4210824"/>
                </a:moveTo>
                <a:lnTo>
                  <a:pt x="8492655" y="4205833"/>
                </a:lnTo>
                <a:lnTo>
                  <a:pt x="8491055" y="4204004"/>
                </a:lnTo>
                <a:lnTo>
                  <a:pt x="8486343" y="4201668"/>
                </a:lnTo>
                <a:lnTo>
                  <a:pt x="8483917" y="4201503"/>
                </a:lnTo>
                <a:lnTo>
                  <a:pt x="8478926" y="4203179"/>
                </a:lnTo>
                <a:lnTo>
                  <a:pt x="8477098" y="4204779"/>
                </a:lnTo>
                <a:lnTo>
                  <a:pt x="8474761" y="4209491"/>
                </a:lnTo>
                <a:lnTo>
                  <a:pt x="8474596" y="4211917"/>
                </a:lnTo>
                <a:lnTo>
                  <a:pt x="8476272" y="4216895"/>
                </a:lnTo>
                <a:lnTo>
                  <a:pt x="8477872" y="4218737"/>
                </a:lnTo>
                <a:lnTo>
                  <a:pt x="8482584" y="4221073"/>
                </a:lnTo>
                <a:lnTo>
                  <a:pt x="8485010" y="4221238"/>
                </a:lnTo>
                <a:lnTo>
                  <a:pt x="8489988" y="4219562"/>
                </a:lnTo>
                <a:lnTo>
                  <a:pt x="8491830" y="4217962"/>
                </a:lnTo>
                <a:lnTo>
                  <a:pt x="8494166" y="4213250"/>
                </a:lnTo>
                <a:lnTo>
                  <a:pt x="8494331" y="4210824"/>
                </a:lnTo>
                <a:close/>
              </a:path>
              <a:path w="9475470" h="4709795">
                <a:moveTo>
                  <a:pt x="8519592" y="485432"/>
                </a:moveTo>
                <a:lnTo>
                  <a:pt x="8519427" y="483006"/>
                </a:lnTo>
                <a:lnTo>
                  <a:pt x="8517090" y="478294"/>
                </a:lnTo>
                <a:lnTo>
                  <a:pt x="8515261" y="476694"/>
                </a:lnTo>
                <a:lnTo>
                  <a:pt x="8510270" y="475005"/>
                </a:lnTo>
                <a:lnTo>
                  <a:pt x="8507844" y="475170"/>
                </a:lnTo>
                <a:lnTo>
                  <a:pt x="8503133" y="477507"/>
                </a:lnTo>
                <a:lnTo>
                  <a:pt x="8501532" y="479348"/>
                </a:lnTo>
                <a:lnTo>
                  <a:pt x="8499856" y="484327"/>
                </a:lnTo>
                <a:lnTo>
                  <a:pt x="8500021" y="486752"/>
                </a:lnTo>
                <a:lnTo>
                  <a:pt x="8502358" y="491464"/>
                </a:lnTo>
                <a:lnTo>
                  <a:pt x="8504187" y="493064"/>
                </a:lnTo>
                <a:lnTo>
                  <a:pt x="8509165" y="494741"/>
                </a:lnTo>
                <a:lnTo>
                  <a:pt x="8511591" y="494576"/>
                </a:lnTo>
                <a:lnTo>
                  <a:pt x="8516302" y="492239"/>
                </a:lnTo>
                <a:lnTo>
                  <a:pt x="8517903" y="490410"/>
                </a:lnTo>
                <a:lnTo>
                  <a:pt x="8519592" y="485432"/>
                </a:lnTo>
                <a:close/>
              </a:path>
              <a:path w="9475470" h="4709795">
                <a:moveTo>
                  <a:pt x="8528456" y="4227766"/>
                </a:moveTo>
                <a:lnTo>
                  <a:pt x="8526780" y="4222775"/>
                </a:lnTo>
                <a:lnTo>
                  <a:pt x="8525180" y="4220946"/>
                </a:lnTo>
                <a:lnTo>
                  <a:pt x="8520468" y="4218610"/>
                </a:lnTo>
                <a:lnTo>
                  <a:pt x="8518042" y="4218444"/>
                </a:lnTo>
                <a:lnTo>
                  <a:pt x="8513051" y="4220121"/>
                </a:lnTo>
                <a:lnTo>
                  <a:pt x="8511222" y="4221721"/>
                </a:lnTo>
                <a:lnTo>
                  <a:pt x="8508886" y="4226433"/>
                </a:lnTo>
                <a:lnTo>
                  <a:pt x="8508721" y="4228858"/>
                </a:lnTo>
                <a:lnTo>
                  <a:pt x="8510397" y="4233837"/>
                </a:lnTo>
                <a:lnTo>
                  <a:pt x="8511997" y="4235666"/>
                </a:lnTo>
                <a:lnTo>
                  <a:pt x="8516709" y="4238015"/>
                </a:lnTo>
                <a:lnTo>
                  <a:pt x="8519135" y="4238180"/>
                </a:lnTo>
                <a:lnTo>
                  <a:pt x="8524126" y="4236504"/>
                </a:lnTo>
                <a:lnTo>
                  <a:pt x="8525954" y="4234904"/>
                </a:lnTo>
                <a:lnTo>
                  <a:pt x="8528291" y="4230192"/>
                </a:lnTo>
                <a:lnTo>
                  <a:pt x="8528456" y="4227766"/>
                </a:lnTo>
                <a:close/>
              </a:path>
              <a:path w="9475470" h="4709795">
                <a:moveTo>
                  <a:pt x="8553729" y="468503"/>
                </a:moveTo>
                <a:lnTo>
                  <a:pt x="8553564" y="466077"/>
                </a:lnTo>
                <a:lnTo>
                  <a:pt x="8551227" y="461365"/>
                </a:lnTo>
                <a:lnTo>
                  <a:pt x="8549386" y="459765"/>
                </a:lnTo>
                <a:lnTo>
                  <a:pt x="8544408" y="458089"/>
                </a:lnTo>
                <a:lnTo>
                  <a:pt x="8541982" y="458254"/>
                </a:lnTo>
                <a:lnTo>
                  <a:pt x="8537270" y="460590"/>
                </a:lnTo>
                <a:lnTo>
                  <a:pt x="8535670" y="462419"/>
                </a:lnTo>
                <a:lnTo>
                  <a:pt x="8533994" y="467398"/>
                </a:lnTo>
                <a:lnTo>
                  <a:pt x="8534159" y="469823"/>
                </a:lnTo>
                <a:lnTo>
                  <a:pt x="8536495" y="474535"/>
                </a:lnTo>
                <a:lnTo>
                  <a:pt x="8538324" y="476135"/>
                </a:lnTo>
                <a:lnTo>
                  <a:pt x="8543303" y="477824"/>
                </a:lnTo>
                <a:lnTo>
                  <a:pt x="8545728" y="477659"/>
                </a:lnTo>
                <a:lnTo>
                  <a:pt x="8550440" y="475322"/>
                </a:lnTo>
                <a:lnTo>
                  <a:pt x="8552040" y="473481"/>
                </a:lnTo>
                <a:lnTo>
                  <a:pt x="8553729" y="468503"/>
                </a:lnTo>
                <a:close/>
              </a:path>
              <a:path w="9475470" h="4709795">
                <a:moveTo>
                  <a:pt x="8562581" y="4244708"/>
                </a:moveTo>
                <a:lnTo>
                  <a:pt x="8560905" y="4239717"/>
                </a:lnTo>
                <a:lnTo>
                  <a:pt x="8559305" y="4237888"/>
                </a:lnTo>
                <a:lnTo>
                  <a:pt x="8554593" y="4235551"/>
                </a:lnTo>
                <a:lnTo>
                  <a:pt x="8552167" y="4235386"/>
                </a:lnTo>
                <a:lnTo>
                  <a:pt x="8547189" y="4237063"/>
                </a:lnTo>
                <a:lnTo>
                  <a:pt x="8545360" y="4238663"/>
                </a:lnTo>
                <a:lnTo>
                  <a:pt x="8543011" y="4243375"/>
                </a:lnTo>
                <a:lnTo>
                  <a:pt x="8542845" y="4245800"/>
                </a:lnTo>
                <a:lnTo>
                  <a:pt x="8544522" y="4250779"/>
                </a:lnTo>
                <a:lnTo>
                  <a:pt x="8546122" y="4252607"/>
                </a:lnTo>
                <a:lnTo>
                  <a:pt x="8550834" y="4254957"/>
                </a:lnTo>
                <a:lnTo>
                  <a:pt x="8553259" y="4255122"/>
                </a:lnTo>
                <a:lnTo>
                  <a:pt x="8558251" y="4253446"/>
                </a:lnTo>
                <a:lnTo>
                  <a:pt x="8560079" y="4251845"/>
                </a:lnTo>
                <a:lnTo>
                  <a:pt x="8562416" y="4247134"/>
                </a:lnTo>
                <a:lnTo>
                  <a:pt x="8562581" y="4244708"/>
                </a:lnTo>
                <a:close/>
              </a:path>
              <a:path w="9475470" h="4709795">
                <a:moveTo>
                  <a:pt x="8587854" y="451573"/>
                </a:moveTo>
                <a:lnTo>
                  <a:pt x="8587702" y="449148"/>
                </a:lnTo>
                <a:lnTo>
                  <a:pt x="8585365" y="444436"/>
                </a:lnTo>
                <a:lnTo>
                  <a:pt x="8583524" y="442836"/>
                </a:lnTo>
                <a:lnTo>
                  <a:pt x="8578545" y="441159"/>
                </a:lnTo>
                <a:lnTo>
                  <a:pt x="8576119" y="441325"/>
                </a:lnTo>
                <a:lnTo>
                  <a:pt x="8571408" y="443661"/>
                </a:lnTo>
                <a:lnTo>
                  <a:pt x="8569808" y="445490"/>
                </a:lnTo>
                <a:lnTo>
                  <a:pt x="8568118" y="450481"/>
                </a:lnTo>
                <a:lnTo>
                  <a:pt x="8568284" y="452907"/>
                </a:lnTo>
                <a:lnTo>
                  <a:pt x="8570620" y="457619"/>
                </a:lnTo>
                <a:lnTo>
                  <a:pt x="8572462" y="459206"/>
                </a:lnTo>
                <a:lnTo>
                  <a:pt x="8577440" y="460895"/>
                </a:lnTo>
                <a:lnTo>
                  <a:pt x="8579866" y="460730"/>
                </a:lnTo>
                <a:lnTo>
                  <a:pt x="8584578" y="458393"/>
                </a:lnTo>
                <a:lnTo>
                  <a:pt x="8586178" y="456565"/>
                </a:lnTo>
                <a:lnTo>
                  <a:pt x="8587854" y="451573"/>
                </a:lnTo>
                <a:close/>
              </a:path>
              <a:path w="9475470" h="4709795">
                <a:moveTo>
                  <a:pt x="8596719" y="4261650"/>
                </a:moveTo>
                <a:lnTo>
                  <a:pt x="8595030" y="4256659"/>
                </a:lnTo>
                <a:lnTo>
                  <a:pt x="8593442" y="4254830"/>
                </a:lnTo>
                <a:lnTo>
                  <a:pt x="8588718" y="4252493"/>
                </a:lnTo>
                <a:lnTo>
                  <a:pt x="8586292" y="4252328"/>
                </a:lnTo>
                <a:lnTo>
                  <a:pt x="8581314" y="4254004"/>
                </a:lnTo>
                <a:lnTo>
                  <a:pt x="8579485" y="4255605"/>
                </a:lnTo>
                <a:lnTo>
                  <a:pt x="8577148" y="4260316"/>
                </a:lnTo>
                <a:lnTo>
                  <a:pt x="8576983" y="4262742"/>
                </a:lnTo>
                <a:lnTo>
                  <a:pt x="8578659" y="4267720"/>
                </a:lnTo>
                <a:lnTo>
                  <a:pt x="8580247" y="4269549"/>
                </a:lnTo>
                <a:lnTo>
                  <a:pt x="8584971" y="4271899"/>
                </a:lnTo>
                <a:lnTo>
                  <a:pt x="8587397" y="4272064"/>
                </a:lnTo>
                <a:lnTo>
                  <a:pt x="8592375" y="4270387"/>
                </a:lnTo>
                <a:lnTo>
                  <a:pt x="8594204" y="4268787"/>
                </a:lnTo>
                <a:lnTo>
                  <a:pt x="8596554" y="4264076"/>
                </a:lnTo>
                <a:lnTo>
                  <a:pt x="8596719" y="4261650"/>
                </a:lnTo>
                <a:close/>
              </a:path>
              <a:path w="9475470" h="4709795">
                <a:moveTo>
                  <a:pt x="8621992" y="434644"/>
                </a:moveTo>
                <a:lnTo>
                  <a:pt x="8621827" y="432219"/>
                </a:lnTo>
                <a:lnTo>
                  <a:pt x="8619490" y="427507"/>
                </a:lnTo>
                <a:lnTo>
                  <a:pt x="8617661" y="425907"/>
                </a:lnTo>
                <a:lnTo>
                  <a:pt x="8612683" y="424230"/>
                </a:lnTo>
                <a:lnTo>
                  <a:pt x="8610257" y="424395"/>
                </a:lnTo>
                <a:lnTo>
                  <a:pt x="8605545" y="426732"/>
                </a:lnTo>
                <a:lnTo>
                  <a:pt x="8603945" y="428561"/>
                </a:lnTo>
                <a:lnTo>
                  <a:pt x="8602256" y="433552"/>
                </a:lnTo>
                <a:lnTo>
                  <a:pt x="8602421" y="435978"/>
                </a:lnTo>
                <a:lnTo>
                  <a:pt x="8604758" y="440690"/>
                </a:lnTo>
                <a:lnTo>
                  <a:pt x="8606587" y="442290"/>
                </a:lnTo>
                <a:lnTo>
                  <a:pt x="8611578" y="443966"/>
                </a:lnTo>
                <a:lnTo>
                  <a:pt x="8614004" y="443801"/>
                </a:lnTo>
                <a:lnTo>
                  <a:pt x="8618715" y="441464"/>
                </a:lnTo>
                <a:lnTo>
                  <a:pt x="8620315" y="439635"/>
                </a:lnTo>
                <a:lnTo>
                  <a:pt x="8621992" y="434644"/>
                </a:lnTo>
                <a:close/>
              </a:path>
              <a:path w="9475470" h="4709795">
                <a:moveTo>
                  <a:pt x="8630844" y="4278592"/>
                </a:moveTo>
                <a:lnTo>
                  <a:pt x="8629167" y="4273601"/>
                </a:lnTo>
                <a:lnTo>
                  <a:pt x="8627567" y="4271772"/>
                </a:lnTo>
                <a:lnTo>
                  <a:pt x="8622855" y="4269435"/>
                </a:lnTo>
                <a:lnTo>
                  <a:pt x="8620430" y="4269270"/>
                </a:lnTo>
                <a:lnTo>
                  <a:pt x="8615439" y="4270946"/>
                </a:lnTo>
                <a:lnTo>
                  <a:pt x="8613610" y="4272546"/>
                </a:lnTo>
                <a:lnTo>
                  <a:pt x="8611273" y="4277258"/>
                </a:lnTo>
                <a:lnTo>
                  <a:pt x="8611108" y="4279684"/>
                </a:lnTo>
                <a:lnTo>
                  <a:pt x="8612784" y="4284662"/>
                </a:lnTo>
                <a:lnTo>
                  <a:pt x="8614385" y="4286491"/>
                </a:lnTo>
                <a:lnTo>
                  <a:pt x="8619096" y="4288841"/>
                </a:lnTo>
                <a:lnTo>
                  <a:pt x="8621522" y="4289006"/>
                </a:lnTo>
                <a:lnTo>
                  <a:pt x="8626500" y="4287329"/>
                </a:lnTo>
                <a:lnTo>
                  <a:pt x="8628342" y="4285729"/>
                </a:lnTo>
                <a:lnTo>
                  <a:pt x="8630679" y="4281017"/>
                </a:lnTo>
                <a:lnTo>
                  <a:pt x="8630844" y="4278592"/>
                </a:lnTo>
                <a:close/>
              </a:path>
              <a:path w="9475470" h="4709795">
                <a:moveTo>
                  <a:pt x="8656129" y="417728"/>
                </a:moveTo>
                <a:lnTo>
                  <a:pt x="8655964" y="415302"/>
                </a:lnTo>
                <a:lnTo>
                  <a:pt x="8653628" y="410591"/>
                </a:lnTo>
                <a:lnTo>
                  <a:pt x="8651799" y="408990"/>
                </a:lnTo>
                <a:lnTo>
                  <a:pt x="8646820" y="407301"/>
                </a:lnTo>
                <a:lnTo>
                  <a:pt x="8644395" y="407466"/>
                </a:lnTo>
                <a:lnTo>
                  <a:pt x="8639670" y="409803"/>
                </a:lnTo>
                <a:lnTo>
                  <a:pt x="8638083" y="411645"/>
                </a:lnTo>
                <a:lnTo>
                  <a:pt x="8636394" y="416623"/>
                </a:lnTo>
                <a:lnTo>
                  <a:pt x="8636559" y="419049"/>
                </a:lnTo>
                <a:lnTo>
                  <a:pt x="8638896" y="423760"/>
                </a:lnTo>
                <a:lnTo>
                  <a:pt x="8640724" y="425361"/>
                </a:lnTo>
                <a:lnTo>
                  <a:pt x="8645715" y="427037"/>
                </a:lnTo>
                <a:lnTo>
                  <a:pt x="8648141" y="426872"/>
                </a:lnTo>
                <a:lnTo>
                  <a:pt x="8652853" y="424535"/>
                </a:lnTo>
                <a:lnTo>
                  <a:pt x="8654453" y="422706"/>
                </a:lnTo>
                <a:lnTo>
                  <a:pt x="8656129" y="417728"/>
                </a:lnTo>
                <a:close/>
              </a:path>
              <a:path w="9475470" h="4709795">
                <a:moveTo>
                  <a:pt x="8664969" y="4295533"/>
                </a:moveTo>
                <a:lnTo>
                  <a:pt x="8663292" y="4290542"/>
                </a:lnTo>
                <a:lnTo>
                  <a:pt x="8661692" y="4288714"/>
                </a:lnTo>
                <a:lnTo>
                  <a:pt x="8656980" y="4286377"/>
                </a:lnTo>
                <a:lnTo>
                  <a:pt x="8654555" y="4286212"/>
                </a:lnTo>
                <a:lnTo>
                  <a:pt x="8649564" y="4287888"/>
                </a:lnTo>
                <a:lnTo>
                  <a:pt x="8647735" y="4289488"/>
                </a:lnTo>
                <a:lnTo>
                  <a:pt x="8645398" y="4294200"/>
                </a:lnTo>
                <a:lnTo>
                  <a:pt x="8645233" y="4296626"/>
                </a:lnTo>
                <a:lnTo>
                  <a:pt x="8646909" y="4301604"/>
                </a:lnTo>
                <a:lnTo>
                  <a:pt x="8648509" y="4303433"/>
                </a:lnTo>
                <a:lnTo>
                  <a:pt x="8653221" y="4305782"/>
                </a:lnTo>
                <a:lnTo>
                  <a:pt x="8655647" y="4305947"/>
                </a:lnTo>
                <a:lnTo>
                  <a:pt x="8660638" y="4304271"/>
                </a:lnTo>
                <a:lnTo>
                  <a:pt x="8662467" y="4302671"/>
                </a:lnTo>
                <a:lnTo>
                  <a:pt x="8664804" y="4297959"/>
                </a:lnTo>
                <a:lnTo>
                  <a:pt x="8664969" y="4295533"/>
                </a:lnTo>
                <a:close/>
              </a:path>
              <a:path w="9475470" h="4709795">
                <a:moveTo>
                  <a:pt x="8690267" y="400799"/>
                </a:moveTo>
                <a:lnTo>
                  <a:pt x="8690102" y="398373"/>
                </a:lnTo>
                <a:lnTo>
                  <a:pt x="8687765" y="393661"/>
                </a:lnTo>
                <a:lnTo>
                  <a:pt x="8685936" y="392061"/>
                </a:lnTo>
                <a:lnTo>
                  <a:pt x="8680945" y="390385"/>
                </a:lnTo>
                <a:lnTo>
                  <a:pt x="8678532" y="390550"/>
                </a:lnTo>
                <a:lnTo>
                  <a:pt x="8673808" y="392887"/>
                </a:lnTo>
                <a:lnTo>
                  <a:pt x="8672208" y="394716"/>
                </a:lnTo>
                <a:lnTo>
                  <a:pt x="8670531" y="399694"/>
                </a:lnTo>
                <a:lnTo>
                  <a:pt x="8670696" y="402120"/>
                </a:lnTo>
                <a:lnTo>
                  <a:pt x="8673033" y="406831"/>
                </a:lnTo>
                <a:lnTo>
                  <a:pt x="8674862" y="408432"/>
                </a:lnTo>
                <a:lnTo>
                  <a:pt x="8679853" y="410108"/>
                </a:lnTo>
                <a:lnTo>
                  <a:pt x="8682279" y="409956"/>
                </a:lnTo>
                <a:lnTo>
                  <a:pt x="8686990" y="407606"/>
                </a:lnTo>
                <a:lnTo>
                  <a:pt x="8688591" y="405777"/>
                </a:lnTo>
                <a:lnTo>
                  <a:pt x="8690267" y="400799"/>
                </a:lnTo>
                <a:close/>
              </a:path>
              <a:path w="9475470" h="4709795">
                <a:moveTo>
                  <a:pt x="8699094" y="4312475"/>
                </a:moveTo>
                <a:lnTo>
                  <a:pt x="8697417" y="4307484"/>
                </a:lnTo>
                <a:lnTo>
                  <a:pt x="8695817" y="4305655"/>
                </a:lnTo>
                <a:lnTo>
                  <a:pt x="8691105" y="4303319"/>
                </a:lnTo>
                <a:lnTo>
                  <a:pt x="8688680" y="4303153"/>
                </a:lnTo>
                <a:lnTo>
                  <a:pt x="8683701" y="4304830"/>
                </a:lnTo>
                <a:lnTo>
                  <a:pt x="8681872" y="4306430"/>
                </a:lnTo>
                <a:lnTo>
                  <a:pt x="8679523" y="4311142"/>
                </a:lnTo>
                <a:lnTo>
                  <a:pt x="8679358" y="4313567"/>
                </a:lnTo>
                <a:lnTo>
                  <a:pt x="8681034" y="4318546"/>
                </a:lnTo>
                <a:lnTo>
                  <a:pt x="8682634" y="4320375"/>
                </a:lnTo>
                <a:lnTo>
                  <a:pt x="8687346" y="4322724"/>
                </a:lnTo>
                <a:lnTo>
                  <a:pt x="8689772" y="4322889"/>
                </a:lnTo>
                <a:lnTo>
                  <a:pt x="8694763" y="4321213"/>
                </a:lnTo>
                <a:lnTo>
                  <a:pt x="8696592" y="4319613"/>
                </a:lnTo>
                <a:lnTo>
                  <a:pt x="8698928" y="4314901"/>
                </a:lnTo>
                <a:lnTo>
                  <a:pt x="8699094" y="4312475"/>
                </a:lnTo>
                <a:close/>
              </a:path>
              <a:path w="9475470" h="4709795">
                <a:moveTo>
                  <a:pt x="8724405" y="383870"/>
                </a:moveTo>
                <a:lnTo>
                  <a:pt x="8724240" y="381444"/>
                </a:lnTo>
                <a:lnTo>
                  <a:pt x="8721903" y="376732"/>
                </a:lnTo>
                <a:lnTo>
                  <a:pt x="8720074" y="375132"/>
                </a:lnTo>
                <a:lnTo>
                  <a:pt x="8715083" y="373456"/>
                </a:lnTo>
                <a:lnTo>
                  <a:pt x="8712657" y="373621"/>
                </a:lnTo>
                <a:lnTo>
                  <a:pt x="8707945" y="375958"/>
                </a:lnTo>
                <a:lnTo>
                  <a:pt x="8706345" y="377786"/>
                </a:lnTo>
                <a:lnTo>
                  <a:pt x="8704669" y="382778"/>
                </a:lnTo>
                <a:lnTo>
                  <a:pt x="8704834" y="385191"/>
                </a:lnTo>
                <a:lnTo>
                  <a:pt x="8707171" y="389915"/>
                </a:lnTo>
                <a:lnTo>
                  <a:pt x="8709000" y="391502"/>
                </a:lnTo>
                <a:lnTo>
                  <a:pt x="8713991" y="393192"/>
                </a:lnTo>
                <a:lnTo>
                  <a:pt x="8716416" y="393026"/>
                </a:lnTo>
                <a:lnTo>
                  <a:pt x="8721128" y="390690"/>
                </a:lnTo>
                <a:lnTo>
                  <a:pt x="8722728" y="388861"/>
                </a:lnTo>
                <a:lnTo>
                  <a:pt x="8724405" y="383870"/>
                </a:lnTo>
                <a:close/>
              </a:path>
              <a:path w="9475470" h="4709795">
                <a:moveTo>
                  <a:pt x="8733231" y="4329417"/>
                </a:moveTo>
                <a:lnTo>
                  <a:pt x="8731542" y="4324426"/>
                </a:lnTo>
                <a:lnTo>
                  <a:pt x="8729955" y="4322597"/>
                </a:lnTo>
                <a:lnTo>
                  <a:pt x="8725243" y="4320260"/>
                </a:lnTo>
                <a:lnTo>
                  <a:pt x="8722817" y="4320095"/>
                </a:lnTo>
                <a:lnTo>
                  <a:pt x="8717826" y="4321772"/>
                </a:lnTo>
                <a:lnTo>
                  <a:pt x="8715997" y="4323372"/>
                </a:lnTo>
                <a:lnTo>
                  <a:pt x="8713660" y="4328084"/>
                </a:lnTo>
                <a:lnTo>
                  <a:pt x="8713495" y="4330509"/>
                </a:lnTo>
                <a:lnTo>
                  <a:pt x="8715172" y="4335488"/>
                </a:lnTo>
                <a:lnTo>
                  <a:pt x="8716772" y="4337316"/>
                </a:lnTo>
                <a:lnTo>
                  <a:pt x="8721484" y="4339666"/>
                </a:lnTo>
                <a:lnTo>
                  <a:pt x="8723909" y="4339831"/>
                </a:lnTo>
                <a:lnTo>
                  <a:pt x="8728888" y="4338142"/>
                </a:lnTo>
                <a:lnTo>
                  <a:pt x="8730717" y="4336554"/>
                </a:lnTo>
                <a:lnTo>
                  <a:pt x="8733066" y="4331843"/>
                </a:lnTo>
                <a:lnTo>
                  <a:pt x="8733231" y="4329417"/>
                </a:lnTo>
                <a:close/>
              </a:path>
              <a:path w="9475470" h="4709795">
                <a:moveTo>
                  <a:pt x="8758542" y="366941"/>
                </a:moveTo>
                <a:lnTo>
                  <a:pt x="8758377" y="364515"/>
                </a:lnTo>
                <a:lnTo>
                  <a:pt x="8756040" y="359803"/>
                </a:lnTo>
                <a:lnTo>
                  <a:pt x="8754212" y="358203"/>
                </a:lnTo>
                <a:lnTo>
                  <a:pt x="8749220" y="356527"/>
                </a:lnTo>
                <a:lnTo>
                  <a:pt x="8746795" y="356692"/>
                </a:lnTo>
                <a:lnTo>
                  <a:pt x="8742083" y="359029"/>
                </a:lnTo>
                <a:lnTo>
                  <a:pt x="8740483" y="360857"/>
                </a:lnTo>
                <a:lnTo>
                  <a:pt x="8738806" y="365848"/>
                </a:lnTo>
                <a:lnTo>
                  <a:pt x="8738972" y="368274"/>
                </a:lnTo>
                <a:lnTo>
                  <a:pt x="8741308" y="372986"/>
                </a:lnTo>
                <a:lnTo>
                  <a:pt x="8743137" y="374586"/>
                </a:lnTo>
                <a:lnTo>
                  <a:pt x="8748116" y="376262"/>
                </a:lnTo>
                <a:lnTo>
                  <a:pt x="8750541" y="376097"/>
                </a:lnTo>
                <a:lnTo>
                  <a:pt x="8755266" y="373761"/>
                </a:lnTo>
                <a:lnTo>
                  <a:pt x="8756853" y="371932"/>
                </a:lnTo>
                <a:lnTo>
                  <a:pt x="8758542" y="366941"/>
                </a:lnTo>
                <a:close/>
              </a:path>
              <a:path w="9475470" h="4709795">
                <a:moveTo>
                  <a:pt x="8767356" y="4346359"/>
                </a:moveTo>
                <a:lnTo>
                  <a:pt x="8765680" y="4341368"/>
                </a:lnTo>
                <a:lnTo>
                  <a:pt x="8764079" y="4339539"/>
                </a:lnTo>
                <a:lnTo>
                  <a:pt x="8759368" y="4337202"/>
                </a:lnTo>
                <a:lnTo>
                  <a:pt x="8756942" y="4337037"/>
                </a:lnTo>
                <a:lnTo>
                  <a:pt x="8751951" y="4338713"/>
                </a:lnTo>
                <a:lnTo>
                  <a:pt x="8750122" y="4340314"/>
                </a:lnTo>
                <a:lnTo>
                  <a:pt x="8747785" y="4345025"/>
                </a:lnTo>
                <a:lnTo>
                  <a:pt x="8747620" y="4347451"/>
                </a:lnTo>
                <a:lnTo>
                  <a:pt x="8749297" y="4352429"/>
                </a:lnTo>
                <a:lnTo>
                  <a:pt x="8750897" y="4354258"/>
                </a:lnTo>
                <a:lnTo>
                  <a:pt x="8755609" y="4356608"/>
                </a:lnTo>
                <a:lnTo>
                  <a:pt x="8758034" y="4356773"/>
                </a:lnTo>
                <a:lnTo>
                  <a:pt x="8763013" y="4355084"/>
                </a:lnTo>
                <a:lnTo>
                  <a:pt x="8764854" y="4353496"/>
                </a:lnTo>
                <a:lnTo>
                  <a:pt x="8767191" y="4348785"/>
                </a:lnTo>
                <a:lnTo>
                  <a:pt x="8767356" y="4346359"/>
                </a:lnTo>
                <a:close/>
              </a:path>
              <a:path w="9475470" h="4709795">
                <a:moveTo>
                  <a:pt x="8792680" y="350024"/>
                </a:moveTo>
                <a:lnTo>
                  <a:pt x="8792515" y="347599"/>
                </a:lnTo>
                <a:lnTo>
                  <a:pt x="8790178" y="342874"/>
                </a:lnTo>
                <a:lnTo>
                  <a:pt x="8788349" y="341287"/>
                </a:lnTo>
                <a:lnTo>
                  <a:pt x="8783358" y="339598"/>
                </a:lnTo>
                <a:lnTo>
                  <a:pt x="8780932" y="339763"/>
                </a:lnTo>
                <a:lnTo>
                  <a:pt x="8776221" y="342099"/>
                </a:lnTo>
                <a:lnTo>
                  <a:pt x="8774620" y="343941"/>
                </a:lnTo>
                <a:lnTo>
                  <a:pt x="8772944" y="348919"/>
                </a:lnTo>
                <a:lnTo>
                  <a:pt x="8773109" y="351345"/>
                </a:lnTo>
                <a:lnTo>
                  <a:pt x="8775446" y="356057"/>
                </a:lnTo>
                <a:lnTo>
                  <a:pt x="8777275" y="357657"/>
                </a:lnTo>
                <a:lnTo>
                  <a:pt x="8782253" y="359333"/>
                </a:lnTo>
                <a:lnTo>
                  <a:pt x="8784679" y="359168"/>
                </a:lnTo>
                <a:lnTo>
                  <a:pt x="8789403" y="356831"/>
                </a:lnTo>
                <a:lnTo>
                  <a:pt x="8790991" y="355003"/>
                </a:lnTo>
                <a:lnTo>
                  <a:pt x="8792680" y="350024"/>
                </a:lnTo>
                <a:close/>
              </a:path>
              <a:path w="9475470" h="4709795">
                <a:moveTo>
                  <a:pt x="8801481" y="4363301"/>
                </a:moveTo>
                <a:lnTo>
                  <a:pt x="8799805" y="4358310"/>
                </a:lnTo>
                <a:lnTo>
                  <a:pt x="8798204" y="4356481"/>
                </a:lnTo>
                <a:lnTo>
                  <a:pt x="8793493" y="4354144"/>
                </a:lnTo>
                <a:lnTo>
                  <a:pt x="8791067" y="4353979"/>
                </a:lnTo>
                <a:lnTo>
                  <a:pt x="8786089" y="4355655"/>
                </a:lnTo>
                <a:lnTo>
                  <a:pt x="8784247" y="4357255"/>
                </a:lnTo>
                <a:lnTo>
                  <a:pt x="8781910" y="4361967"/>
                </a:lnTo>
                <a:lnTo>
                  <a:pt x="8781745" y="4364393"/>
                </a:lnTo>
                <a:lnTo>
                  <a:pt x="8783422" y="4369371"/>
                </a:lnTo>
                <a:lnTo>
                  <a:pt x="8785022" y="4371200"/>
                </a:lnTo>
                <a:lnTo>
                  <a:pt x="8789733" y="4373550"/>
                </a:lnTo>
                <a:lnTo>
                  <a:pt x="8792159" y="4373715"/>
                </a:lnTo>
                <a:lnTo>
                  <a:pt x="8797150" y="4372026"/>
                </a:lnTo>
                <a:lnTo>
                  <a:pt x="8798979" y="4370438"/>
                </a:lnTo>
                <a:lnTo>
                  <a:pt x="8801316" y="4365726"/>
                </a:lnTo>
                <a:lnTo>
                  <a:pt x="8801481" y="4363301"/>
                </a:lnTo>
                <a:close/>
              </a:path>
              <a:path w="9475470" h="4709795">
                <a:moveTo>
                  <a:pt x="8826805" y="333095"/>
                </a:moveTo>
                <a:lnTo>
                  <a:pt x="8826652" y="330669"/>
                </a:lnTo>
                <a:lnTo>
                  <a:pt x="8824316" y="325958"/>
                </a:lnTo>
                <a:lnTo>
                  <a:pt x="8822474" y="324358"/>
                </a:lnTo>
                <a:lnTo>
                  <a:pt x="8817496" y="322681"/>
                </a:lnTo>
                <a:lnTo>
                  <a:pt x="8815070" y="322846"/>
                </a:lnTo>
                <a:lnTo>
                  <a:pt x="8810358" y="325183"/>
                </a:lnTo>
                <a:lnTo>
                  <a:pt x="8808758" y="327012"/>
                </a:lnTo>
                <a:lnTo>
                  <a:pt x="8807082" y="331990"/>
                </a:lnTo>
                <a:lnTo>
                  <a:pt x="8807247" y="334416"/>
                </a:lnTo>
                <a:lnTo>
                  <a:pt x="8809584" y="339128"/>
                </a:lnTo>
                <a:lnTo>
                  <a:pt x="8811412" y="340728"/>
                </a:lnTo>
                <a:lnTo>
                  <a:pt x="8816391" y="342404"/>
                </a:lnTo>
                <a:lnTo>
                  <a:pt x="8818816" y="342239"/>
                </a:lnTo>
                <a:lnTo>
                  <a:pt x="8823528" y="339902"/>
                </a:lnTo>
                <a:lnTo>
                  <a:pt x="8825128" y="338074"/>
                </a:lnTo>
                <a:lnTo>
                  <a:pt x="8826805" y="333095"/>
                </a:lnTo>
                <a:close/>
              </a:path>
              <a:path w="9475470" h="4709795">
                <a:moveTo>
                  <a:pt x="8835606" y="4380242"/>
                </a:moveTo>
                <a:lnTo>
                  <a:pt x="8833929" y="4375251"/>
                </a:lnTo>
                <a:lnTo>
                  <a:pt x="8832329" y="4373423"/>
                </a:lnTo>
                <a:lnTo>
                  <a:pt x="8827618" y="4371086"/>
                </a:lnTo>
                <a:lnTo>
                  <a:pt x="8825192" y="4370921"/>
                </a:lnTo>
                <a:lnTo>
                  <a:pt x="8820213" y="4372597"/>
                </a:lnTo>
                <a:lnTo>
                  <a:pt x="8818385" y="4374197"/>
                </a:lnTo>
                <a:lnTo>
                  <a:pt x="8816035" y="4378909"/>
                </a:lnTo>
                <a:lnTo>
                  <a:pt x="8815870" y="4381335"/>
                </a:lnTo>
                <a:lnTo>
                  <a:pt x="8817559" y="4386313"/>
                </a:lnTo>
                <a:lnTo>
                  <a:pt x="8819147" y="4388142"/>
                </a:lnTo>
                <a:lnTo>
                  <a:pt x="8823858" y="4390491"/>
                </a:lnTo>
                <a:lnTo>
                  <a:pt x="8826284" y="4390656"/>
                </a:lnTo>
                <a:lnTo>
                  <a:pt x="8831275" y="4388967"/>
                </a:lnTo>
                <a:lnTo>
                  <a:pt x="8833104" y="4387380"/>
                </a:lnTo>
                <a:lnTo>
                  <a:pt x="8835441" y="4382668"/>
                </a:lnTo>
                <a:lnTo>
                  <a:pt x="8835606" y="4380242"/>
                </a:lnTo>
                <a:close/>
              </a:path>
              <a:path w="9475470" h="4709795">
                <a:moveTo>
                  <a:pt x="8860942" y="316166"/>
                </a:moveTo>
                <a:lnTo>
                  <a:pt x="8860777" y="313740"/>
                </a:lnTo>
                <a:lnTo>
                  <a:pt x="8858440" y="309029"/>
                </a:lnTo>
                <a:lnTo>
                  <a:pt x="8856612" y="307428"/>
                </a:lnTo>
                <a:lnTo>
                  <a:pt x="8851633" y="305752"/>
                </a:lnTo>
                <a:lnTo>
                  <a:pt x="8849208" y="305917"/>
                </a:lnTo>
                <a:lnTo>
                  <a:pt x="8844496" y="308254"/>
                </a:lnTo>
                <a:lnTo>
                  <a:pt x="8842896" y="310083"/>
                </a:lnTo>
                <a:lnTo>
                  <a:pt x="8841207" y="315074"/>
                </a:lnTo>
                <a:lnTo>
                  <a:pt x="8841372" y="317487"/>
                </a:lnTo>
                <a:lnTo>
                  <a:pt x="8843708" y="322211"/>
                </a:lnTo>
                <a:lnTo>
                  <a:pt x="8845537" y="323799"/>
                </a:lnTo>
                <a:lnTo>
                  <a:pt x="8850528" y="325488"/>
                </a:lnTo>
                <a:lnTo>
                  <a:pt x="8852954" y="325323"/>
                </a:lnTo>
                <a:lnTo>
                  <a:pt x="8857666" y="322986"/>
                </a:lnTo>
                <a:lnTo>
                  <a:pt x="8859266" y="321157"/>
                </a:lnTo>
                <a:lnTo>
                  <a:pt x="8860942" y="316166"/>
                </a:lnTo>
                <a:close/>
              </a:path>
              <a:path w="9475470" h="4709795">
                <a:moveTo>
                  <a:pt x="8869743" y="4397184"/>
                </a:moveTo>
                <a:lnTo>
                  <a:pt x="8868067" y="4392193"/>
                </a:lnTo>
                <a:lnTo>
                  <a:pt x="8866467" y="4390364"/>
                </a:lnTo>
                <a:lnTo>
                  <a:pt x="8861755" y="4388028"/>
                </a:lnTo>
                <a:lnTo>
                  <a:pt x="8859329" y="4387862"/>
                </a:lnTo>
                <a:lnTo>
                  <a:pt x="8854338" y="4389539"/>
                </a:lnTo>
                <a:lnTo>
                  <a:pt x="8852510" y="4391139"/>
                </a:lnTo>
                <a:lnTo>
                  <a:pt x="8850173" y="4395851"/>
                </a:lnTo>
                <a:lnTo>
                  <a:pt x="8850008" y="4398264"/>
                </a:lnTo>
                <a:lnTo>
                  <a:pt x="8851684" y="4403255"/>
                </a:lnTo>
                <a:lnTo>
                  <a:pt x="8853284" y="4405084"/>
                </a:lnTo>
                <a:lnTo>
                  <a:pt x="8857996" y="4407433"/>
                </a:lnTo>
                <a:lnTo>
                  <a:pt x="8860422" y="4407598"/>
                </a:lnTo>
                <a:lnTo>
                  <a:pt x="8865400" y="4405909"/>
                </a:lnTo>
                <a:lnTo>
                  <a:pt x="8867229" y="4404322"/>
                </a:lnTo>
                <a:lnTo>
                  <a:pt x="8869578" y="4399610"/>
                </a:lnTo>
                <a:lnTo>
                  <a:pt x="8869743" y="4397184"/>
                </a:lnTo>
                <a:close/>
              </a:path>
              <a:path w="9475470" h="4709795">
                <a:moveTo>
                  <a:pt x="8895080" y="299237"/>
                </a:moveTo>
                <a:lnTo>
                  <a:pt x="8894915" y="296811"/>
                </a:lnTo>
                <a:lnTo>
                  <a:pt x="8892578" y="292100"/>
                </a:lnTo>
                <a:lnTo>
                  <a:pt x="8890749" y="290499"/>
                </a:lnTo>
                <a:lnTo>
                  <a:pt x="8885771" y="288823"/>
                </a:lnTo>
                <a:lnTo>
                  <a:pt x="8883345" y="288988"/>
                </a:lnTo>
                <a:lnTo>
                  <a:pt x="8878621" y="291325"/>
                </a:lnTo>
                <a:lnTo>
                  <a:pt x="8877033" y="293154"/>
                </a:lnTo>
                <a:lnTo>
                  <a:pt x="8875344" y="298145"/>
                </a:lnTo>
                <a:lnTo>
                  <a:pt x="8875509" y="300570"/>
                </a:lnTo>
                <a:lnTo>
                  <a:pt x="8877846" y="305282"/>
                </a:lnTo>
                <a:lnTo>
                  <a:pt x="8879675" y="306882"/>
                </a:lnTo>
                <a:lnTo>
                  <a:pt x="8884666" y="308559"/>
                </a:lnTo>
                <a:lnTo>
                  <a:pt x="8887092" y="308394"/>
                </a:lnTo>
                <a:lnTo>
                  <a:pt x="8891803" y="306057"/>
                </a:lnTo>
                <a:lnTo>
                  <a:pt x="8893404" y="304228"/>
                </a:lnTo>
                <a:lnTo>
                  <a:pt x="8895080" y="299237"/>
                </a:lnTo>
                <a:close/>
              </a:path>
              <a:path w="9475470" h="4709795">
                <a:moveTo>
                  <a:pt x="8903868" y="4414126"/>
                </a:moveTo>
                <a:lnTo>
                  <a:pt x="8902192" y="4409135"/>
                </a:lnTo>
                <a:lnTo>
                  <a:pt x="8900592" y="4407306"/>
                </a:lnTo>
                <a:lnTo>
                  <a:pt x="8895880" y="4404969"/>
                </a:lnTo>
                <a:lnTo>
                  <a:pt x="8893454" y="4404804"/>
                </a:lnTo>
                <a:lnTo>
                  <a:pt x="8888463" y="4406481"/>
                </a:lnTo>
                <a:lnTo>
                  <a:pt x="8886634" y="4408081"/>
                </a:lnTo>
                <a:lnTo>
                  <a:pt x="8884298" y="4412793"/>
                </a:lnTo>
                <a:lnTo>
                  <a:pt x="8884133" y="4415206"/>
                </a:lnTo>
                <a:lnTo>
                  <a:pt x="8885809" y="4420197"/>
                </a:lnTo>
                <a:lnTo>
                  <a:pt x="8887409" y="4422025"/>
                </a:lnTo>
                <a:lnTo>
                  <a:pt x="8892121" y="4424375"/>
                </a:lnTo>
                <a:lnTo>
                  <a:pt x="8894547" y="4424540"/>
                </a:lnTo>
                <a:lnTo>
                  <a:pt x="8899538" y="4422851"/>
                </a:lnTo>
                <a:lnTo>
                  <a:pt x="8901366" y="4421263"/>
                </a:lnTo>
                <a:lnTo>
                  <a:pt x="8903703" y="4416552"/>
                </a:lnTo>
                <a:lnTo>
                  <a:pt x="8903868" y="4414126"/>
                </a:lnTo>
                <a:close/>
              </a:path>
              <a:path w="9475470" h="4709795">
                <a:moveTo>
                  <a:pt x="8929218" y="282308"/>
                </a:moveTo>
                <a:lnTo>
                  <a:pt x="8929052" y="279895"/>
                </a:lnTo>
                <a:lnTo>
                  <a:pt x="8926716" y="275170"/>
                </a:lnTo>
                <a:lnTo>
                  <a:pt x="8924887" y="273583"/>
                </a:lnTo>
                <a:lnTo>
                  <a:pt x="8919908" y="271894"/>
                </a:lnTo>
                <a:lnTo>
                  <a:pt x="8917483" y="272059"/>
                </a:lnTo>
                <a:lnTo>
                  <a:pt x="8912758" y="274396"/>
                </a:lnTo>
                <a:lnTo>
                  <a:pt x="8911171" y="276225"/>
                </a:lnTo>
                <a:lnTo>
                  <a:pt x="8909482" y="281216"/>
                </a:lnTo>
                <a:lnTo>
                  <a:pt x="8909647" y="283641"/>
                </a:lnTo>
                <a:lnTo>
                  <a:pt x="8911984" y="288353"/>
                </a:lnTo>
                <a:lnTo>
                  <a:pt x="8913812" y="289953"/>
                </a:lnTo>
                <a:lnTo>
                  <a:pt x="8918804" y="291630"/>
                </a:lnTo>
                <a:lnTo>
                  <a:pt x="8921229" y="291465"/>
                </a:lnTo>
                <a:lnTo>
                  <a:pt x="8925941" y="289128"/>
                </a:lnTo>
                <a:lnTo>
                  <a:pt x="8927541" y="287299"/>
                </a:lnTo>
                <a:lnTo>
                  <a:pt x="8929218" y="282308"/>
                </a:lnTo>
                <a:close/>
              </a:path>
              <a:path w="9475470" h="4709795">
                <a:moveTo>
                  <a:pt x="8937993" y="4431068"/>
                </a:moveTo>
                <a:lnTo>
                  <a:pt x="8936317" y="4426077"/>
                </a:lnTo>
                <a:lnTo>
                  <a:pt x="8934717" y="4424248"/>
                </a:lnTo>
                <a:lnTo>
                  <a:pt x="8930005" y="4421911"/>
                </a:lnTo>
                <a:lnTo>
                  <a:pt x="8927579" y="4421746"/>
                </a:lnTo>
                <a:lnTo>
                  <a:pt x="8922601" y="4423422"/>
                </a:lnTo>
                <a:lnTo>
                  <a:pt x="8920759" y="4425023"/>
                </a:lnTo>
                <a:lnTo>
                  <a:pt x="8918423" y="4429734"/>
                </a:lnTo>
                <a:lnTo>
                  <a:pt x="8918257" y="4432147"/>
                </a:lnTo>
                <a:lnTo>
                  <a:pt x="8919934" y="4437138"/>
                </a:lnTo>
                <a:lnTo>
                  <a:pt x="8921534" y="4438967"/>
                </a:lnTo>
                <a:lnTo>
                  <a:pt x="8926246" y="4441304"/>
                </a:lnTo>
                <a:lnTo>
                  <a:pt x="8928671" y="4441482"/>
                </a:lnTo>
                <a:lnTo>
                  <a:pt x="8933663" y="4439793"/>
                </a:lnTo>
                <a:lnTo>
                  <a:pt x="8935491" y="4438205"/>
                </a:lnTo>
                <a:lnTo>
                  <a:pt x="8937828" y="4433494"/>
                </a:lnTo>
                <a:lnTo>
                  <a:pt x="8937993" y="4431068"/>
                </a:lnTo>
                <a:close/>
              </a:path>
              <a:path w="9475470" h="4709795">
                <a:moveTo>
                  <a:pt x="8963355" y="265391"/>
                </a:moveTo>
                <a:lnTo>
                  <a:pt x="8963190" y="262966"/>
                </a:lnTo>
                <a:lnTo>
                  <a:pt x="8960853" y="258254"/>
                </a:lnTo>
                <a:lnTo>
                  <a:pt x="8959024" y="256654"/>
                </a:lnTo>
                <a:lnTo>
                  <a:pt x="8954033" y="254977"/>
                </a:lnTo>
                <a:lnTo>
                  <a:pt x="8951620" y="255130"/>
                </a:lnTo>
                <a:lnTo>
                  <a:pt x="8946896" y="257479"/>
                </a:lnTo>
                <a:lnTo>
                  <a:pt x="8945296" y="259308"/>
                </a:lnTo>
                <a:lnTo>
                  <a:pt x="8943619" y="264287"/>
                </a:lnTo>
                <a:lnTo>
                  <a:pt x="8943784" y="266712"/>
                </a:lnTo>
                <a:lnTo>
                  <a:pt x="8946121" y="271424"/>
                </a:lnTo>
                <a:lnTo>
                  <a:pt x="8947950" y="273024"/>
                </a:lnTo>
                <a:lnTo>
                  <a:pt x="8952941" y="274701"/>
                </a:lnTo>
                <a:lnTo>
                  <a:pt x="8955367" y="274535"/>
                </a:lnTo>
                <a:lnTo>
                  <a:pt x="8960079" y="272199"/>
                </a:lnTo>
                <a:lnTo>
                  <a:pt x="8961679" y="270370"/>
                </a:lnTo>
                <a:lnTo>
                  <a:pt x="8963355" y="265391"/>
                </a:lnTo>
                <a:close/>
              </a:path>
              <a:path w="9475470" h="4709795">
                <a:moveTo>
                  <a:pt x="8972118" y="4448010"/>
                </a:moveTo>
                <a:lnTo>
                  <a:pt x="8970442" y="4443019"/>
                </a:lnTo>
                <a:lnTo>
                  <a:pt x="8968854" y="4441190"/>
                </a:lnTo>
                <a:lnTo>
                  <a:pt x="8964130" y="4438853"/>
                </a:lnTo>
                <a:lnTo>
                  <a:pt x="8961704" y="4438688"/>
                </a:lnTo>
                <a:lnTo>
                  <a:pt x="8956726" y="4440364"/>
                </a:lnTo>
                <a:lnTo>
                  <a:pt x="8954897" y="4441964"/>
                </a:lnTo>
                <a:lnTo>
                  <a:pt x="8952547" y="4446676"/>
                </a:lnTo>
                <a:lnTo>
                  <a:pt x="8952382" y="4449089"/>
                </a:lnTo>
                <a:lnTo>
                  <a:pt x="8954071" y="4454080"/>
                </a:lnTo>
                <a:lnTo>
                  <a:pt x="8955659" y="4455909"/>
                </a:lnTo>
                <a:lnTo>
                  <a:pt x="8960383" y="4458246"/>
                </a:lnTo>
                <a:lnTo>
                  <a:pt x="8962809" y="4458411"/>
                </a:lnTo>
                <a:lnTo>
                  <a:pt x="8967787" y="4456735"/>
                </a:lnTo>
                <a:lnTo>
                  <a:pt x="8969616" y="4455147"/>
                </a:lnTo>
                <a:lnTo>
                  <a:pt x="8971953" y="4450435"/>
                </a:lnTo>
                <a:lnTo>
                  <a:pt x="8972118" y="4448010"/>
                </a:lnTo>
                <a:close/>
              </a:path>
              <a:path w="9475470" h="4709795">
                <a:moveTo>
                  <a:pt x="8997493" y="248462"/>
                </a:moveTo>
                <a:lnTo>
                  <a:pt x="8997328" y="246037"/>
                </a:lnTo>
                <a:lnTo>
                  <a:pt x="8994991" y="241325"/>
                </a:lnTo>
                <a:lnTo>
                  <a:pt x="8993162" y="239725"/>
                </a:lnTo>
                <a:lnTo>
                  <a:pt x="8988171" y="238048"/>
                </a:lnTo>
                <a:lnTo>
                  <a:pt x="8985745" y="238213"/>
                </a:lnTo>
                <a:lnTo>
                  <a:pt x="8981034" y="240550"/>
                </a:lnTo>
                <a:lnTo>
                  <a:pt x="8979433" y="242379"/>
                </a:lnTo>
                <a:lnTo>
                  <a:pt x="8977757" y="247357"/>
                </a:lnTo>
                <a:lnTo>
                  <a:pt x="8977922" y="249783"/>
                </a:lnTo>
                <a:lnTo>
                  <a:pt x="8980259" y="254495"/>
                </a:lnTo>
                <a:lnTo>
                  <a:pt x="8982088" y="256095"/>
                </a:lnTo>
                <a:lnTo>
                  <a:pt x="8987079" y="257784"/>
                </a:lnTo>
                <a:lnTo>
                  <a:pt x="8989492" y="257619"/>
                </a:lnTo>
                <a:lnTo>
                  <a:pt x="8994216" y="255282"/>
                </a:lnTo>
                <a:lnTo>
                  <a:pt x="8995816" y="253441"/>
                </a:lnTo>
                <a:lnTo>
                  <a:pt x="8997493" y="248462"/>
                </a:lnTo>
                <a:close/>
              </a:path>
              <a:path w="9475470" h="4709795">
                <a:moveTo>
                  <a:pt x="9006256" y="4464951"/>
                </a:moveTo>
                <a:lnTo>
                  <a:pt x="9004579" y="4459960"/>
                </a:lnTo>
                <a:lnTo>
                  <a:pt x="9002979" y="4458132"/>
                </a:lnTo>
                <a:lnTo>
                  <a:pt x="8998267" y="4455795"/>
                </a:lnTo>
                <a:lnTo>
                  <a:pt x="8995842" y="4455630"/>
                </a:lnTo>
                <a:lnTo>
                  <a:pt x="8990851" y="4457306"/>
                </a:lnTo>
                <a:lnTo>
                  <a:pt x="8989022" y="4458906"/>
                </a:lnTo>
                <a:lnTo>
                  <a:pt x="8986685" y="4463618"/>
                </a:lnTo>
                <a:lnTo>
                  <a:pt x="8986520" y="4466031"/>
                </a:lnTo>
                <a:lnTo>
                  <a:pt x="8988196" y="4471022"/>
                </a:lnTo>
                <a:lnTo>
                  <a:pt x="8989797" y="4472851"/>
                </a:lnTo>
                <a:lnTo>
                  <a:pt x="8994508" y="4475188"/>
                </a:lnTo>
                <a:lnTo>
                  <a:pt x="8996934" y="4475353"/>
                </a:lnTo>
                <a:lnTo>
                  <a:pt x="9001912" y="4473676"/>
                </a:lnTo>
                <a:lnTo>
                  <a:pt x="9003741" y="4472089"/>
                </a:lnTo>
                <a:lnTo>
                  <a:pt x="9006091" y="4467377"/>
                </a:lnTo>
                <a:lnTo>
                  <a:pt x="9006256" y="4464951"/>
                </a:lnTo>
                <a:close/>
              </a:path>
              <a:path w="9475470" h="4709795">
                <a:moveTo>
                  <a:pt x="9031630" y="231533"/>
                </a:moveTo>
                <a:lnTo>
                  <a:pt x="9031465" y="229108"/>
                </a:lnTo>
                <a:lnTo>
                  <a:pt x="9029128" y="224396"/>
                </a:lnTo>
                <a:lnTo>
                  <a:pt x="9027300" y="222796"/>
                </a:lnTo>
                <a:lnTo>
                  <a:pt x="9022309" y="221119"/>
                </a:lnTo>
                <a:lnTo>
                  <a:pt x="9019883" y="221284"/>
                </a:lnTo>
                <a:lnTo>
                  <a:pt x="9015171" y="223621"/>
                </a:lnTo>
                <a:lnTo>
                  <a:pt x="9013571" y="225450"/>
                </a:lnTo>
                <a:lnTo>
                  <a:pt x="9011895" y="230441"/>
                </a:lnTo>
                <a:lnTo>
                  <a:pt x="9012060" y="232867"/>
                </a:lnTo>
                <a:lnTo>
                  <a:pt x="9014396" y="237578"/>
                </a:lnTo>
                <a:lnTo>
                  <a:pt x="9016225" y="239179"/>
                </a:lnTo>
                <a:lnTo>
                  <a:pt x="9021204" y="240855"/>
                </a:lnTo>
                <a:lnTo>
                  <a:pt x="9023629" y="240690"/>
                </a:lnTo>
                <a:lnTo>
                  <a:pt x="9028354" y="238353"/>
                </a:lnTo>
                <a:lnTo>
                  <a:pt x="9029941" y="236524"/>
                </a:lnTo>
                <a:lnTo>
                  <a:pt x="9031630" y="231533"/>
                </a:lnTo>
                <a:close/>
              </a:path>
              <a:path w="9475470" h="4709795">
                <a:moveTo>
                  <a:pt x="9040381" y="4481893"/>
                </a:moveTo>
                <a:lnTo>
                  <a:pt x="9038704" y="4476902"/>
                </a:lnTo>
                <a:lnTo>
                  <a:pt x="9037104" y="4475073"/>
                </a:lnTo>
                <a:lnTo>
                  <a:pt x="9032392" y="4472737"/>
                </a:lnTo>
                <a:lnTo>
                  <a:pt x="9029967" y="4472571"/>
                </a:lnTo>
                <a:lnTo>
                  <a:pt x="9024976" y="4474248"/>
                </a:lnTo>
                <a:lnTo>
                  <a:pt x="9023147" y="4475835"/>
                </a:lnTo>
                <a:lnTo>
                  <a:pt x="9020810" y="4480560"/>
                </a:lnTo>
                <a:lnTo>
                  <a:pt x="9020645" y="4482973"/>
                </a:lnTo>
                <a:lnTo>
                  <a:pt x="9022321" y="4487964"/>
                </a:lnTo>
                <a:lnTo>
                  <a:pt x="9023921" y="4489793"/>
                </a:lnTo>
                <a:lnTo>
                  <a:pt x="9028633" y="4492129"/>
                </a:lnTo>
                <a:lnTo>
                  <a:pt x="9031059" y="4492295"/>
                </a:lnTo>
                <a:lnTo>
                  <a:pt x="9036050" y="4490618"/>
                </a:lnTo>
                <a:lnTo>
                  <a:pt x="9037879" y="4489031"/>
                </a:lnTo>
                <a:lnTo>
                  <a:pt x="9040216" y="4484319"/>
                </a:lnTo>
                <a:lnTo>
                  <a:pt x="9040381" y="4481893"/>
                </a:lnTo>
                <a:close/>
              </a:path>
              <a:path w="9475470" h="4709795">
                <a:moveTo>
                  <a:pt x="9065768" y="214604"/>
                </a:moveTo>
                <a:lnTo>
                  <a:pt x="9065603" y="212191"/>
                </a:lnTo>
                <a:lnTo>
                  <a:pt x="9063266" y="207467"/>
                </a:lnTo>
                <a:lnTo>
                  <a:pt x="9061437" y="205879"/>
                </a:lnTo>
                <a:lnTo>
                  <a:pt x="9056446" y="204190"/>
                </a:lnTo>
                <a:lnTo>
                  <a:pt x="9054020" y="204355"/>
                </a:lnTo>
                <a:lnTo>
                  <a:pt x="9049309" y="206692"/>
                </a:lnTo>
                <a:lnTo>
                  <a:pt x="9047709" y="208521"/>
                </a:lnTo>
                <a:lnTo>
                  <a:pt x="9046032" y="213512"/>
                </a:lnTo>
                <a:lnTo>
                  <a:pt x="9046197" y="215938"/>
                </a:lnTo>
                <a:lnTo>
                  <a:pt x="9048534" y="220649"/>
                </a:lnTo>
                <a:lnTo>
                  <a:pt x="9050363" y="222250"/>
                </a:lnTo>
                <a:lnTo>
                  <a:pt x="9055341" y="223926"/>
                </a:lnTo>
                <a:lnTo>
                  <a:pt x="9057767" y="223761"/>
                </a:lnTo>
                <a:lnTo>
                  <a:pt x="9062479" y="221424"/>
                </a:lnTo>
                <a:lnTo>
                  <a:pt x="9064079" y="219595"/>
                </a:lnTo>
                <a:lnTo>
                  <a:pt x="9065768" y="214604"/>
                </a:lnTo>
                <a:close/>
              </a:path>
              <a:path w="9475470" h="4709795">
                <a:moveTo>
                  <a:pt x="9074506" y="4498835"/>
                </a:moveTo>
                <a:lnTo>
                  <a:pt x="9072829" y="4493844"/>
                </a:lnTo>
                <a:lnTo>
                  <a:pt x="9071229" y="4492015"/>
                </a:lnTo>
                <a:lnTo>
                  <a:pt x="9066517" y="4489678"/>
                </a:lnTo>
                <a:lnTo>
                  <a:pt x="9064092" y="4489513"/>
                </a:lnTo>
                <a:lnTo>
                  <a:pt x="9059113" y="4491190"/>
                </a:lnTo>
                <a:lnTo>
                  <a:pt x="9057272" y="4492777"/>
                </a:lnTo>
                <a:lnTo>
                  <a:pt x="9054935" y="4497489"/>
                </a:lnTo>
                <a:lnTo>
                  <a:pt x="9054770" y="4499915"/>
                </a:lnTo>
                <a:lnTo>
                  <a:pt x="9056446" y="4504906"/>
                </a:lnTo>
                <a:lnTo>
                  <a:pt x="9058046" y="4506734"/>
                </a:lnTo>
                <a:lnTo>
                  <a:pt x="9062758" y="4509071"/>
                </a:lnTo>
                <a:lnTo>
                  <a:pt x="9065184" y="4509236"/>
                </a:lnTo>
                <a:lnTo>
                  <a:pt x="9070175" y="4507560"/>
                </a:lnTo>
                <a:lnTo>
                  <a:pt x="9072004" y="4505972"/>
                </a:lnTo>
                <a:lnTo>
                  <a:pt x="9074340" y="4501261"/>
                </a:lnTo>
                <a:lnTo>
                  <a:pt x="9074506" y="4498835"/>
                </a:lnTo>
                <a:close/>
              </a:path>
              <a:path w="9475470" h="4709795">
                <a:moveTo>
                  <a:pt x="9099893" y="197688"/>
                </a:moveTo>
                <a:lnTo>
                  <a:pt x="9099740" y="195262"/>
                </a:lnTo>
                <a:lnTo>
                  <a:pt x="9097404" y="190550"/>
                </a:lnTo>
                <a:lnTo>
                  <a:pt x="9095562" y="188950"/>
                </a:lnTo>
                <a:lnTo>
                  <a:pt x="9090584" y="187274"/>
                </a:lnTo>
                <a:lnTo>
                  <a:pt x="9088158" y="187426"/>
                </a:lnTo>
                <a:lnTo>
                  <a:pt x="9083446" y="189776"/>
                </a:lnTo>
                <a:lnTo>
                  <a:pt x="9081846" y="191604"/>
                </a:lnTo>
                <a:lnTo>
                  <a:pt x="9080170" y="196583"/>
                </a:lnTo>
                <a:lnTo>
                  <a:pt x="9080322" y="199009"/>
                </a:lnTo>
                <a:lnTo>
                  <a:pt x="9082659" y="203720"/>
                </a:lnTo>
                <a:lnTo>
                  <a:pt x="9084500" y="205320"/>
                </a:lnTo>
                <a:lnTo>
                  <a:pt x="9089479" y="206997"/>
                </a:lnTo>
                <a:lnTo>
                  <a:pt x="9091905" y="206832"/>
                </a:lnTo>
                <a:lnTo>
                  <a:pt x="9096616" y="204495"/>
                </a:lnTo>
                <a:lnTo>
                  <a:pt x="9098216" y="202666"/>
                </a:lnTo>
                <a:lnTo>
                  <a:pt x="9099893" y="197688"/>
                </a:lnTo>
                <a:close/>
              </a:path>
              <a:path w="9475470" h="4709795">
                <a:moveTo>
                  <a:pt x="9108630" y="4515777"/>
                </a:moveTo>
                <a:lnTo>
                  <a:pt x="9106954" y="4510786"/>
                </a:lnTo>
                <a:lnTo>
                  <a:pt x="9105367" y="4508957"/>
                </a:lnTo>
                <a:lnTo>
                  <a:pt x="9100642" y="4506620"/>
                </a:lnTo>
                <a:lnTo>
                  <a:pt x="9098229" y="4506455"/>
                </a:lnTo>
                <a:lnTo>
                  <a:pt x="9093238" y="4508131"/>
                </a:lnTo>
                <a:lnTo>
                  <a:pt x="9091409" y="4509719"/>
                </a:lnTo>
                <a:lnTo>
                  <a:pt x="9089072" y="4514431"/>
                </a:lnTo>
                <a:lnTo>
                  <a:pt x="9088907" y="4516856"/>
                </a:lnTo>
                <a:lnTo>
                  <a:pt x="9090584" y="4521847"/>
                </a:lnTo>
                <a:lnTo>
                  <a:pt x="9092171" y="4523676"/>
                </a:lnTo>
                <a:lnTo>
                  <a:pt x="9096896" y="4526013"/>
                </a:lnTo>
                <a:lnTo>
                  <a:pt x="9099321" y="4526178"/>
                </a:lnTo>
                <a:lnTo>
                  <a:pt x="9104300" y="4524502"/>
                </a:lnTo>
                <a:lnTo>
                  <a:pt x="9106129" y="4522902"/>
                </a:lnTo>
                <a:lnTo>
                  <a:pt x="9108465" y="4518190"/>
                </a:lnTo>
                <a:lnTo>
                  <a:pt x="9108630" y="4515777"/>
                </a:lnTo>
                <a:close/>
              </a:path>
              <a:path w="9475470" h="4709795">
                <a:moveTo>
                  <a:pt x="9134030" y="180759"/>
                </a:moveTo>
                <a:lnTo>
                  <a:pt x="9133865" y="178333"/>
                </a:lnTo>
                <a:lnTo>
                  <a:pt x="9131529" y="173621"/>
                </a:lnTo>
                <a:lnTo>
                  <a:pt x="9129700" y="172021"/>
                </a:lnTo>
                <a:lnTo>
                  <a:pt x="9124721" y="170345"/>
                </a:lnTo>
                <a:lnTo>
                  <a:pt x="9122296" y="170510"/>
                </a:lnTo>
                <a:lnTo>
                  <a:pt x="9117584" y="172847"/>
                </a:lnTo>
                <a:lnTo>
                  <a:pt x="9115984" y="174675"/>
                </a:lnTo>
                <a:lnTo>
                  <a:pt x="9114295" y="179654"/>
                </a:lnTo>
                <a:lnTo>
                  <a:pt x="9114460" y="182079"/>
                </a:lnTo>
                <a:lnTo>
                  <a:pt x="9116797" y="186791"/>
                </a:lnTo>
                <a:lnTo>
                  <a:pt x="9118625" y="188391"/>
                </a:lnTo>
                <a:lnTo>
                  <a:pt x="9123616" y="190080"/>
                </a:lnTo>
                <a:lnTo>
                  <a:pt x="9126042" y="189915"/>
                </a:lnTo>
                <a:lnTo>
                  <a:pt x="9130754" y="187579"/>
                </a:lnTo>
                <a:lnTo>
                  <a:pt x="9132354" y="185737"/>
                </a:lnTo>
                <a:lnTo>
                  <a:pt x="9134030" y="180759"/>
                </a:lnTo>
                <a:close/>
              </a:path>
              <a:path w="9475470" h="4709795">
                <a:moveTo>
                  <a:pt x="9142768" y="4532719"/>
                </a:moveTo>
                <a:lnTo>
                  <a:pt x="9141092" y="4527728"/>
                </a:lnTo>
                <a:lnTo>
                  <a:pt x="9139491" y="4525899"/>
                </a:lnTo>
                <a:lnTo>
                  <a:pt x="9134780" y="4523562"/>
                </a:lnTo>
                <a:lnTo>
                  <a:pt x="9132354" y="4523384"/>
                </a:lnTo>
                <a:lnTo>
                  <a:pt x="9127363" y="4525073"/>
                </a:lnTo>
                <a:lnTo>
                  <a:pt x="9125534" y="4526661"/>
                </a:lnTo>
                <a:lnTo>
                  <a:pt x="9123197" y="4531372"/>
                </a:lnTo>
                <a:lnTo>
                  <a:pt x="9123032" y="4533798"/>
                </a:lnTo>
                <a:lnTo>
                  <a:pt x="9124709" y="4538789"/>
                </a:lnTo>
                <a:lnTo>
                  <a:pt x="9126309" y="4540618"/>
                </a:lnTo>
                <a:lnTo>
                  <a:pt x="9131021" y="4542955"/>
                </a:lnTo>
                <a:lnTo>
                  <a:pt x="9133446" y="4543120"/>
                </a:lnTo>
                <a:lnTo>
                  <a:pt x="9138425" y="4541444"/>
                </a:lnTo>
                <a:lnTo>
                  <a:pt x="9140266" y="4539843"/>
                </a:lnTo>
                <a:lnTo>
                  <a:pt x="9142603" y="4535132"/>
                </a:lnTo>
                <a:lnTo>
                  <a:pt x="9142768" y="4532719"/>
                </a:lnTo>
                <a:close/>
              </a:path>
              <a:path w="9475470" h="4709795">
                <a:moveTo>
                  <a:pt x="9168168" y="163830"/>
                </a:moveTo>
                <a:lnTo>
                  <a:pt x="9168003" y="161404"/>
                </a:lnTo>
                <a:lnTo>
                  <a:pt x="9165666" y="156692"/>
                </a:lnTo>
                <a:lnTo>
                  <a:pt x="9163837" y="155092"/>
                </a:lnTo>
                <a:lnTo>
                  <a:pt x="9158859" y="153416"/>
                </a:lnTo>
                <a:lnTo>
                  <a:pt x="9156433" y="153581"/>
                </a:lnTo>
                <a:lnTo>
                  <a:pt x="9151709" y="155917"/>
                </a:lnTo>
                <a:lnTo>
                  <a:pt x="9150121" y="157746"/>
                </a:lnTo>
                <a:lnTo>
                  <a:pt x="9148432" y="162737"/>
                </a:lnTo>
                <a:lnTo>
                  <a:pt x="9148597" y="165163"/>
                </a:lnTo>
                <a:lnTo>
                  <a:pt x="9150934" y="169875"/>
                </a:lnTo>
                <a:lnTo>
                  <a:pt x="9152763" y="171475"/>
                </a:lnTo>
                <a:lnTo>
                  <a:pt x="9157754" y="173151"/>
                </a:lnTo>
                <a:lnTo>
                  <a:pt x="9160180" y="172986"/>
                </a:lnTo>
                <a:lnTo>
                  <a:pt x="9164891" y="170649"/>
                </a:lnTo>
                <a:lnTo>
                  <a:pt x="9166492" y="168821"/>
                </a:lnTo>
                <a:lnTo>
                  <a:pt x="9168168" y="163830"/>
                </a:lnTo>
                <a:close/>
              </a:path>
              <a:path w="9475470" h="4709795">
                <a:moveTo>
                  <a:pt x="9176893" y="4549660"/>
                </a:moveTo>
                <a:lnTo>
                  <a:pt x="9175217" y="4544669"/>
                </a:lnTo>
                <a:lnTo>
                  <a:pt x="9173616" y="4542841"/>
                </a:lnTo>
                <a:lnTo>
                  <a:pt x="9168905" y="4540504"/>
                </a:lnTo>
                <a:lnTo>
                  <a:pt x="9166479" y="4540326"/>
                </a:lnTo>
                <a:lnTo>
                  <a:pt x="9161488" y="4542015"/>
                </a:lnTo>
                <a:lnTo>
                  <a:pt x="9159659" y="4543603"/>
                </a:lnTo>
                <a:lnTo>
                  <a:pt x="9157322" y="4548314"/>
                </a:lnTo>
                <a:lnTo>
                  <a:pt x="9157157" y="4550740"/>
                </a:lnTo>
                <a:lnTo>
                  <a:pt x="9158834" y="4555731"/>
                </a:lnTo>
                <a:lnTo>
                  <a:pt x="9160434" y="4557560"/>
                </a:lnTo>
                <a:lnTo>
                  <a:pt x="9165145" y="4559897"/>
                </a:lnTo>
                <a:lnTo>
                  <a:pt x="9167571" y="4560062"/>
                </a:lnTo>
                <a:lnTo>
                  <a:pt x="9172562" y="4558385"/>
                </a:lnTo>
                <a:lnTo>
                  <a:pt x="9174391" y="4556785"/>
                </a:lnTo>
                <a:lnTo>
                  <a:pt x="9176728" y="4552073"/>
                </a:lnTo>
                <a:lnTo>
                  <a:pt x="9176893" y="4549660"/>
                </a:lnTo>
                <a:close/>
              </a:path>
              <a:path w="9475470" h="4709795">
                <a:moveTo>
                  <a:pt x="9202306" y="146900"/>
                </a:moveTo>
                <a:lnTo>
                  <a:pt x="9202141" y="144475"/>
                </a:lnTo>
                <a:lnTo>
                  <a:pt x="9199804" y="139763"/>
                </a:lnTo>
                <a:lnTo>
                  <a:pt x="9197975" y="138176"/>
                </a:lnTo>
                <a:lnTo>
                  <a:pt x="9192984" y="136486"/>
                </a:lnTo>
                <a:lnTo>
                  <a:pt x="9190571" y="136652"/>
                </a:lnTo>
                <a:lnTo>
                  <a:pt x="9185846" y="138988"/>
                </a:lnTo>
                <a:lnTo>
                  <a:pt x="9184246" y="140817"/>
                </a:lnTo>
                <a:lnTo>
                  <a:pt x="9182570" y="145808"/>
                </a:lnTo>
                <a:lnTo>
                  <a:pt x="9182735" y="148234"/>
                </a:lnTo>
                <a:lnTo>
                  <a:pt x="9185072" y="152946"/>
                </a:lnTo>
                <a:lnTo>
                  <a:pt x="9186901" y="154546"/>
                </a:lnTo>
                <a:lnTo>
                  <a:pt x="9191892" y="156222"/>
                </a:lnTo>
                <a:lnTo>
                  <a:pt x="9194317" y="156057"/>
                </a:lnTo>
                <a:lnTo>
                  <a:pt x="9199029" y="153720"/>
                </a:lnTo>
                <a:lnTo>
                  <a:pt x="9200629" y="151892"/>
                </a:lnTo>
                <a:lnTo>
                  <a:pt x="9202306" y="146900"/>
                </a:lnTo>
                <a:close/>
              </a:path>
              <a:path w="9475470" h="4709795">
                <a:moveTo>
                  <a:pt x="9211018" y="4566602"/>
                </a:moveTo>
                <a:lnTo>
                  <a:pt x="9209341" y="4561611"/>
                </a:lnTo>
                <a:lnTo>
                  <a:pt x="9207741" y="4559782"/>
                </a:lnTo>
                <a:lnTo>
                  <a:pt x="9203030" y="4557446"/>
                </a:lnTo>
                <a:lnTo>
                  <a:pt x="9200604" y="4557268"/>
                </a:lnTo>
                <a:lnTo>
                  <a:pt x="9195625" y="4558957"/>
                </a:lnTo>
                <a:lnTo>
                  <a:pt x="9193797" y="4560544"/>
                </a:lnTo>
                <a:lnTo>
                  <a:pt x="9191447" y="4565256"/>
                </a:lnTo>
                <a:lnTo>
                  <a:pt x="9191282" y="4567682"/>
                </a:lnTo>
                <a:lnTo>
                  <a:pt x="9192958" y="4572673"/>
                </a:lnTo>
                <a:lnTo>
                  <a:pt x="9194559" y="4574502"/>
                </a:lnTo>
                <a:lnTo>
                  <a:pt x="9199270" y="4576838"/>
                </a:lnTo>
                <a:lnTo>
                  <a:pt x="9201696" y="4577004"/>
                </a:lnTo>
                <a:lnTo>
                  <a:pt x="9206687" y="4575327"/>
                </a:lnTo>
                <a:lnTo>
                  <a:pt x="9208516" y="4573727"/>
                </a:lnTo>
                <a:lnTo>
                  <a:pt x="9210853" y="4569015"/>
                </a:lnTo>
                <a:lnTo>
                  <a:pt x="9211018" y="4566602"/>
                </a:lnTo>
                <a:close/>
              </a:path>
              <a:path w="9475470" h="4709795">
                <a:moveTo>
                  <a:pt x="9236443" y="129984"/>
                </a:moveTo>
                <a:lnTo>
                  <a:pt x="9236278" y="127558"/>
                </a:lnTo>
                <a:lnTo>
                  <a:pt x="9233941" y="122847"/>
                </a:lnTo>
                <a:lnTo>
                  <a:pt x="9232113" y="121246"/>
                </a:lnTo>
                <a:lnTo>
                  <a:pt x="9227121" y="119557"/>
                </a:lnTo>
                <a:lnTo>
                  <a:pt x="9224696" y="119722"/>
                </a:lnTo>
                <a:lnTo>
                  <a:pt x="9219984" y="122072"/>
                </a:lnTo>
                <a:lnTo>
                  <a:pt x="9218384" y="123901"/>
                </a:lnTo>
                <a:lnTo>
                  <a:pt x="9216707" y="128879"/>
                </a:lnTo>
                <a:lnTo>
                  <a:pt x="9216873" y="131305"/>
                </a:lnTo>
                <a:lnTo>
                  <a:pt x="9219209" y="136017"/>
                </a:lnTo>
                <a:lnTo>
                  <a:pt x="9221038" y="137617"/>
                </a:lnTo>
                <a:lnTo>
                  <a:pt x="9226029" y="139293"/>
                </a:lnTo>
                <a:lnTo>
                  <a:pt x="9228442" y="139128"/>
                </a:lnTo>
                <a:lnTo>
                  <a:pt x="9233167" y="136791"/>
                </a:lnTo>
                <a:lnTo>
                  <a:pt x="9234767" y="134962"/>
                </a:lnTo>
                <a:lnTo>
                  <a:pt x="9236443" y="129984"/>
                </a:lnTo>
                <a:close/>
              </a:path>
              <a:path w="9475470" h="4709795">
                <a:moveTo>
                  <a:pt x="9245155" y="4583544"/>
                </a:moveTo>
                <a:lnTo>
                  <a:pt x="9243466" y="4578553"/>
                </a:lnTo>
                <a:lnTo>
                  <a:pt x="9241879" y="4576724"/>
                </a:lnTo>
                <a:lnTo>
                  <a:pt x="9237154" y="4574375"/>
                </a:lnTo>
                <a:lnTo>
                  <a:pt x="9234741" y="4574210"/>
                </a:lnTo>
                <a:lnTo>
                  <a:pt x="9229750" y="4575899"/>
                </a:lnTo>
                <a:lnTo>
                  <a:pt x="9227922" y="4577486"/>
                </a:lnTo>
                <a:lnTo>
                  <a:pt x="9225585" y="4582198"/>
                </a:lnTo>
                <a:lnTo>
                  <a:pt x="9225420" y="4584624"/>
                </a:lnTo>
                <a:lnTo>
                  <a:pt x="9227096" y="4589615"/>
                </a:lnTo>
                <a:lnTo>
                  <a:pt x="9228684" y="4591443"/>
                </a:lnTo>
                <a:lnTo>
                  <a:pt x="9233408" y="4593780"/>
                </a:lnTo>
                <a:lnTo>
                  <a:pt x="9235834" y="4593945"/>
                </a:lnTo>
                <a:lnTo>
                  <a:pt x="9240812" y="4592269"/>
                </a:lnTo>
                <a:lnTo>
                  <a:pt x="9242641" y="4590669"/>
                </a:lnTo>
                <a:lnTo>
                  <a:pt x="9244990" y="4585957"/>
                </a:lnTo>
                <a:lnTo>
                  <a:pt x="9245155" y="4583544"/>
                </a:lnTo>
                <a:close/>
              </a:path>
              <a:path w="9475470" h="4709795">
                <a:moveTo>
                  <a:pt x="9270581" y="113055"/>
                </a:moveTo>
                <a:lnTo>
                  <a:pt x="9270416" y="110629"/>
                </a:lnTo>
                <a:lnTo>
                  <a:pt x="9268079" y="105918"/>
                </a:lnTo>
                <a:lnTo>
                  <a:pt x="9266250" y="104317"/>
                </a:lnTo>
                <a:lnTo>
                  <a:pt x="9261259" y="102641"/>
                </a:lnTo>
                <a:lnTo>
                  <a:pt x="9258833" y="102806"/>
                </a:lnTo>
                <a:lnTo>
                  <a:pt x="9254122" y="105143"/>
                </a:lnTo>
                <a:lnTo>
                  <a:pt x="9252521" y="106972"/>
                </a:lnTo>
                <a:lnTo>
                  <a:pt x="9250845" y="111950"/>
                </a:lnTo>
                <a:lnTo>
                  <a:pt x="9251010" y="114376"/>
                </a:lnTo>
                <a:lnTo>
                  <a:pt x="9253347" y="119087"/>
                </a:lnTo>
                <a:lnTo>
                  <a:pt x="9255176" y="120688"/>
                </a:lnTo>
                <a:lnTo>
                  <a:pt x="9260154" y="122377"/>
                </a:lnTo>
                <a:lnTo>
                  <a:pt x="9262580" y="122212"/>
                </a:lnTo>
                <a:lnTo>
                  <a:pt x="9267304" y="119862"/>
                </a:lnTo>
                <a:lnTo>
                  <a:pt x="9268904" y="118033"/>
                </a:lnTo>
                <a:lnTo>
                  <a:pt x="9270581" y="113055"/>
                </a:lnTo>
                <a:close/>
              </a:path>
              <a:path w="9475470" h="4709795">
                <a:moveTo>
                  <a:pt x="9279280" y="4600473"/>
                </a:moveTo>
                <a:lnTo>
                  <a:pt x="9277604" y="4595495"/>
                </a:lnTo>
                <a:lnTo>
                  <a:pt x="9276004" y="4593666"/>
                </a:lnTo>
                <a:lnTo>
                  <a:pt x="9271292" y="4591316"/>
                </a:lnTo>
                <a:lnTo>
                  <a:pt x="9268866" y="4591151"/>
                </a:lnTo>
                <a:lnTo>
                  <a:pt x="9263875" y="4592840"/>
                </a:lnTo>
                <a:lnTo>
                  <a:pt x="9262046" y="4594428"/>
                </a:lnTo>
                <a:lnTo>
                  <a:pt x="9259710" y="4599140"/>
                </a:lnTo>
                <a:lnTo>
                  <a:pt x="9259545" y="4601565"/>
                </a:lnTo>
                <a:lnTo>
                  <a:pt x="9261221" y="4606556"/>
                </a:lnTo>
                <a:lnTo>
                  <a:pt x="9262821" y="4608385"/>
                </a:lnTo>
                <a:lnTo>
                  <a:pt x="9267533" y="4610722"/>
                </a:lnTo>
                <a:lnTo>
                  <a:pt x="9269959" y="4610887"/>
                </a:lnTo>
                <a:lnTo>
                  <a:pt x="9274937" y="4609211"/>
                </a:lnTo>
                <a:lnTo>
                  <a:pt x="9276778" y="4607611"/>
                </a:lnTo>
                <a:lnTo>
                  <a:pt x="9279115" y="4602899"/>
                </a:lnTo>
                <a:lnTo>
                  <a:pt x="9279280" y="4600473"/>
                </a:lnTo>
                <a:close/>
              </a:path>
              <a:path w="9475470" h="4709795">
                <a:moveTo>
                  <a:pt x="9304718" y="96126"/>
                </a:moveTo>
                <a:lnTo>
                  <a:pt x="9304553" y="93700"/>
                </a:lnTo>
                <a:lnTo>
                  <a:pt x="9302217" y="88988"/>
                </a:lnTo>
                <a:lnTo>
                  <a:pt x="9300388" y="87388"/>
                </a:lnTo>
                <a:lnTo>
                  <a:pt x="9295397" y="85712"/>
                </a:lnTo>
                <a:lnTo>
                  <a:pt x="9292971" y="85877"/>
                </a:lnTo>
                <a:lnTo>
                  <a:pt x="9288259" y="88214"/>
                </a:lnTo>
                <a:lnTo>
                  <a:pt x="9286659" y="90043"/>
                </a:lnTo>
                <a:lnTo>
                  <a:pt x="9284983" y="95034"/>
                </a:lnTo>
                <a:lnTo>
                  <a:pt x="9285148" y="97459"/>
                </a:lnTo>
                <a:lnTo>
                  <a:pt x="9287485" y="102171"/>
                </a:lnTo>
                <a:lnTo>
                  <a:pt x="9289313" y="103759"/>
                </a:lnTo>
                <a:lnTo>
                  <a:pt x="9294292" y="105448"/>
                </a:lnTo>
                <a:lnTo>
                  <a:pt x="9296717" y="105283"/>
                </a:lnTo>
                <a:lnTo>
                  <a:pt x="9301442" y="102946"/>
                </a:lnTo>
                <a:lnTo>
                  <a:pt x="9303029" y="101117"/>
                </a:lnTo>
                <a:lnTo>
                  <a:pt x="9304718" y="96126"/>
                </a:lnTo>
                <a:close/>
              </a:path>
              <a:path w="9475470" h="4709795">
                <a:moveTo>
                  <a:pt x="9313405" y="4617415"/>
                </a:moveTo>
                <a:lnTo>
                  <a:pt x="9311729" y="4612437"/>
                </a:lnTo>
                <a:lnTo>
                  <a:pt x="9310129" y="4610608"/>
                </a:lnTo>
                <a:lnTo>
                  <a:pt x="9305417" y="4608258"/>
                </a:lnTo>
                <a:lnTo>
                  <a:pt x="9302991" y="4608093"/>
                </a:lnTo>
                <a:lnTo>
                  <a:pt x="9298013" y="4609782"/>
                </a:lnTo>
                <a:lnTo>
                  <a:pt x="9296171" y="4611370"/>
                </a:lnTo>
                <a:lnTo>
                  <a:pt x="9293835" y="4616081"/>
                </a:lnTo>
                <a:lnTo>
                  <a:pt x="9293669" y="4618507"/>
                </a:lnTo>
                <a:lnTo>
                  <a:pt x="9295346" y="4623498"/>
                </a:lnTo>
                <a:lnTo>
                  <a:pt x="9296946" y="4625327"/>
                </a:lnTo>
                <a:lnTo>
                  <a:pt x="9301658" y="4627664"/>
                </a:lnTo>
                <a:lnTo>
                  <a:pt x="9304083" y="4627829"/>
                </a:lnTo>
                <a:lnTo>
                  <a:pt x="9309075" y="4626153"/>
                </a:lnTo>
                <a:lnTo>
                  <a:pt x="9310903" y="4624552"/>
                </a:lnTo>
                <a:lnTo>
                  <a:pt x="9313240" y="4619841"/>
                </a:lnTo>
                <a:lnTo>
                  <a:pt x="9313405" y="4617415"/>
                </a:lnTo>
                <a:close/>
              </a:path>
              <a:path w="9475470" h="4709795">
                <a:moveTo>
                  <a:pt x="9338856" y="79197"/>
                </a:moveTo>
                <a:lnTo>
                  <a:pt x="9338691" y="76771"/>
                </a:lnTo>
                <a:lnTo>
                  <a:pt x="9336354" y="72059"/>
                </a:lnTo>
                <a:lnTo>
                  <a:pt x="9334513" y="70459"/>
                </a:lnTo>
                <a:lnTo>
                  <a:pt x="9329534" y="68783"/>
                </a:lnTo>
                <a:lnTo>
                  <a:pt x="9327109" y="68948"/>
                </a:lnTo>
                <a:lnTo>
                  <a:pt x="9322397" y="71285"/>
                </a:lnTo>
                <a:lnTo>
                  <a:pt x="9320797" y="73113"/>
                </a:lnTo>
                <a:lnTo>
                  <a:pt x="9319120" y="78105"/>
                </a:lnTo>
                <a:lnTo>
                  <a:pt x="9319285" y="80530"/>
                </a:lnTo>
                <a:lnTo>
                  <a:pt x="9321622" y="85242"/>
                </a:lnTo>
                <a:lnTo>
                  <a:pt x="9323451" y="86842"/>
                </a:lnTo>
                <a:lnTo>
                  <a:pt x="9328429" y="88519"/>
                </a:lnTo>
                <a:lnTo>
                  <a:pt x="9330855" y="88353"/>
                </a:lnTo>
                <a:lnTo>
                  <a:pt x="9335567" y="86017"/>
                </a:lnTo>
                <a:lnTo>
                  <a:pt x="9337167" y="84188"/>
                </a:lnTo>
                <a:lnTo>
                  <a:pt x="9338856" y="79197"/>
                </a:lnTo>
                <a:close/>
              </a:path>
              <a:path w="9475470" h="4709795">
                <a:moveTo>
                  <a:pt x="9347530" y="4634357"/>
                </a:moveTo>
                <a:lnTo>
                  <a:pt x="9345854" y="4629378"/>
                </a:lnTo>
                <a:lnTo>
                  <a:pt x="9344254" y="4627550"/>
                </a:lnTo>
                <a:lnTo>
                  <a:pt x="9339542" y="4625200"/>
                </a:lnTo>
                <a:lnTo>
                  <a:pt x="9337116" y="4625035"/>
                </a:lnTo>
                <a:lnTo>
                  <a:pt x="9332138" y="4626724"/>
                </a:lnTo>
                <a:lnTo>
                  <a:pt x="9330309" y="4628312"/>
                </a:lnTo>
                <a:lnTo>
                  <a:pt x="9327959" y="4633023"/>
                </a:lnTo>
                <a:lnTo>
                  <a:pt x="9327794" y="4635449"/>
                </a:lnTo>
                <a:lnTo>
                  <a:pt x="9329471" y="4640440"/>
                </a:lnTo>
                <a:lnTo>
                  <a:pt x="9331071" y="4642269"/>
                </a:lnTo>
                <a:lnTo>
                  <a:pt x="9335795" y="4644606"/>
                </a:lnTo>
                <a:lnTo>
                  <a:pt x="9338208" y="4644771"/>
                </a:lnTo>
                <a:lnTo>
                  <a:pt x="9343199" y="4643094"/>
                </a:lnTo>
                <a:lnTo>
                  <a:pt x="9345028" y="4641494"/>
                </a:lnTo>
                <a:lnTo>
                  <a:pt x="9347365" y="4636782"/>
                </a:lnTo>
                <a:lnTo>
                  <a:pt x="9347530" y="4634357"/>
                </a:lnTo>
                <a:close/>
              </a:path>
              <a:path w="9475470" h="4709795">
                <a:moveTo>
                  <a:pt x="9372981" y="62280"/>
                </a:moveTo>
                <a:lnTo>
                  <a:pt x="9372816" y="59855"/>
                </a:lnTo>
                <a:lnTo>
                  <a:pt x="9370479" y="55143"/>
                </a:lnTo>
                <a:lnTo>
                  <a:pt x="9368650" y="53543"/>
                </a:lnTo>
                <a:lnTo>
                  <a:pt x="9363672" y="51854"/>
                </a:lnTo>
                <a:lnTo>
                  <a:pt x="9361246" y="52019"/>
                </a:lnTo>
                <a:lnTo>
                  <a:pt x="9356534" y="54356"/>
                </a:lnTo>
                <a:lnTo>
                  <a:pt x="9354934" y="56197"/>
                </a:lnTo>
                <a:lnTo>
                  <a:pt x="9353258" y="61175"/>
                </a:lnTo>
                <a:lnTo>
                  <a:pt x="9353410" y="63601"/>
                </a:lnTo>
                <a:lnTo>
                  <a:pt x="9355747" y="68313"/>
                </a:lnTo>
                <a:lnTo>
                  <a:pt x="9357589" y="69913"/>
                </a:lnTo>
                <a:lnTo>
                  <a:pt x="9362567" y="71589"/>
                </a:lnTo>
                <a:lnTo>
                  <a:pt x="9364993" y="71424"/>
                </a:lnTo>
                <a:lnTo>
                  <a:pt x="9369704" y="69088"/>
                </a:lnTo>
                <a:lnTo>
                  <a:pt x="9371305" y="67259"/>
                </a:lnTo>
                <a:lnTo>
                  <a:pt x="9372981" y="62280"/>
                </a:lnTo>
                <a:close/>
              </a:path>
              <a:path w="9475470" h="4709795">
                <a:moveTo>
                  <a:pt x="9381668" y="4651299"/>
                </a:moveTo>
                <a:lnTo>
                  <a:pt x="9379991" y="4646320"/>
                </a:lnTo>
                <a:lnTo>
                  <a:pt x="9378391" y="4644491"/>
                </a:lnTo>
                <a:lnTo>
                  <a:pt x="9373679" y="4642142"/>
                </a:lnTo>
                <a:lnTo>
                  <a:pt x="9371254" y="4641977"/>
                </a:lnTo>
                <a:lnTo>
                  <a:pt x="9366263" y="4643653"/>
                </a:lnTo>
                <a:lnTo>
                  <a:pt x="9364434" y="4645253"/>
                </a:lnTo>
                <a:lnTo>
                  <a:pt x="9362097" y="4649965"/>
                </a:lnTo>
                <a:lnTo>
                  <a:pt x="9361932" y="4652391"/>
                </a:lnTo>
                <a:lnTo>
                  <a:pt x="9363608" y="4657382"/>
                </a:lnTo>
                <a:lnTo>
                  <a:pt x="9365209" y="4659211"/>
                </a:lnTo>
                <a:lnTo>
                  <a:pt x="9369920" y="4661547"/>
                </a:lnTo>
                <a:lnTo>
                  <a:pt x="9372346" y="4661713"/>
                </a:lnTo>
                <a:lnTo>
                  <a:pt x="9377324" y="4660036"/>
                </a:lnTo>
                <a:lnTo>
                  <a:pt x="9379153" y="4658436"/>
                </a:lnTo>
                <a:lnTo>
                  <a:pt x="9381503" y="4653724"/>
                </a:lnTo>
                <a:lnTo>
                  <a:pt x="9381668" y="4651299"/>
                </a:lnTo>
                <a:close/>
              </a:path>
              <a:path w="9475470" h="4709795">
                <a:moveTo>
                  <a:pt x="9407119" y="45351"/>
                </a:moveTo>
                <a:lnTo>
                  <a:pt x="9406953" y="42926"/>
                </a:lnTo>
                <a:lnTo>
                  <a:pt x="9404617" y="38214"/>
                </a:lnTo>
                <a:lnTo>
                  <a:pt x="9402788" y="36614"/>
                </a:lnTo>
                <a:lnTo>
                  <a:pt x="9397809" y="34937"/>
                </a:lnTo>
                <a:lnTo>
                  <a:pt x="9395384" y="35102"/>
                </a:lnTo>
                <a:lnTo>
                  <a:pt x="9390672" y="37439"/>
                </a:lnTo>
                <a:lnTo>
                  <a:pt x="9389072" y="39268"/>
                </a:lnTo>
                <a:lnTo>
                  <a:pt x="9387383" y="44246"/>
                </a:lnTo>
                <a:lnTo>
                  <a:pt x="9387548" y="46672"/>
                </a:lnTo>
                <a:lnTo>
                  <a:pt x="9389885" y="51384"/>
                </a:lnTo>
                <a:lnTo>
                  <a:pt x="9391713" y="52984"/>
                </a:lnTo>
                <a:lnTo>
                  <a:pt x="9396705" y="54660"/>
                </a:lnTo>
                <a:lnTo>
                  <a:pt x="9399130" y="54508"/>
                </a:lnTo>
                <a:lnTo>
                  <a:pt x="9403842" y="52158"/>
                </a:lnTo>
                <a:lnTo>
                  <a:pt x="9405442" y="50330"/>
                </a:lnTo>
                <a:lnTo>
                  <a:pt x="9407119" y="45351"/>
                </a:lnTo>
                <a:close/>
              </a:path>
              <a:path w="9475470" h="4709795">
                <a:moveTo>
                  <a:pt x="9415793" y="4668240"/>
                </a:moveTo>
                <a:lnTo>
                  <a:pt x="9414116" y="4663262"/>
                </a:lnTo>
                <a:lnTo>
                  <a:pt x="9412516" y="4661433"/>
                </a:lnTo>
                <a:lnTo>
                  <a:pt x="9407804" y="4659084"/>
                </a:lnTo>
                <a:lnTo>
                  <a:pt x="9405379" y="4658919"/>
                </a:lnTo>
                <a:lnTo>
                  <a:pt x="9400388" y="4660595"/>
                </a:lnTo>
                <a:lnTo>
                  <a:pt x="9398559" y="4662195"/>
                </a:lnTo>
                <a:lnTo>
                  <a:pt x="9396222" y="4666907"/>
                </a:lnTo>
                <a:lnTo>
                  <a:pt x="9396057" y="4669333"/>
                </a:lnTo>
                <a:lnTo>
                  <a:pt x="9397733" y="4674324"/>
                </a:lnTo>
                <a:lnTo>
                  <a:pt x="9399333" y="4676152"/>
                </a:lnTo>
                <a:lnTo>
                  <a:pt x="9404045" y="4678489"/>
                </a:lnTo>
                <a:lnTo>
                  <a:pt x="9406471" y="4678654"/>
                </a:lnTo>
                <a:lnTo>
                  <a:pt x="9411462" y="4676978"/>
                </a:lnTo>
                <a:lnTo>
                  <a:pt x="9413291" y="4675378"/>
                </a:lnTo>
                <a:lnTo>
                  <a:pt x="9415628" y="4670666"/>
                </a:lnTo>
                <a:lnTo>
                  <a:pt x="9415793" y="4668240"/>
                </a:lnTo>
                <a:close/>
              </a:path>
              <a:path w="9475470" h="4709795">
                <a:moveTo>
                  <a:pt x="9441256" y="28422"/>
                </a:moveTo>
                <a:lnTo>
                  <a:pt x="9441091" y="25996"/>
                </a:lnTo>
                <a:lnTo>
                  <a:pt x="9438754" y="21285"/>
                </a:lnTo>
                <a:lnTo>
                  <a:pt x="9436925" y="19685"/>
                </a:lnTo>
                <a:lnTo>
                  <a:pt x="9431947" y="18008"/>
                </a:lnTo>
                <a:lnTo>
                  <a:pt x="9429521" y="18173"/>
                </a:lnTo>
                <a:lnTo>
                  <a:pt x="9424797" y="20510"/>
                </a:lnTo>
                <a:lnTo>
                  <a:pt x="9423209" y="22339"/>
                </a:lnTo>
                <a:lnTo>
                  <a:pt x="9421520" y="27330"/>
                </a:lnTo>
                <a:lnTo>
                  <a:pt x="9421685" y="29756"/>
                </a:lnTo>
                <a:lnTo>
                  <a:pt x="9424022" y="34467"/>
                </a:lnTo>
                <a:lnTo>
                  <a:pt x="9425851" y="36055"/>
                </a:lnTo>
                <a:lnTo>
                  <a:pt x="9430842" y="37744"/>
                </a:lnTo>
                <a:lnTo>
                  <a:pt x="9433268" y="37579"/>
                </a:lnTo>
                <a:lnTo>
                  <a:pt x="9437980" y="35242"/>
                </a:lnTo>
                <a:lnTo>
                  <a:pt x="9439580" y="33413"/>
                </a:lnTo>
                <a:lnTo>
                  <a:pt x="9441256" y="28422"/>
                </a:lnTo>
                <a:close/>
              </a:path>
              <a:path w="9475470" h="4709795">
                <a:moveTo>
                  <a:pt x="9449918" y="4685182"/>
                </a:moveTo>
                <a:lnTo>
                  <a:pt x="9448241" y="4680204"/>
                </a:lnTo>
                <a:lnTo>
                  <a:pt x="9446641" y="4678375"/>
                </a:lnTo>
                <a:lnTo>
                  <a:pt x="9441929" y="4676025"/>
                </a:lnTo>
                <a:lnTo>
                  <a:pt x="9439504" y="4675860"/>
                </a:lnTo>
                <a:lnTo>
                  <a:pt x="9434525" y="4677537"/>
                </a:lnTo>
                <a:lnTo>
                  <a:pt x="9432684" y="4679137"/>
                </a:lnTo>
                <a:lnTo>
                  <a:pt x="9430347" y="4683849"/>
                </a:lnTo>
                <a:lnTo>
                  <a:pt x="9430182" y="4686274"/>
                </a:lnTo>
                <a:lnTo>
                  <a:pt x="9431858" y="4691265"/>
                </a:lnTo>
                <a:lnTo>
                  <a:pt x="9433458" y="4693094"/>
                </a:lnTo>
                <a:lnTo>
                  <a:pt x="9438170" y="4695431"/>
                </a:lnTo>
                <a:lnTo>
                  <a:pt x="9440596" y="4695596"/>
                </a:lnTo>
                <a:lnTo>
                  <a:pt x="9445587" y="4693920"/>
                </a:lnTo>
                <a:lnTo>
                  <a:pt x="9447416" y="4692320"/>
                </a:lnTo>
                <a:lnTo>
                  <a:pt x="9449752" y="4687608"/>
                </a:lnTo>
                <a:lnTo>
                  <a:pt x="9449918" y="4685182"/>
                </a:lnTo>
                <a:close/>
              </a:path>
              <a:path w="9475470" h="4709795">
                <a:moveTo>
                  <a:pt x="9475394" y="11493"/>
                </a:moveTo>
                <a:lnTo>
                  <a:pt x="9475229" y="9067"/>
                </a:lnTo>
                <a:lnTo>
                  <a:pt x="9472892" y="4356"/>
                </a:lnTo>
                <a:lnTo>
                  <a:pt x="9471063" y="2755"/>
                </a:lnTo>
                <a:lnTo>
                  <a:pt x="9466072" y="1079"/>
                </a:lnTo>
                <a:lnTo>
                  <a:pt x="9463659" y="1244"/>
                </a:lnTo>
                <a:lnTo>
                  <a:pt x="9458935" y="3581"/>
                </a:lnTo>
                <a:lnTo>
                  <a:pt x="9457334" y="5410"/>
                </a:lnTo>
                <a:lnTo>
                  <a:pt x="9455658" y="10401"/>
                </a:lnTo>
                <a:lnTo>
                  <a:pt x="9455823" y="12827"/>
                </a:lnTo>
                <a:lnTo>
                  <a:pt x="9458160" y="17538"/>
                </a:lnTo>
                <a:lnTo>
                  <a:pt x="9459989" y="19138"/>
                </a:lnTo>
                <a:lnTo>
                  <a:pt x="9464980" y="20815"/>
                </a:lnTo>
                <a:lnTo>
                  <a:pt x="9467405" y="20650"/>
                </a:lnTo>
                <a:lnTo>
                  <a:pt x="9472117" y="18313"/>
                </a:lnTo>
                <a:lnTo>
                  <a:pt x="9473717" y="16484"/>
                </a:lnTo>
                <a:lnTo>
                  <a:pt x="9475394" y="114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703891" y="2740830"/>
            <a:ext cx="1597660" cy="1198245"/>
          </a:xfrm>
          <a:custGeom>
            <a:avLst/>
            <a:gdLst/>
            <a:ahLst/>
            <a:cxnLst/>
            <a:rect l="l" t="t" r="r" b="b"/>
            <a:pathLst>
              <a:path w="1198245" h="1198245">
                <a:moveTo>
                  <a:pt x="598881" y="1197763"/>
                </a:moveTo>
                <a:lnTo>
                  <a:pt x="549764" y="1195778"/>
                </a:lnTo>
                <a:lnTo>
                  <a:pt x="501739" y="1189924"/>
                </a:lnTo>
                <a:lnTo>
                  <a:pt x="454963" y="1180358"/>
                </a:lnTo>
                <a:lnTo>
                  <a:pt x="409588" y="1167231"/>
                </a:lnTo>
                <a:lnTo>
                  <a:pt x="365769" y="1150700"/>
                </a:lnTo>
                <a:lnTo>
                  <a:pt x="323661" y="1130917"/>
                </a:lnTo>
                <a:lnTo>
                  <a:pt x="283416" y="1108037"/>
                </a:lnTo>
                <a:lnTo>
                  <a:pt x="245189" y="1082213"/>
                </a:lnTo>
                <a:lnTo>
                  <a:pt x="209135" y="1053601"/>
                </a:lnTo>
                <a:lnTo>
                  <a:pt x="175408" y="1022354"/>
                </a:lnTo>
                <a:lnTo>
                  <a:pt x="144161" y="988627"/>
                </a:lnTo>
                <a:lnTo>
                  <a:pt x="115549" y="952573"/>
                </a:lnTo>
                <a:lnTo>
                  <a:pt x="89726" y="914346"/>
                </a:lnTo>
                <a:lnTo>
                  <a:pt x="66846" y="874102"/>
                </a:lnTo>
                <a:lnTo>
                  <a:pt x="47063" y="831993"/>
                </a:lnTo>
                <a:lnTo>
                  <a:pt x="30531" y="788174"/>
                </a:lnTo>
                <a:lnTo>
                  <a:pt x="17405" y="742799"/>
                </a:lnTo>
                <a:lnTo>
                  <a:pt x="7838" y="696023"/>
                </a:lnTo>
                <a:lnTo>
                  <a:pt x="1985" y="647999"/>
                </a:lnTo>
                <a:lnTo>
                  <a:pt x="0" y="598881"/>
                </a:lnTo>
                <a:lnTo>
                  <a:pt x="1985" y="549763"/>
                </a:lnTo>
                <a:lnTo>
                  <a:pt x="7838" y="501739"/>
                </a:lnTo>
                <a:lnTo>
                  <a:pt x="17405" y="454963"/>
                </a:lnTo>
                <a:lnTo>
                  <a:pt x="30531" y="409588"/>
                </a:lnTo>
                <a:lnTo>
                  <a:pt x="47063" y="365769"/>
                </a:lnTo>
                <a:lnTo>
                  <a:pt x="66846" y="323660"/>
                </a:lnTo>
                <a:lnTo>
                  <a:pt x="89726" y="283416"/>
                </a:lnTo>
                <a:lnTo>
                  <a:pt x="115549" y="245189"/>
                </a:lnTo>
                <a:lnTo>
                  <a:pt x="144161" y="209135"/>
                </a:lnTo>
                <a:lnTo>
                  <a:pt x="175408" y="175408"/>
                </a:lnTo>
                <a:lnTo>
                  <a:pt x="209135" y="144161"/>
                </a:lnTo>
                <a:lnTo>
                  <a:pt x="245189" y="115549"/>
                </a:lnTo>
                <a:lnTo>
                  <a:pt x="283416" y="89726"/>
                </a:lnTo>
                <a:lnTo>
                  <a:pt x="323661" y="66846"/>
                </a:lnTo>
                <a:lnTo>
                  <a:pt x="365769" y="47063"/>
                </a:lnTo>
                <a:lnTo>
                  <a:pt x="409588" y="30531"/>
                </a:lnTo>
                <a:lnTo>
                  <a:pt x="454963" y="17405"/>
                </a:lnTo>
                <a:lnTo>
                  <a:pt x="501739" y="7838"/>
                </a:lnTo>
                <a:lnTo>
                  <a:pt x="549764" y="1985"/>
                </a:lnTo>
                <a:lnTo>
                  <a:pt x="598881" y="0"/>
                </a:lnTo>
                <a:lnTo>
                  <a:pt x="647999" y="1985"/>
                </a:lnTo>
                <a:lnTo>
                  <a:pt x="696023" y="7838"/>
                </a:lnTo>
                <a:lnTo>
                  <a:pt x="742799" y="17405"/>
                </a:lnTo>
                <a:lnTo>
                  <a:pt x="788174" y="30531"/>
                </a:lnTo>
                <a:lnTo>
                  <a:pt x="831993" y="47063"/>
                </a:lnTo>
                <a:lnTo>
                  <a:pt x="874102" y="66846"/>
                </a:lnTo>
                <a:lnTo>
                  <a:pt x="914346" y="89726"/>
                </a:lnTo>
                <a:lnTo>
                  <a:pt x="952573" y="115549"/>
                </a:lnTo>
                <a:lnTo>
                  <a:pt x="988627" y="144161"/>
                </a:lnTo>
                <a:lnTo>
                  <a:pt x="1022354" y="175408"/>
                </a:lnTo>
                <a:lnTo>
                  <a:pt x="1053601" y="209135"/>
                </a:lnTo>
                <a:lnTo>
                  <a:pt x="1082213" y="245189"/>
                </a:lnTo>
                <a:lnTo>
                  <a:pt x="1108036" y="283416"/>
                </a:lnTo>
                <a:lnTo>
                  <a:pt x="1130917" y="323660"/>
                </a:lnTo>
                <a:lnTo>
                  <a:pt x="1150700" y="365769"/>
                </a:lnTo>
                <a:lnTo>
                  <a:pt x="1167231" y="409588"/>
                </a:lnTo>
                <a:lnTo>
                  <a:pt x="1180358" y="454963"/>
                </a:lnTo>
                <a:lnTo>
                  <a:pt x="1189924" y="501739"/>
                </a:lnTo>
                <a:lnTo>
                  <a:pt x="1195777" y="549763"/>
                </a:lnTo>
                <a:lnTo>
                  <a:pt x="1197763" y="598881"/>
                </a:lnTo>
                <a:lnTo>
                  <a:pt x="1195777" y="647999"/>
                </a:lnTo>
                <a:lnTo>
                  <a:pt x="1189924" y="696023"/>
                </a:lnTo>
                <a:lnTo>
                  <a:pt x="1180358" y="742799"/>
                </a:lnTo>
                <a:lnTo>
                  <a:pt x="1167231" y="788174"/>
                </a:lnTo>
                <a:lnTo>
                  <a:pt x="1150700" y="831993"/>
                </a:lnTo>
                <a:lnTo>
                  <a:pt x="1130917" y="874102"/>
                </a:lnTo>
                <a:lnTo>
                  <a:pt x="1108036" y="914346"/>
                </a:lnTo>
                <a:lnTo>
                  <a:pt x="1082213" y="952573"/>
                </a:lnTo>
                <a:lnTo>
                  <a:pt x="1053601" y="988627"/>
                </a:lnTo>
                <a:lnTo>
                  <a:pt x="1022354" y="1022354"/>
                </a:lnTo>
                <a:lnTo>
                  <a:pt x="988627" y="1053601"/>
                </a:lnTo>
                <a:lnTo>
                  <a:pt x="952573" y="1082213"/>
                </a:lnTo>
                <a:lnTo>
                  <a:pt x="914346" y="1108037"/>
                </a:lnTo>
                <a:lnTo>
                  <a:pt x="874102" y="1130917"/>
                </a:lnTo>
                <a:lnTo>
                  <a:pt x="831993" y="1150700"/>
                </a:lnTo>
                <a:lnTo>
                  <a:pt x="788174" y="1167231"/>
                </a:lnTo>
                <a:lnTo>
                  <a:pt x="742799" y="1180358"/>
                </a:lnTo>
                <a:lnTo>
                  <a:pt x="696023" y="1189924"/>
                </a:lnTo>
                <a:lnTo>
                  <a:pt x="647999" y="1195778"/>
                </a:lnTo>
                <a:lnTo>
                  <a:pt x="598881" y="1197763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89885" y="5698836"/>
            <a:ext cx="36103" cy="1314523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85768" y="5698276"/>
            <a:ext cx="12633960" cy="0"/>
          </a:xfrm>
          <a:custGeom>
            <a:avLst/>
            <a:gdLst/>
            <a:ahLst/>
            <a:cxnLst/>
            <a:rect l="l" t="t" r="r" b="b"/>
            <a:pathLst>
              <a:path w="9475470">
                <a:moveTo>
                  <a:pt x="0" y="0"/>
                </a:moveTo>
                <a:lnTo>
                  <a:pt x="9474945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85768" y="7013403"/>
            <a:ext cx="12633960" cy="0"/>
          </a:xfrm>
          <a:custGeom>
            <a:avLst/>
            <a:gdLst/>
            <a:ahLst/>
            <a:cxnLst/>
            <a:rect l="l" t="t" r="r" b="b"/>
            <a:pathLst>
              <a:path w="9475470">
                <a:moveTo>
                  <a:pt x="0" y="0"/>
                </a:moveTo>
                <a:lnTo>
                  <a:pt x="9474945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85768" y="1000193"/>
            <a:ext cx="12633960" cy="0"/>
          </a:xfrm>
          <a:custGeom>
            <a:avLst/>
            <a:gdLst/>
            <a:ahLst/>
            <a:cxnLst/>
            <a:rect l="l" t="t" r="r" b="b"/>
            <a:pathLst>
              <a:path w="9475470">
                <a:moveTo>
                  <a:pt x="0" y="0"/>
                </a:moveTo>
                <a:lnTo>
                  <a:pt x="9474945" y="0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85729" y="1008754"/>
            <a:ext cx="0" cy="6005195"/>
          </a:xfrm>
          <a:custGeom>
            <a:avLst/>
            <a:gdLst/>
            <a:ahLst/>
            <a:cxnLst/>
            <a:rect l="l" t="t" r="r" b="b"/>
            <a:pathLst>
              <a:path h="6005195">
                <a:moveTo>
                  <a:pt x="0" y="0"/>
                </a:moveTo>
                <a:lnTo>
                  <a:pt x="0" y="6004677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2806291" y="1008754"/>
            <a:ext cx="0" cy="6005195"/>
          </a:xfrm>
          <a:custGeom>
            <a:avLst/>
            <a:gdLst/>
            <a:ahLst/>
            <a:cxnLst/>
            <a:rect l="l" t="t" r="r" b="b"/>
            <a:pathLst>
              <a:path h="6005195">
                <a:moveTo>
                  <a:pt x="0" y="0"/>
                </a:moveTo>
                <a:lnTo>
                  <a:pt x="0" y="6004677"/>
                </a:lnTo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8880" y="119267"/>
            <a:ext cx="3376507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0240" y="1682496"/>
            <a:ext cx="117043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6803136"/>
            <a:ext cx="416153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6803136"/>
            <a:ext cx="299110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6803136"/>
            <a:ext cx="299110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63585" y="1003110"/>
            <a:ext cx="9475470" cy="4709795"/>
          </a:xfrm>
          <a:custGeom>
            <a:avLst/>
            <a:gdLst/>
            <a:ahLst/>
            <a:cxnLst/>
            <a:rect l="l" t="t" r="r" b="b"/>
            <a:pathLst>
              <a:path w="9475470" h="4709795">
                <a:moveTo>
                  <a:pt x="19735" y="4700016"/>
                </a:moveTo>
                <a:lnTo>
                  <a:pt x="19570" y="4697590"/>
                </a:lnTo>
                <a:lnTo>
                  <a:pt x="17233" y="4692878"/>
                </a:lnTo>
                <a:lnTo>
                  <a:pt x="15405" y="4691278"/>
                </a:lnTo>
                <a:lnTo>
                  <a:pt x="10414" y="4689602"/>
                </a:lnTo>
                <a:lnTo>
                  <a:pt x="7988" y="4689767"/>
                </a:lnTo>
                <a:lnTo>
                  <a:pt x="3276" y="4692104"/>
                </a:lnTo>
                <a:lnTo>
                  <a:pt x="1676" y="4693932"/>
                </a:lnTo>
                <a:lnTo>
                  <a:pt x="0" y="4698924"/>
                </a:lnTo>
                <a:lnTo>
                  <a:pt x="165" y="4701349"/>
                </a:lnTo>
                <a:lnTo>
                  <a:pt x="2501" y="4706061"/>
                </a:lnTo>
                <a:lnTo>
                  <a:pt x="4330" y="4707648"/>
                </a:lnTo>
                <a:lnTo>
                  <a:pt x="9321" y="4709338"/>
                </a:lnTo>
                <a:lnTo>
                  <a:pt x="11747" y="4709172"/>
                </a:lnTo>
                <a:lnTo>
                  <a:pt x="16459" y="4706836"/>
                </a:lnTo>
                <a:lnTo>
                  <a:pt x="18059" y="4705007"/>
                </a:lnTo>
                <a:lnTo>
                  <a:pt x="19735" y="4700016"/>
                </a:lnTo>
                <a:close/>
              </a:path>
              <a:path w="9475470" h="4709795">
                <a:moveTo>
                  <a:pt x="30518" y="9321"/>
                </a:moveTo>
                <a:lnTo>
                  <a:pt x="28841" y="4343"/>
                </a:lnTo>
                <a:lnTo>
                  <a:pt x="27241" y="2501"/>
                </a:lnTo>
                <a:lnTo>
                  <a:pt x="22529" y="165"/>
                </a:lnTo>
                <a:lnTo>
                  <a:pt x="20104" y="0"/>
                </a:lnTo>
                <a:lnTo>
                  <a:pt x="15113" y="1676"/>
                </a:lnTo>
                <a:lnTo>
                  <a:pt x="13284" y="3276"/>
                </a:lnTo>
                <a:lnTo>
                  <a:pt x="10947" y="7988"/>
                </a:lnTo>
                <a:lnTo>
                  <a:pt x="10782" y="10414"/>
                </a:lnTo>
                <a:lnTo>
                  <a:pt x="12458" y="15392"/>
                </a:lnTo>
                <a:lnTo>
                  <a:pt x="14058" y="17233"/>
                </a:lnTo>
                <a:lnTo>
                  <a:pt x="18770" y="19570"/>
                </a:lnTo>
                <a:lnTo>
                  <a:pt x="21196" y="19735"/>
                </a:lnTo>
                <a:lnTo>
                  <a:pt x="26174" y="18059"/>
                </a:lnTo>
                <a:lnTo>
                  <a:pt x="28016" y="16459"/>
                </a:lnTo>
                <a:lnTo>
                  <a:pt x="30353" y="11747"/>
                </a:lnTo>
                <a:lnTo>
                  <a:pt x="30518" y="9321"/>
                </a:lnTo>
                <a:close/>
              </a:path>
              <a:path w="9475470" h="4709795">
                <a:moveTo>
                  <a:pt x="53873" y="4683087"/>
                </a:moveTo>
                <a:lnTo>
                  <a:pt x="53708" y="4680661"/>
                </a:lnTo>
                <a:lnTo>
                  <a:pt x="51371" y="4675949"/>
                </a:lnTo>
                <a:lnTo>
                  <a:pt x="49542" y="4674349"/>
                </a:lnTo>
                <a:lnTo>
                  <a:pt x="44551" y="4672673"/>
                </a:lnTo>
                <a:lnTo>
                  <a:pt x="42125" y="4672838"/>
                </a:lnTo>
                <a:lnTo>
                  <a:pt x="37414" y="4675175"/>
                </a:lnTo>
                <a:lnTo>
                  <a:pt x="35814" y="4677003"/>
                </a:lnTo>
                <a:lnTo>
                  <a:pt x="34137" y="4681994"/>
                </a:lnTo>
                <a:lnTo>
                  <a:pt x="34302" y="4684420"/>
                </a:lnTo>
                <a:lnTo>
                  <a:pt x="36639" y="4689132"/>
                </a:lnTo>
                <a:lnTo>
                  <a:pt x="38468" y="4690732"/>
                </a:lnTo>
                <a:lnTo>
                  <a:pt x="43459" y="4692408"/>
                </a:lnTo>
                <a:lnTo>
                  <a:pt x="45872" y="4692243"/>
                </a:lnTo>
                <a:lnTo>
                  <a:pt x="50596" y="4689907"/>
                </a:lnTo>
                <a:lnTo>
                  <a:pt x="52184" y="4688078"/>
                </a:lnTo>
                <a:lnTo>
                  <a:pt x="53873" y="4683087"/>
                </a:lnTo>
                <a:close/>
              </a:path>
              <a:path w="9475470" h="4709795">
                <a:moveTo>
                  <a:pt x="64643" y="26263"/>
                </a:moveTo>
                <a:lnTo>
                  <a:pt x="62966" y="21272"/>
                </a:lnTo>
                <a:lnTo>
                  <a:pt x="61366" y="19443"/>
                </a:lnTo>
                <a:lnTo>
                  <a:pt x="56654" y="17106"/>
                </a:lnTo>
                <a:lnTo>
                  <a:pt x="54229" y="16941"/>
                </a:lnTo>
                <a:lnTo>
                  <a:pt x="49237" y="18618"/>
                </a:lnTo>
                <a:lnTo>
                  <a:pt x="47409" y="20218"/>
                </a:lnTo>
                <a:lnTo>
                  <a:pt x="45072" y="24930"/>
                </a:lnTo>
                <a:lnTo>
                  <a:pt x="44907" y="27355"/>
                </a:lnTo>
                <a:lnTo>
                  <a:pt x="46583" y="32334"/>
                </a:lnTo>
                <a:lnTo>
                  <a:pt x="48183" y="34175"/>
                </a:lnTo>
                <a:lnTo>
                  <a:pt x="52895" y="36512"/>
                </a:lnTo>
                <a:lnTo>
                  <a:pt x="55321" y="36677"/>
                </a:lnTo>
                <a:lnTo>
                  <a:pt x="60312" y="35001"/>
                </a:lnTo>
                <a:lnTo>
                  <a:pt x="62141" y="33401"/>
                </a:lnTo>
                <a:lnTo>
                  <a:pt x="64477" y="28689"/>
                </a:lnTo>
                <a:lnTo>
                  <a:pt x="64643" y="26263"/>
                </a:lnTo>
                <a:close/>
              </a:path>
              <a:path w="9475470" h="4709795">
                <a:moveTo>
                  <a:pt x="88011" y="4666170"/>
                </a:moveTo>
                <a:lnTo>
                  <a:pt x="87845" y="4663745"/>
                </a:lnTo>
                <a:lnTo>
                  <a:pt x="85509" y="4659033"/>
                </a:lnTo>
                <a:lnTo>
                  <a:pt x="83680" y="4657433"/>
                </a:lnTo>
                <a:lnTo>
                  <a:pt x="78689" y="4655744"/>
                </a:lnTo>
                <a:lnTo>
                  <a:pt x="76263" y="4655909"/>
                </a:lnTo>
                <a:lnTo>
                  <a:pt x="71551" y="4658245"/>
                </a:lnTo>
                <a:lnTo>
                  <a:pt x="69951" y="4660087"/>
                </a:lnTo>
                <a:lnTo>
                  <a:pt x="68275" y="4665065"/>
                </a:lnTo>
                <a:lnTo>
                  <a:pt x="68440" y="4667491"/>
                </a:lnTo>
                <a:lnTo>
                  <a:pt x="70777" y="4672203"/>
                </a:lnTo>
                <a:lnTo>
                  <a:pt x="72605" y="4673803"/>
                </a:lnTo>
                <a:lnTo>
                  <a:pt x="77584" y="4675479"/>
                </a:lnTo>
                <a:lnTo>
                  <a:pt x="80010" y="4675314"/>
                </a:lnTo>
                <a:lnTo>
                  <a:pt x="84734" y="4672977"/>
                </a:lnTo>
                <a:lnTo>
                  <a:pt x="86321" y="4671149"/>
                </a:lnTo>
                <a:lnTo>
                  <a:pt x="88011" y="4666170"/>
                </a:lnTo>
                <a:close/>
              </a:path>
              <a:path w="9475470" h="4709795">
                <a:moveTo>
                  <a:pt x="98767" y="43205"/>
                </a:moveTo>
                <a:lnTo>
                  <a:pt x="97091" y="38214"/>
                </a:lnTo>
                <a:lnTo>
                  <a:pt x="95491" y="36385"/>
                </a:lnTo>
                <a:lnTo>
                  <a:pt x="90779" y="34048"/>
                </a:lnTo>
                <a:lnTo>
                  <a:pt x="88353" y="33883"/>
                </a:lnTo>
                <a:lnTo>
                  <a:pt x="83375" y="35560"/>
                </a:lnTo>
                <a:lnTo>
                  <a:pt x="81546" y="37160"/>
                </a:lnTo>
                <a:lnTo>
                  <a:pt x="79197" y="41871"/>
                </a:lnTo>
                <a:lnTo>
                  <a:pt x="79032" y="44297"/>
                </a:lnTo>
                <a:lnTo>
                  <a:pt x="80721" y="49276"/>
                </a:lnTo>
                <a:lnTo>
                  <a:pt x="82308" y="51117"/>
                </a:lnTo>
                <a:lnTo>
                  <a:pt x="87020" y="53454"/>
                </a:lnTo>
                <a:lnTo>
                  <a:pt x="89446" y="53619"/>
                </a:lnTo>
                <a:lnTo>
                  <a:pt x="94437" y="51943"/>
                </a:lnTo>
                <a:lnTo>
                  <a:pt x="96266" y="50342"/>
                </a:lnTo>
                <a:lnTo>
                  <a:pt x="98602" y="45631"/>
                </a:lnTo>
                <a:lnTo>
                  <a:pt x="98767" y="43205"/>
                </a:lnTo>
                <a:close/>
              </a:path>
              <a:path w="9475470" h="4709795">
                <a:moveTo>
                  <a:pt x="122148" y="4649241"/>
                </a:moveTo>
                <a:lnTo>
                  <a:pt x="121983" y="4646815"/>
                </a:lnTo>
                <a:lnTo>
                  <a:pt x="119646" y="4642104"/>
                </a:lnTo>
                <a:lnTo>
                  <a:pt x="117805" y="4640504"/>
                </a:lnTo>
                <a:lnTo>
                  <a:pt x="112826" y="4638827"/>
                </a:lnTo>
                <a:lnTo>
                  <a:pt x="110401" y="4638992"/>
                </a:lnTo>
                <a:lnTo>
                  <a:pt x="105689" y="4641329"/>
                </a:lnTo>
                <a:lnTo>
                  <a:pt x="104089" y="4643158"/>
                </a:lnTo>
                <a:lnTo>
                  <a:pt x="102412" y="4648136"/>
                </a:lnTo>
                <a:lnTo>
                  <a:pt x="102577" y="4650562"/>
                </a:lnTo>
                <a:lnTo>
                  <a:pt x="104914" y="4655274"/>
                </a:lnTo>
                <a:lnTo>
                  <a:pt x="106743" y="4656874"/>
                </a:lnTo>
                <a:lnTo>
                  <a:pt x="111721" y="4658550"/>
                </a:lnTo>
                <a:lnTo>
                  <a:pt x="114147" y="4658398"/>
                </a:lnTo>
                <a:lnTo>
                  <a:pt x="118859" y="4656048"/>
                </a:lnTo>
                <a:lnTo>
                  <a:pt x="120459" y="4654220"/>
                </a:lnTo>
                <a:lnTo>
                  <a:pt x="122148" y="4649241"/>
                </a:lnTo>
                <a:close/>
              </a:path>
              <a:path w="9475470" h="4709795">
                <a:moveTo>
                  <a:pt x="132905" y="60147"/>
                </a:moveTo>
                <a:lnTo>
                  <a:pt x="131216" y="55156"/>
                </a:lnTo>
                <a:lnTo>
                  <a:pt x="129628" y="53327"/>
                </a:lnTo>
                <a:lnTo>
                  <a:pt x="124917" y="50990"/>
                </a:lnTo>
                <a:lnTo>
                  <a:pt x="122491" y="50825"/>
                </a:lnTo>
                <a:lnTo>
                  <a:pt x="117500" y="52501"/>
                </a:lnTo>
                <a:lnTo>
                  <a:pt x="115671" y="54102"/>
                </a:lnTo>
                <a:lnTo>
                  <a:pt x="113334" y="58813"/>
                </a:lnTo>
                <a:lnTo>
                  <a:pt x="113169" y="61239"/>
                </a:lnTo>
                <a:lnTo>
                  <a:pt x="114846" y="66217"/>
                </a:lnTo>
                <a:lnTo>
                  <a:pt x="116446" y="68059"/>
                </a:lnTo>
                <a:lnTo>
                  <a:pt x="121158" y="70396"/>
                </a:lnTo>
                <a:lnTo>
                  <a:pt x="123583" y="70561"/>
                </a:lnTo>
                <a:lnTo>
                  <a:pt x="128562" y="68884"/>
                </a:lnTo>
                <a:lnTo>
                  <a:pt x="130390" y="67284"/>
                </a:lnTo>
                <a:lnTo>
                  <a:pt x="132740" y="62572"/>
                </a:lnTo>
                <a:lnTo>
                  <a:pt x="132905" y="60147"/>
                </a:lnTo>
                <a:close/>
              </a:path>
              <a:path w="9475470" h="4709795">
                <a:moveTo>
                  <a:pt x="156273" y="4632312"/>
                </a:moveTo>
                <a:lnTo>
                  <a:pt x="156108" y="4629886"/>
                </a:lnTo>
                <a:lnTo>
                  <a:pt x="153771" y="4625175"/>
                </a:lnTo>
                <a:lnTo>
                  <a:pt x="151942" y="4623574"/>
                </a:lnTo>
                <a:lnTo>
                  <a:pt x="146964" y="4621898"/>
                </a:lnTo>
                <a:lnTo>
                  <a:pt x="144538" y="4622063"/>
                </a:lnTo>
                <a:lnTo>
                  <a:pt x="139827" y="4624400"/>
                </a:lnTo>
                <a:lnTo>
                  <a:pt x="138226" y="4626229"/>
                </a:lnTo>
                <a:lnTo>
                  <a:pt x="136550" y="4631220"/>
                </a:lnTo>
                <a:lnTo>
                  <a:pt x="136702" y="4633633"/>
                </a:lnTo>
                <a:lnTo>
                  <a:pt x="139039" y="4638357"/>
                </a:lnTo>
                <a:lnTo>
                  <a:pt x="140881" y="4639945"/>
                </a:lnTo>
                <a:lnTo>
                  <a:pt x="145859" y="4641634"/>
                </a:lnTo>
                <a:lnTo>
                  <a:pt x="148285" y="4641469"/>
                </a:lnTo>
                <a:lnTo>
                  <a:pt x="152996" y="4639132"/>
                </a:lnTo>
                <a:lnTo>
                  <a:pt x="154597" y="4637303"/>
                </a:lnTo>
                <a:lnTo>
                  <a:pt x="156273" y="4632312"/>
                </a:lnTo>
                <a:close/>
              </a:path>
              <a:path w="9475470" h="4709795">
                <a:moveTo>
                  <a:pt x="167030" y="77089"/>
                </a:moveTo>
                <a:lnTo>
                  <a:pt x="165354" y="72097"/>
                </a:lnTo>
                <a:lnTo>
                  <a:pt x="163753" y="70269"/>
                </a:lnTo>
                <a:lnTo>
                  <a:pt x="159042" y="67932"/>
                </a:lnTo>
                <a:lnTo>
                  <a:pt x="156616" y="67767"/>
                </a:lnTo>
                <a:lnTo>
                  <a:pt x="151625" y="69443"/>
                </a:lnTo>
                <a:lnTo>
                  <a:pt x="149796" y="71043"/>
                </a:lnTo>
                <a:lnTo>
                  <a:pt x="147459" y="75755"/>
                </a:lnTo>
                <a:lnTo>
                  <a:pt x="147294" y="78181"/>
                </a:lnTo>
                <a:lnTo>
                  <a:pt x="148971" y="83159"/>
                </a:lnTo>
                <a:lnTo>
                  <a:pt x="150571" y="85001"/>
                </a:lnTo>
                <a:lnTo>
                  <a:pt x="155282" y="87337"/>
                </a:lnTo>
                <a:lnTo>
                  <a:pt x="157708" y="87503"/>
                </a:lnTo>
                <a:lnTo>
                  <a:pt x="162687" y="85826"/>
                </a:lnTo>
                <a:lnTo>
                  <a:pt x="164528" y="84226"/>
                </a:lnTo>
                <a:lnTo>
                  <a:pt x="166865" y="79514"/>
                </a:lnTo>
                <a:lnTo>
                  <a:pt x="167030" y="77089"/>
                </a:lnTo>
                <a:close/>
              </a:path>
              <a:path w="9475470" h="4709795">
                <a:moveTo>
                  <a:pt x="190411" y="4615383"/>
                </a:moveTo>
                <a:lnTo>
                  <a:pt x="190246" y="4612957"/>
                </a:lnTo>
                <a:lnTo>
                  <a:pt x="187909" y="4608246"/>
                </a:lnTo>
                <a:lnTo>
                  <a:pt x="186080" y="4606645"/>
                </a:lnTo>
                <a:lnTo>
                  <a:pt x="181102" y="4604969"/>
                </a:lnTo>
                <a:lnTo>
                  <a:pt x="178676" y="4605134"/>
                </a:lnTo>
                <a:lnTo>
                  <a:pt x="173964" y="4607471"/>
                </a:lnTo>
                <a:lnTo>
                  <a:pt x="172364" y="4609300"/>
                </a:lnTo>
                <a:lnTo>
                  <a:pt x="170675" y="4614291"/>
                </a:lnTo>
                <a:lnTo>
                  <a:pt x="170840" y="4616716"/>
                </a:lnTo>
                <a:lnTo>
                  <a:pt x="173177" y="4621428"/>
                </a:lnTo>
                <a:lnTo>
                  <a:pt x="175006" y="4623028"/>
                </a:lnTo>
                <a:lnTo>
                  <a:pt x="179997" y="4624705"/>
                </a:lnTo>
                <a:lnTo>
                  <a:pt x="182422" y="4624540"/>
                </a:lnTo>
                <a:lnTo>
                  <a:pt x="187134" y="4622203"/>
                </a:lnTo>
                <a:lnTo>
                  <a:pt x="188734" y="4620374"/>
                </a:lnTo>
                <a:lnTo>
                  <a:pt x="190411" y="4615383"/>
                </a:lnTo>
                <a:close/>
              </a:path>
              <a:path w="9475470" h="4709795">
                <a:moveTo>
                  <a:pt x="201155" y="94030"/>
                </a:moveTo>
                <a:lnTo>
                  <a:pt x="199478" y="89039"/>
                </a:lnTo>
                <a:lnTo>
                  <a:pt x="197878" y="87210"/>
                </a:lnTo>
                <a:lnTo>
                  <a:pt x="193167" y="84874"/>
                </a:lnTo>
                <a:lnTo>
                  <a:pt x="190741" y="84709"/>
                </a:lnTo>
                <a:lnTo>
                  <a:pt x="185762" y="86385"/>
                </a:lnTo>
                <a:lnTo>
                  <a:pt x="183921" y="87985"/>
                </a:lnTo>
                <a:lnTo>
                  <a:pt x="181584" y="92697"/>
                </a:lnTo>
                <a:lnTo>
                  <a:pt x="181419" y="95123"/>
                </a:lnTo>
                <a:lnTo>
                  <a:pt x="183095" y="100101"/>
                </a:lnTo>
                <a:lnTo>
                  <a:pt x="184696" y="101942"/>
                </a:lnTo>
                <a:lnTo>
                  <a:pt x="189407" y="104279"/>
                </a:lnTo>
                <a:lnTo>
                  <a:pt x="191833" y="104444"/>
                </a:lnTo>
                <a:lnTo>
                  <a:pt x="196824" y="102768"/>
                </a:lnTo>
                <a:lnTo>
                  <a:pt x="198653" y="101168"/>
                </a:lnTo>
                <a:lnTo>
                  <a:pt x="200990" y="96456"/>
                </a:lnTo>
                <a:lnTo>
                  <a:pt x="201155" y="94030"/>
                </a:lnTo>
                <a:close/>
              </a:path>
              <a:path w="9475470" h="4709795">
                <a:moveTo>
                  <a:pt x="224548" y="4598467"/>
                </a:moveTo>
                <a:lnTo>
                  <a:pt x="224383" y="4596041"/>
                </a:lnTo>
                <a:lnTo>
                  <a:pt x="222046" y="4591329"/>
                </a:lnTo>
                <a:lnTo>
                  <a:pt x="220218" y="4589729"/>
                </a:lnTo>
                <a:lnTo>
                  <a:pt x="215239" y="4588040"/>
                </a:lnTo>
                <a:lnTo>
                  <a:pt x="212813" y="4588205"/>
                </a:lnTo>
                <a:lnTo>
                  <a:pt x="208089" y="4590542"/>
                </a:lnTo>
                <a:lnTo>
                  <a:pt x="206502" y="4592383"/>
                </a:lnTo>
                <a:lnTo>
                  <a:pt x="204812" y="4597362"/>
                </a:lnTo>
                <a:lnTo>
                  <a:pt x="204978" y="4599787"/>
                </a:lnTo>
                <a:lnTo>
                  <a:pt x="207314" y="4604499"/>
                </a:lnTo>
                <a:lnTo>
                  <a:pt x="209143" y="4606099"/>
                </a:lnTo>
                <a:lnTo>
                  <a:pt x="214134" y="4607776"/>
                </a:lnTo>
                <a:lnTo>
                  <a:pt x="216560" y="4607611"/>
                </a:lnTo>
                <a:lnTo>
                  <a:pt x="221272" y="4605274"/>
                </a:lnTo>
                <a:lnTo>
                  <a:pt x="222872" y="4603445"/>
                </a:lnTo>
                <a:lnTo>
                  <a:pt x="224548" y="4598467"/>
                </a:lnTo>
                <a:close/>
              </a:path>
              <a:path w="9475470" h="4709795">
                <a:moveTo>
                  <a:pt x="235280" y="110972"/>
                </a:moveTo>
                <a:lnTo>
                  <a:pt x="233603" y="105981"/>
                </a:lnTo>
                <a:lnTo>
                  <a:pt x="232003" y="104152"/>
                </a:lnTo>
                <a:lnTo>
                  <a:pt x="227291" y="101815"/>
                </a:lnTo>
                <a:lnTo>
                  <a:pt x="224866" y="101650"/>
                </a:lnTo>
                <a:lnTo>
                  <a:pt x="219887" y="103327"/>
                </a:lnTo>
                <a:lnTo>
                  <a:pt x="218059" y="104927"/>
                </a:lnTo>
                <a:lnTo>
                  <a:pt x="215709" y="109639"/>
                </a:lnTo>
                <a:lnTo>
                  <a:pt x="215544" y="112064"/>
                </a:lnTo>
                <a:lnTo>
                  <a:pt x="217233" y="117043"/>
                </a:lnTo>
                <a:lnTo>
                  <a:pt x="218821" y="118884"/>
                </a:lnTo>
                <a:lnTo>
                  <a:pt x="223532" y="121221"/>
                </a:lnTo>
                <a:lnTo>
                  <a:pt x="225958" y="121386"/>
                </a:lnTo>
                <a:lnTo>
                  <a:pt x="230949" y="119710"/>
                </a:lnTo>
                <a:lnTo>
                  <a:pt x="232778" y="118110"/>
                </a:lnTo>
                <a:lnTo>
                  <a:pt x="235115" y="113398"/>
                </a:lnTo>
                <a:lnTo>
                  <a:pt x="235280" y="110972"/>
                </a:lnTo>
                <a:close/>
              </a:path>
              <a:path w="9475470" h="4709795">
                <a:moveTo>
                  <a:pt x="258686" y="4581537"/>
                </a:moveTo>
                <a:lnTo>
                  <a:pt x="258521" y="4579112"/>
                </a:lnTo>
                <a:lnTo>
                  <a:pt x="256184" y="4574400"/>
                </a:lnTo>
                <a:lnTo>
                  <a:pt x="254355" y="4572800"/>
                </a:lnTo>
                <a:lnTo>
                  <a:pt x="249364" y="4571123"/>
                </a:lnTo>
                <a:lnTo>
                  <a:pt x="246951" y="4571289"/>
                </a:lnTo>
                <a:lnTo>
                  <a:pt x="242227" y="4573625"/>
                </a:lnTo>
                <a:lnTo>
                  <a:pt x="240626" y="4575454"/>
                </a:lnTo>
                <a:lnTo>
                  <a:pt x="238950" y="4580433"/>
                </a:lnTo>
                <a:lnTo>
                  <a:pt x="239115" y="4582858"/>
                </a:lnTo>
                <a:lnTo>
                  <a:pt x="241452" y="4587570"/>
                </a:lnTo>
                <a:lnTo>
                  <a:pt x="243281" y="4589170"/>
                </a:lnTo>
                <a:lnTo>
                  <a:pt x="248272" y="4590847"/>
                </a:lnTo>
                <a:lnTo>
                  <a:pt x="250698" y="4590681"/>
                </a:lnTo>
                <a:lnTo>
                  <a:pt x="255409" y="4588345"/>
                </a:lnTo>
                <a:lnTo>
                  <a:pt x="257009" y="4586516"/>
                </a:lnTo>
                <a:lnTo>
                  <a:pt x="258686" y="4581537"/>
                </a:lnTo>
                <a:close/>
              </a:path>
              <a:path w="9475470" h="4709795">
                <a:moveTo>
                  <a:pt x="269417" y="127914"/>
                </a:moveTo>
                <a:lnTo>
                  <a:pt x="267741" y="122923"/>
                </a:lnTo>
                <a:lnTo>
                  <a:pt x="266141" y="121094"/>
                </a:lnTo>
                <a:lnTo>
                  <a:pt x="261429" y="118757"/>
                </a:lnTo>
                <a:lnTo>
                  <a:pt x="259003" y="118592"/>
                </a:lnTo>
                <a:lnTo>
                  <a:pt x="254012" y="120269"/>
                </a:lnTo>
                <a:lnTo>
                  <a:pt x="252183" y="121869"/>
                </a:lnTo>
                <a:lnTo>
                  <a:pt x="249847" y="126580"/>
                </a:lnTo>
                <a:lnTo>
                  <a:pt x="249682" y="129006"/>
                </a:lnTo>
                <a:lnTo>
                  <a:pt x="251358" y="133985"/>
                </a:lnTo>
                <a:lnTo>
                  <a:pt x="252958" y="135826"/>
                </a:lnTo>
                <a:lnTo>
                  <a:pt x="257670" y="138163"/>
                </a:lnTo>
                <a:lnTo>
                  <a:pt x="260096" y="138328"/>
                </a:lnTo>
                <a:lnTo>
                  <a:pt x="265074" y="136652"/>
                </a:lnTo>
                <a:lnTo>
                  <a:pt x="266903" y="135051"/>
                </a:lnTo>
                <a:lnTo>
                  <a:pt x="269252" y="130340"/>
                </a:lnTo>
                <a:lnTo>
                  <a:pt x="269417" y="127914"/>
                </a:lnTo>
                <a:close/>
              </a:path>
              <a:path w="9475470" h="4709795">
                <a:moveTo>
                  <a:pt x="292823" y="4564608"/>
                </a:moveTo>
                <a:lnTo>
                  <a:pt x="292658" y="4562183"/>
                </a:lnTo>
                <a:lnTo>
                  <a:pt x="290322" y="4557471"/>
                </a:lnTo>
                <a:lnTo>
                  <a:pt x="288493" y="4555871"/>
                </a:lnTo>
                <a:lnTo>
                  <a:pt x="283502" y="4554194"/>
                </a:lnTo>
                <a:lnTo>
                  <a:pt x="281076" y="4554359"/>
                </a:lnTo>
                <a:lnTo>
                  <a:pt x="276364" y="4556696"/>
                </a:lnTo>
                <a:lnTo>
                  <a:pt x="274764" y="4558525"/>
                </a:lnTo>
                <a:lnTo>
                  <a:pt x="273088" y="4563516"/>
                </a:lnTo>
                <a:lnTo>
                  <a:pt x="273253" y="4565929"/>
                </a:lnTo>
                <a:lnTo>
                  <a:pt x="275590" y="4570654"/>
                </a:lnTo>
                <a:lnTo>
                  <a:pt x="277418" y="4572241"/>
                </a:lnTo>
                <a:lnTo>
                  <a:pt x="282409" y="4573930"/>
                </a:lnTo>
                <a:lnTo>
                  <a:pt x="284822" y="4573765"/>
                </a:lnTo>
                <a:lnTo>
                  <a:pt x="289547" y="4571428"/>
                </a:lnTo>
                <a:lnTo>
                  <a:pt x="291147" y="4569599"/>
                </a:lnTo>
                <a:lnTo>
                  <a:pt x="292823" y="4564608"/>
                </a:lnTo>
                <a:close/>
              </a:path>
              <a:path w="9475470" h="4709795">
                <a:moveTo>
                  <a:pt x="303542" y="144856"/>
                </a:moveTo>
                <a:lnTo>
                  <a:pt x="301866" y="139865"/>
                </a:lnTo>
                <a:lnTo>
                  <a:pt x="300266" y="138036"/>
                </a:lnTo>
                <a:lnTo>
                  <a:pt x="295554" y="135699"/>
                </a:lnTo>
                <a:lnTo>
                  <a:pt x="293128" y="135534"/>
                </a:lnTo>
                <a:lnTo>
                  <a:pt x="288137" y="137210"/>
                </a:lnTo>
                <a:lnTo>
                  <a:pt x="286308" y="138811"/>
                </a:lnTo>
                <a:lnTo>
                  <a:pt x="283972" y="143522"/>
                </a:lnTo>
                <a:lnTo>
                  <a:pt x="283806" y="145948"/>
                </a:lnTo>
                <a:lnTo>
                  <a:pt x="285483" y="150926"/>
                </a:lnTo>
                <a:lnTo>
                  <a:pt x="287083" y="152755"/>
                </a:lnTo>
                <a:lnTo>
                  <a:pt x="291795" y="155105"/>
                </a:lnTo>
                <a:lnTo>
                  <a:pt x="294220" y="155270"/>
                </a:lnTo>
                <a:lnTo>
                  <a:pt x="299212" y="153593"/>
                </a:lnTo>
                <a:lnTo>
                  <a:pt x="301040" y="151993"/>
                </a:lnTo>
                <a:lnTo>
                  <a:pt x="303377" y="147281"/>
                </a:lnTo>
                <a:lnTo>
                  <a:pt x="303542" y="144856"/>
                </a:lnTo>
                <a:close/>
              </a:path>
              <a:path w="9475470" h="4709795">
                <a:moveTo>
                  <a:pt x="326961" y="4547679"/>
                </a:moveTo>
                <a:lnTo>
                  <a:pt x="326796" y="4545254"/>
                </a:lnTo>
                <a:lnTo>
                  <a:pt x="324459" y="4540542"/>
                </a:lnTo>
                <a:lnTo>
                  <a:pt x="322630" y="4538942"/>
                </a:lnTo>
                <a:lnTo>
                  <a:pt x="317639" y="4537265"/>
                </a:lnTo>
                <a:lnTo>
                  <a:pt x="315214" y="4537430"/>
                </a:lnTo>
                <a:lnTo>
                  <a:pt x="310502" y="4539767"/>
                </a:lnTo>
                <a:lnTo>
                  <a:pt x="308902" y="4541596"/>
                </a:lnTo>
                <a:lnTo>
                  <a:pt x="307225" y="4546587"/>
                </a:lnTo>
                <a:lnTo>
                  <a:pt x="307390" y="4549013"/>
                </a:lnTo>
                <a:lnTo>
                  <a:pt x="309727" y="4553724"/>
                </a:lnTo>
                <a:lnTo>
                  <a:pt x="311556" y="4555325"/>
                </a:lnTo>
                <a:lnTo>
                  <a:pt x="316534" y="4557001"/>
                </a:lnTo>
                <a:lnTo>
                  <a:pt x="318960" y="4556836"/>
                </a:lnTo>
                <a:lnTo>
                  <a:pt x="323684" y="4554499"/>
                </a:lnTo>
                <a:lnTo>
                  <a:pt x="325272" y="4552670"/>
                </a:lnTo>
                <a:lnTo>
                  <a:pt x="326961" y="4547679"/>
                </a:lnTo>
                <a:close/>
              </a:path>
              <a:path w="9475470" h="4709795">
                <a:moveTo>
                  <a:pt x="337667" y="161798"/>
                </a:moveTo>
                <a:lnTo>
                  <a:pt x="335991" y="156806"/>
                </a:lnTo>
                <a:lnTo>
                  <a:pt x="334391" y="154978"/>
                </a:lnTo>
                <a:lnTo>
                  <a:pt x="329679" y="152641"/>
                </a:lnTo>
                <a:lnTo>
                  <a:pt x="327253" y="152476"/>
                </a:lnTo>
                <a:lnTo>
                  <a:pt x="322275" y="154152"/>
                </a:lnTo>
                <a:lnTo>
                  <a:pt x="320433" y="155752"/>
                </a:lnTo>
                <a:lnTo>
                  <a:pt x="318096" y="160464"/>
                </a:lnTo>
                <a:lnTo>
                  <a:pt x="317931" y="162890"/>
                </a:lnTo>
                <a:lnTo>
                  <a:pt x="319608" y="167868"/>
                </a:lnTo>
                <a:lnTo>
                  <a:pt x="321208" y="169697"/>
                </a:lnTo>
                <a:lnTo>
                  <a:pt x="325920" y="172046"/>
                </a:lnTo>
                <a:lnTo>
                  <a:pt x="328345" y="172212"/>
                </a:lnTo>
                <a:lnTo>
                  <a:pt x="333336" y="170535"/>
                </a:lnTo>
                <a:lnTo>
                  <a:pt x="335165" y="168935"/>
                </a:lnTo>
                <a:lnTo>
                  <a:pt x="337502" y="164223"/>
                </a:lnTo>
                <a:lnTo>
                  <a:pt x="337667" y="161798"/>
                </a:lnTo>
                <a:close/>
              </a:path>
              <a:path w="9475470" h="4709795">
                <a:moveTo>
                  <a:pt x="361099" y="4530750"/>
                </a:moveTo>
                <a:lnTo>
                  <a:pt x="360934" y="4528337"/>
                </a:lnTo>
                <a:lnTo>
                  <a:pt x="358597" y="4523613"/>
                </a:lnTo>
                <a:lnTo>
                  <a:pt x="356768" y="4522025"/>
                </a:lnTo>
                <a:lnTo>
                  <a:pt x="351777" y="4520336"/>
                </a:lnTo>
                <a:lnTo>
                  <a:pt x="349351" y="4520501"/>
                </a:lnTo>
                <a:lnTo>
                  <a:pt x="344639" y="4522838"/>
                </a:lnTo>
                <a:lnTo>
                  <a:pt x="343039" y="4524667"/>
                </a:lnTo>
                <a:lnTo>
                  <a:pt x="341363" y="4529658"/>
                </a:lnTo>
                <a:lnTo>
                  <a:pt x="341528" y="4532084"/>
                </a:lnTo>
                <a:lnTo>
                  <a:pt x="343865" y="4536795"/>
                </a:lnTo>
                <a:lnTo>
                  <a:pt x="345694" y="4538396"/>
                </a:lnTo>
                <a:lnTo>
                  <a:pt x="350672" y="4540072"/>
                </a:lnTo>
                <a:lnTo>
                  <a:pt x="353098" y="4539907"/>
                </a:lnTo>
                <a:lnTo>
                  <a:pt x="357809" y="4537570"/>
                </a:lnTo>
                <a:lnTo>
                  <a:pt x="359410" y="4535741"/>
                </a:lnTo>
                <a:lnTo>
                  <a:pt x="361099" y="4530750"/>
                </a:lnTo>
                <a:close/>
              </a:path>
              <a:path w="9475470" h="4709795">
                <a:moveTo>
                  <a:pt x="371792" y="178739"/>
                </a:moveTo>
                <a:lnTo>
                  <a:pt x="370116" y="173748"/>
                </a:lnTo>
                <a:lnTo>
                  <a:pt x="368528" y="171919"/>
                </a:lnTo>
                <a:lnTo>
                  <a:pt x="363804" y="169583"/>
                </a:lnTo>
                <a:lnTo>
                  <a:pt x="361378" y="169418"/>
                </a:lnTo>
                <a:lnTo>
                  <a:pt x="356400" y="171094"/>
                </a:lnTo>
                <a:lnTo>
                  <a:pt x="354571" y="172694"/>
                </a:lnTo>
                <a:lnTo>
                  <a:pt x="352234" y="177406"/>
                </a:lnTo>
                <a:lnTo>
                  <a:pt x="352069" y="179832"/>
                </a:lnTo>
                <a:lnTo>
                  <a:pt x="353745" y="184810"/>
                </a:lnTo>
                <a:lnTo>
                  <a:pt x="355333" y="186639"/>
                </a:lnTo>
                <a:lnTo>
                  <a:pt x="360057" y="188988"/>
                </a:lnTo>
                <a:lnTo>
                  <a:pt x="362470" y="189153"/>
                </a:lnTo>
                <a:lnTo>
                  <a:pt x="367461" y="187477"/>
                </a:lnTo>
                <a:lnTo>
                  <a:pt x="369290" y="185877"/>
                </a:lnTo>
                <a:lnTo>
                  <a:pt x="371627" y="181165"/>
                </a:lnTo>
                <a:lnTo>
                  <a:pt x="371792" y="178739"/>
                </a:lnTo>
                <a:close/>
              </a:path>
              <a:path w="9475470" h="4709795">
                <a:moveTo>
                  <a:pt x="395224" y="4513834"/>
                </a:moveTo>
                <a:lnTo>
                  <a:pt x="395071" y="4511408"/>
                </a:lnTo>
                <a:lnTo>
                  <a:pt x="392734" y="4506696"/>
                </a:lnTo>
                <a:lnTo>
                  <a:pt x="390893" y="4505096"/>
                </a:lnTo>
                <a:lnTo>
                  <a:pt x="385914" y="4503420"/>
                </a:lnTo>
                <a:lnTo>
                  <a:pt x="383489" y="4503585"/>
                </a:lnTo>
                <a:lnTo>
                  <a:pt x="378777" y="4505922"/>
                </a:lnTo>
                <a:lnTo>
                  <a:pt x="377177" y="4507750"/>
                </a:lnTo>
                <a:lnTo>
                  <a:pt x="375500" y="4512729"/>
                </a:lnTo>
                <a:lnTo>
                  <a:pt x="375666" y="4515155"/>
                </a:lnTo>
                <a:lnTo>
                  <a:pt x="378002" y="4519866"/>
                </a:lnTo>
                <a:lnTo>
                  <a:pt x="379831" y="4521466"/>
                </a:lnTo>
                <a:lnTo>
                  <a:pt x="384810" y="4523143"/>
                </a:lnTo>
                <a:lnTo>
                  <a:pt x="387235" y="4522978"/>
                </a:lnTo>
                <a:lnTo>
                  <a:pt x="391947" y="4520641"/>
                </a:lnTo>
                <a:lnTo>
                  <a:pt x="393547" y="4518812"/>
                </a:lnTo>
                <a:lnTo>
                  <a:pt x="395224" y="4513834"/>
                </a:lnTo>
                <a:close/>
              </a:path>
              <a:path w="9475470" h="4709795">
                <a:moveTo>
                  <a:pt x="405930" y="195681"/>
                </a:moveTo>
                <a:lnTo>
                  <a:pt x="404253" y="190690"/>
                </a:lnTo>
                <a:lnTo>
                  <a:pt x="402653" y="188861"/>
                </a:lnTo>
                <a:lnTo>
                  <a:pt x="397941" y="186524"/>
                </a:lnTo>
                <a:lnTo>
                  <a:pt x="395516" y="186359"/>
                </a:lnTo>
                <a:lnTo>
                  <a:pt x="390525" y="188036"/>
                </a:lnTo>
                <a:lnTo>
                  <a:pt x="388696" y="189636"/>
                </a:lnTo>
                <a:lnTo>
                  <a:pt x="386359" y="194348"/>
                </a:lnTo>
                <a:lnTo>
                  <a:pt x="386194" y="196773"/>
                </a:lnTo>
                <a:lnTo>
                  <a:pt x="387870" y="201752"/>
                </a:lnTo>
                <a:lnTo>
                  <a:pt x="389470" y="203581"/>
                </a:lnTo>
                <a:lnTo>
                  <a:pt x="394182" y="205930"/>
                </a:lnTo>
                <a:lnTo>
                  <a:pt x="396608" y="206095"/>
                </a:lnTo>
                <a:lnTo>
                  <a:pt x="401586" y="204419"/>
                </a:lnTo>
                <a:lnTo>
                  <a:pt x="403415" y="202819"/>
                </a:lnTo>
                <a:lnTo>
                  <a:pt x="405765" y="198107"/>
                </a:lnTo>
                <a:lnTo>
                  <a:pt x="405930" y="195681"/>
                </a:lnTo>
                <a:close/>
              </a:path>
              <a:path w="9475470" h="4709795">
                <a:moveTo>
                  <a:pt x="429361" y="4496905"/>
                </a:moveTo>
                <a:lnTo>
                  <a:pt x="429196" y="4494479"/>
                </a:lnTo>
                <a:lnTo>
                  <a:pt x="426859" y="4489767"/>
                </a:lnTo>
                <a:lnTo>
                  <a:pt x="425030" y="4488167"/>
                </a:lnTo>
                <a:lnTo>
                  <a:pt x="420052" y="4486491"/>
                </a:lnTo>
                <a:lnTo>
                  <a:pt x="417626" y="4486656"/>
                </a:lnTo>
                <a:lnTo>
                  <a:pt x="412915" y="4488993"/>
                </a:lnTo>
                <a:lnTo>
                  <a:pt x="411314" y="4490821"/>
                </a:lnTo>
                <a:lnTo>
                  <a:pt x="409625" y="4495800"/>
                </a:lnTo>
                <a:lnTo>
                  <a:pt x="409790" y="4498225"/>
                </a:lnTo>
                <a:lnTo>
                  <a:pt x="412127" y="4502937"/>
                </a:lnTo>
                <a:lnTo>
                  <a:pt x="413969" y="4504537"/>
                </a:lnTo>
                <a:lnTo>
                  <a:pt x="418947" y="4506226"/>
                </a:lnTo>
                <a:lnTo>
                  <a:pt x="421373" y="4506061"/>
                </a:lnTo>
                <a:lnTo>
                  <a:pt x="426085" y="4503725"/>
                </a:lnTo>
                <a:lnTo>
                  <a:pt x="427685" y="4501883"/>
                </a:lnTo>
                <a:lnTo>
                  <a:pt x="429361" y="4496905"/>
                </a:lnTo>
                <a:close/>
              </a:path>
              <a:path w="9475470" h="4709795">
                <a:moveTo>
                  <a:pt x="440055" y="212623"/>
                </a:moveTo>
                <a:lnTo>
                  <a:pt x="438378" y="207632"/>
                </a:lnTo>
                <a:lnTo>
                  <a:pt x="436778" y="205803"/>
                </a:lnTo>
                <a:lnTo>
                  <a:pt x="432066" y="203466"/>
                </a:lnTo>
                <a:lnTo>
                  <a:pt x="429641" y="203301"/>
                </a:lnTo>
                <a:lnTo>
                  <a:pt x="424649" y="204978"/>
                </a:lnTo>
                <a:lnTo>
                  <a:pt x="422821" y="206578"/>
                </a:lnTo>
                <a:lnTo>
                  <a:pt x="420484" y="211289"/>
                </a:lnTo>
                <a:lnTo>
                  <a:pt x="420319" y="213715"/>
                </a:lnTo>
                <a:lnTo>
                  <a:pt x="421995" y="218694"/>
                </a:lnTo>
                <a:lnTo>
                  <a:pt x="423595" y="220522"/>
                </a:lnTo>
                <a:lnTo>
                  <a:pt x="428307" y="222872"/>
                </a:lnTo>
                <a:lnTo>
                  <a:pt x="430733" y="223037"/>
                </a:lnTo>
                <a:lnTo>
                  <a:pt x="435724" y="221361"/>
                </a:lnTo>
                <a:lnTo>
                  <a:pt x="437553" y="219760"/>
                </a:lnTo>
                <a:lnTo>
                  <a:pt x="439889" y="215049"/>
                </a:lnTo>
                <a:lnTo>
                  <a:pt x="440055" y="212623"/>
                </a:lnTo>
                <a:close/>
              </a:path>
              <a:path w="9475470" h="4709795">
                <a:moveTo>
                  <a:pt x="463499" y="4479976"/>
                </a:moveTo>
                <a:lnTo>
                  <a:pt x="463334" y="4477550"/>
                </a:lnTo>
                <a:lnTo>
                  <a:pt x="460997" y="4472838"/>
                </a:lnTo>
                <a:lnTo>
                  <a:pt x="459168" y="4471238"/>
                </a:lnTo>
                <a:lnTo>
                  <a:pt x="454190" y="4469562"/>
                </a:lnTo>
                <a:lnTo>
                  <a:pt x="451764" y="4469727"/>
                </a:lnTo>
                <a:lnTo>
                  <a:pt x="447052" y="4472063"/>
                </a:lnTo>
                <a:lnTo>
                  <a:pt x="445452" y="4473892"/>
                </a:lnTo>
                <a:lnTo>
                  <a:pt x="443763" y="4478883"/>
                </a:lnTo>
                <a:lnTo>
                  <a:pt x="443928" y="4481309"/>
                </a:lnTo>
                <a:lnTo>
                  <a:pt x="446265" y="4486021"/>
                </a:lnTo>
                <a:lnTo>
                  <a:pt x="448094" y="4487621"/>
                </a:lnTo>
                <a:lnTo>
                  <a:pt x="453085" y="4489297"/>
                </a:lnTo>
                <a:lnTo>
                  <a:pt x="455510" y="4489132"/>
                </a:lnTo>
                <a:lnTo>
                  <a:pt x="460222" y="4486795"/>
                </a:lnTo>
                <a:lnTo>
                  <a:pt x="461822" y="4484967"/>
                </a:lnTo>
                <a:lnTo>
                  <a:pt x="463499" y="4479976"/>
                </a:lnTo>
                <a:close/>
              </a:path>
              <a:path w="9475470" h="4709795">
                <a:moveTo>
                  <a:pt x="474179" y="229565"/>
                </a:moveTo>
                <a:lnTo>
                  <a:pt x="472503" y="224574"/>
                </a:lnTo>
                <a:lnTo>
                  <a:pt x="470903" y="222745"/>
                </a:lnTo>
                <a:lnTo>
                  <a:pt x="466191" y="220408"/>
                </a:lnTo>
                <a:lnTo>
                  <a:pt x="463765" y="220243"/>
                </a:lnTo>
                <a:lnTo>
                  <a:pt x="458787" y="221919"/>
                </a:lnTo>
                <a:lnTo>
                  <a:pt x="456958" y="223520"/>
                </a:lnTo>
                <a:lnTo>
                  <a:pt x="454609" y="228231"/>
                </a:lnTo>
                <a:lnTo>
                  <a:pt x="454444" y="230657"/>
                </a:lnTo>
                <a:lnTo>
                  <a:pt x="456120" y="235635"/>
                </a:lnTo>
                <a:lnTo>
                  <a:pt x="457720" y="237464"/>
                </a:lnTo>
                <a:lnTo>
                  <a:pt x="462432" y="239814"/>
                </a:lnTo>
                <a:lnTo>
                  <a:pt x="464858" y="239979"/>
                </a:lnTo>
                <a:lnTo>
                  <a:pt x="469849" y="238302"/>
                </a:lnTo>
                <a:lnTo>
                  <a:pt x="471678" y="236702"/>
                </a:lnTo>
                <a:lnTo>
                  <a:pt x="474014" y="231990"/>
                </a:lnTo>
                <a:lnTo>
                  <a:pt x="474179" y="229565"/>
                </a:lnTo>
                <a:close/>
              </a:path>
              <a:path w="9475470" h="4709795">
                <a:moveTo>
                  <a:pt x="497636" y="4463046"/>
                </a:moveTo>
                <a:lnTo>
                  <a:pt x="497471" y="4460633"/>
                </a:lnTo>
                <a:lnTo>
                  <a:pt x="495134" y="4455909"/>
                </a:lnTo>
                <a:lnTo>
                  <a:pt x="493306" y="4454322"/>
                </a:lnTo>
                <a:lnTo>
                  <a:pt x="488327" y="4452632"/>
                </a:lnTo>
                <a:lnTo>
                  <a:pt x="485902" y="4452798"/>
                </a:lnTo>
                <a:lnTo>
                  <a:pt x="481177" y="4455134"/>
                </a:lnTo>
                <a:lnTo>
                  <a:pt x="479590" y="4456963"/>
                </a:lnTo>
                <a:lnTo>
                  <a:pt x="477901" y="4461954"/>
                </a:lnTo>
                <a:lnTo>
                  <a:pt x="478066" y="4464380"/>
                </a:lnTo>
                <a:lnTo>
                  <a:pt x="480402" y="4469092"/>
                </a:lnTo>
                <a:lnTo>
                  <a:pt x="482231" y="4470692"/>
                </a:lnTo>
                <a:lnTo>
                  <a:pt x="487222" y="4472368"/>
                </a:lnTo>
                <a:lnTo>
                  <a:pt x="489648" y="4472203"/>
                </a:lnTo>
                <a:lnTo>
                  <a:pt x="494360" y="4469866"/>
                </a:lnTo>
                <a:lnTo>
                  <a:pt x="495960" y="4468038"/>
                </a:lnTo>
                <a:lnTo>
                  <a:pt x="497636" y="4463046"/>
                </a:lnTo>
                <a:close/>
              </a:path>
              <a:path w="9475470" h="4709795">
                <a:moveTo>
                  <a:pt x="508304" y="246507"/>
                </a:moveTo>
                <a:lnTo>
                  <a:pt x="506628" y="241515"/>
                </a:lnTo>
                <a:lnTo>
                  <a:pt x="505040" y="239687"/>
                </a:lnTo>
                <a:lnTo>
                  <a:pt x="500316" y="237350"/>
                </a:lnTo>
                <a:lnTo>
                  <a:pt x="497903" y="237185"/>
                </a:lnTo>
                <a:lnTo>
                  <a:pt x="492912" y="238861"/>
                </a:lnTo>
                <a:lnTo>
                  <a:pt x="491083" y="240461"/>
                </a:lnTo>
                <a:lnTo>
                  <a:pt x="488746" y="245173"/>
                </a:lnTo>
                <a:lnTo>
                  <a:pt x="488581" y="247599"/>
                </a:lnTo>
                <a:lnTo>
                  <a:pt x="490258" y="252577"/>
                </a:lnTo>
                <a:lnTo>
                  <a:pt x="491845" y="254406"/>
                </a:lnTo>
                <a:lnTo>
                  <a:pt x="496570" y="256755"/>
                </a:lnTo>
                <a:lnTo>
                  <a:pt x="498995" y="256921"/>
                </a:lnTo>
                <a:lnTo>
                  <a:pt x="503974" y="255244"/>
                </a:lnTo>
                <a:lnTo>
                  <a:pt x="505802" y="253644"/>
                </a:lnTo>
                <a:lnTo>
                  <a:pt x="508139" y="248932"/>
                </a:lnTo>
                <a:lnTo>
                  <a:pt x="508304" y="246507"/>
                </a:lnTo>
                <a:close/>
              </a:path>
              <a:path w="9475470" h="4709795">
                <a:moveTo>
                  <a:pt x="531774" y="4446130"/>
                </a:moveTo>
                <a:lnTo>
                  <a:pt x="531609" y="4443704"/>
                </a:lnTo>
                <a:lnTo>
                  <a:pt x="529272" y="4438993"/>
                </a:lnTo>
                <a:lnTo>
                  <a:pt x="527443" y="4437392"/>
                </a:lnTo>
                <a:lnTo>
                  <a:pt x="522452" y="4435716"/>
                </a:lnTo>
                <a:lnTo>
                  <a:pt x="520026" y="4435868"/>
                </a:lnTo>
                <a:lnTo>
                  <a:pt x="515315" y="4438218"/>
                </a:lnTo>
                <a:lnTo>
                  <a:pt x="513715" y="4440047"/>
                </a:lnTo>
                <a:lnTo>
                  <a:pt x="512038" y="4445025"/>
                </a:lnTo>
                <a:lnTo>
                  <a:pt x="512203" y="4447451"/>
                </a:lnTo>
                <a:lnTo>
                  <a:pt x="514540" y="4452163"/>
                </a:lnTo>
                <a:lnTo>
                  <a:pt x="516369" y="4453763"/>
                </a:lnTo>
                <a:lnTo>
                  <a:pt x="521360" y="4455439"/>
                </a:lnTo>
                <a:lnTo>
                  <a:pt x="523786" y="4455274"/>
                </a:lnTo>
                <a:lnTo>
                  <a:pt x="528497" y="4452937"/>
                </a:lnTo>
                <a:lnTo>
                  <a:pt x="530098" y="4451108"/>
                </a:lnTo>
                <a:lnTo>
                  <a:pt x="531774" y="4446130"/>
                </a:lnTo>
                <a:close/>
              </a:path>
              <a:path w="9475470" h="4709795">
                <a:moveTo>
                  <a:pt x="542442" y="263448"/>
                </a:moveTo>
                <a:lnTo>
                  <a:pt x="540766" y="258457"/>
                </a:lnTo>
                <a:lnTo>
                  <a:pt x="539165" y="256628"/>
                </a:lnTo>
                <a:lnTo>
                  <a:pt x="534454" y="254292"/>
                </a:lnTo>
                <a:lnTo>
                  <a:pt x="532028" y="254127"/>
                </a:lnTo>
                <a:lnTo>
                  <a:pt x="527037" y="255803"/>
                </a:lnTo>
                <a:lnTo>
                  <a:pt x="525208" y="257403"/>
                </a:lnTo>
                <a:lnTo>
                  <a:pt x="522871" y="262115"/>
                </a:lnTo>
                <a:lnTo>
                  <a:pt x="522706" y="264541"/>
                </a:lnTo>
                <a:lnTo>
                  <a:pt x="524383" y="269519"/>
                </a:lnTo>
                <a:lnTo>
                  <a:pt x="525983" y="271348"/>
                </a:lnTo>
                <a:lnTo>
                  <a:pt x="530694" y="273697"/>
                </a:lnTo>
                <a:lnTo>
                  <a:pt x="533120" y="273862"/>
                </a:lnTo>
                <a:lnTo>
                  <a:pt x="538099" y="272173"/>
                </a:lnTo>
                <a:lnTo>
                  <a:pt x="539940" y="270586"/>
                </a:lnTo>
                <a:lnTo>
                  <a:pt x="542277" y="265874"/>
                </a:lnTo>
                <a:lnTo>
                  <a:pt x="542442" y="263448"/>
                </a:lnTo>
                <a:close/>
              </a:path>
              <a:path w="9475470" h="4709795">
                <a:moveTo>
                  <a:pt x="565912" y="4429201"/>
                </a:moveTo>
                <a:lnTo>
                  <a:pt x="565746" y="4426775"/>
                </a:lnTo>
                <a:lnTo>
                  <a:pt x="563410" y="4422064"/>
                </a:lnTo>
                <a:lnTo>
                  <a:pt x="561581" y="4420463"/>
                </a:lnTo>
                <a:lnTo>
                  <a:pt x="556590" y="4418787"/>
                </a:lnTo>
                <a:lnTo>
                  <a:pt x="554164" y="4418952"/>
                </a:lnTo>
                <a:lnTo>
                  <a:pt x="549452" y="4421289"/>
                </a:lnTo>
                <a:lnTo>
                  <a:pt x="547852" y="4423118"/>
                </a:lnTo>
                <a:lnTo>
                  <a:pt x="546176" y="4428096"/>
                </a:lnTo>
                <a:lnTo>
                  <a:pt x="546341" y="4430522"/>
                </a:lnTo>
                <a:lnTo>
                  <a:pt x="548678" y="4435233"/>
                </a:lnTo>
                <a:lnTo>
                  <a:pt x="550506" y="4436834"/>
                </a:lnTo>
                <a:lnTo>
                  <a:pt x="555498" y="4438523"/>
                </a:lnTo>
                <a:lnTo>
                  <a:pt x="557911" y="4438358"/>
                </a:lnTo>
                <a:lnTo>
                  <a:pt x="562635" y="4436021"/>
                </a:lnTo>
                <a:lnTo>
                  <a:pt x="564235" y="4434179"/>
                </a:lnTo>
                <a:lnTo>
                  <a:pt x="565912" y="4429201"/>
                </a:lnTo>
                <a:close/>
              </a:path>
              <a:path w="9475470" h="4709795">
                <a:moveTo>
                  <a:pt x="576567" y="280390"/>
                </a:moveTo>
                <a:lnTo>
                  <a:pt x="574890" y="275399"/>
                </a:lnTo>
                <a:lnTo>
                  <a:pt x="573290" y="273570"/>
                </a:lnTo>
                <a:lnTo>
                  <a:pt x="568579" y="271233"/>
                </a:lnTo>
                <a:lnTo>
                  <a:pt x="566153" y="271068"/>
                </a:lnTo>
                <a:lnTo>
                  <a:pt x="561162" y="272745"/>
                </a:lnTo>
                <a:lnTo>
                  <a:pt x="559333" y="274345"/>
                </a:lnTo>
                <a:lnTo>
                  <a:pt x="556996" y="279057"/>
                </a:lnTo>
                <a:lnTo>
                  <a:pt x="556831" y="281482"/>
                </a:lnTo>
                <a:lnTo>
                  <a:pt x="558507" y="286461"/>
                </a:lnTo>
                <a:lnTo>
                  <a:pt x="560108" y="288290"/>
                </a:lnTo>
                <a:lnTo>
                  <a:pt x="564819" y="290639"/>
                </a:lnTo>
                <a:lnTo>
                  <a:pt x="567245" y="290804"/>
                </a:lnTo>
                <a:lnTo>
                  <a:pt x="572236" y="289115"/>
                </a:lnTo>
                <a:lnTo>
                  <a:pt x="574065" y="287528"/>
                </a:lnTo>
                <a:lnTo>
                  <a:pt x="576402" y="282816"/>
                </a:lnTo>
                <a:lnTo>
                  <a:pt x="576567" y="280390"/>
                </a:lnTo>
                <a:close/>
              </a:path>
              <a:path w="9475470" h="4709795">
                <a:moveTo>
                  <a:pt x="600049" y="4412272"/>
                </a:moveTo>
                <a:lnTo>
                  <a:pt x="599884" y="4409846"/>
                </a:lnTo>
                <a:lnTo>
                  <a:pt x="597547" y="4405134"/>
                </a:lnTo>
                <a:lnTo>
                  <a:pt x="595718" y="4403534"/>
                </a:lnTo>
                <a:lnTo>
                  <a:pt x="590727" y="4401858"/>
                </a:lnTo>
                <a:lnTo>
                  <a:pt x="588302" y="4402023"/>
                </a:lnTo>
                <a:lnTo>
                  <a:pt x="583590" y="4404360"/>
                </a:lnTo>
                <a:lnTo>
                  <a:pt x="581990" y="4406189"/>
                </a:lnTo>
                <a:lnTo>
                  <a:pt x="580313" y="4411180"/>
                </a:lnTo>
                <a:lnTo>
                  <a:pt x="580478" y="4413605"/>
                </a:lnTo>
                <a:lnTo>
                  <a:pt x="582815" y="4418317"/>
                </a:lnTo>
                <a:lnTo>
                  <a:pt x="584644" y="4419917"/>
                </a:lnTo>
                <a:lnTo>
                  <a:pt x="589622" y="4421594"/>
                </a:lnTo>
                <a:lnTo>
                  <a:pt x="592048" y="4421429"/>
                </a:lnTo>
                <a:lnTo>
                  <a:pt x="596773" y="4419092"/>
                </a:lnTo>
                <a:lnTo>
                  <a:pt x="598360" y="4417263"/>
                </a:lnTo>
                <a:lnTo>
                  <a:pt x="600049" y="4412272"/>
                </a:lnTo>
                <a:close/>
              </a:path>
              <a:path w="9475470" h="4709795">
                <a:moveTo>
                  <a:pt x="610692" y="297332"/>
                </a:moveTo>
                <a:lnTo>
                  <a:pt x="609015" y="292341"/>
                </a:lnTo>
                <a:lnTo>
                  <a:pt x="607415" y="290512"/>
                </a:lnTo>
                <a:lnTo>
                  <a:pt x="602703" y="288175"/>
                </a:lnTo>
                <a:lnTo>
                  <a:pt x="600278" y="288010"/>
                </a:lnTo>
                <a:lnTo>
                  <a:pt x="595299" y="289687"/>
                </a:lnTo>
                <a:lnTo>
                  <a:pt x="593471" y="291287"/>
                </a:lnTo>
                <a:lnTo>
                  <a:pt x="591121" y="295998"/>
                </a:lnTo>
                <a:lnTo>
                  <a:pt x="590956" y="298424"/>
                </a:lnTo>
                <a:lnTo>
                  <a:pt x="592632" y="303403"/>
                </a:lnTo>
                <a:lnTo>
                  <a:pt x="594233" y="305231"/>
                </a:lnTo>
                <a:lnTo>
                  <a:pt x="598944" y="307581"/>
                </a:lnTo>
                <a:lnTo>
                  <a:pt x="601370" y="307746"/>
                </a:lnTo>
                <a:lnTo>
                  <a:pt x="606361" y="306057"/>
                </a:lnTo>
                <a:lnTo>
                  <a:pt x="608190" y="304469"/>
                </a:lnTo>
                <a:lnTo>
                  <a:pt x="610527" y="299758"/>
                </a:lnTo>
                <a:lnTo>
                  <a:pt x="610692" y="297332"/>
                </a:lnTo>
                <a:close/>
              </a:path>
              <a:path w="9475470" h="4709795">
                <a:moveTo>
                  <a:pt x="634187" y="4395343"/>
                </a:moveTo>
                <a:lnTo>
                  <a:pt x="634022" y="4392917"/>
                </a:lnTo>
                <a:lnTo>
                  <a:pt x="631685" y="4388205"/>
                </a:lnTo>
                <a:lnTo>
                  <a:pt x="629856" y="4386618"/>
                </a:lnTo>
                <a:lnTo>
                  <a:pt x="624865" y="4384929"/>
                </a:lnTo>
                <a:lnTo>
                  <a:pt x="622439" y="4385094"/>
                </a:lnTo>
                <a:lnTo>
                  <a:pt x="617728" y="4387431"/>
                </a:lnTo>
                <a:lnTo>
                  <a:pt x="616127" y="4389259"/>
                </a:lnTo>
                <a:lnTo>
                  <a:pt x="614451" y="4394251"/>
                </a:lnTo>
                <a:lnTo>
                  <a:pt x="614616" y="4396676"/>
                </a:lnTo>
                <a:lnTo>
                  <a:pt x="616953" y="4401388"/>
                </a:lnTo>
                <a:lnTo>
                  <a:pt x="618782" y="4402988"/>
                </a:lnTo>
                <a:lnTo>
                  <a:pt x="623760" y="4404665"/>
                </a:lnTo>
                <a:lnTo>
                  <a:pt x="626186" y="4404499"/>
                </a:lnTo>
                <a:lnTo>
                  <a:pt x="630897" y="4402163"/>
                </a:lnTo>
                <a:lnTo>
                  <a:pt x="632498" y="4400334"/>
                </a:lnTo>
                <a:lnTo>
                  <a:pt x="634187" y="4395343"/>
                </a:lnTo>
                <a:close/>
              </a:path>
              <a:path w="9475470" h="4709795">
                <a:moveTo>
                  <a:pt x="644829" y="314274"/>
                </a:moveTo>
                <a:lnTo>
                  <a:pt x="643140" y="309283"/>
                </a:lnTo>
                <a:lnTo>
                  <a:pt x="641553" y="307454"/>
                </a:lnTo>
                <a:lnTo>
                  <a:pt x="636828" y="305117"/>
                </a:lnTo>
                <a:lnTo>
                  <a:pt x="634415" y="304952"/>
                </a:lnTo>
                <a:lnTo>
                  <a:pt x="629424" y="306628"/>
                </a:lnTo>
                <a:lnTo>
                  <a:pt x="627595" y="308229"/>
                </a:lnTo>
                <a:lnTo>
                  <a:pt x="625259" y="312940"/>
                </a:lnTo>
                <a:lnTo>
                  <a:pt x="625094" y="315366"/>
                </a:lnTo>
                <a:lnTo>
                  <a:pt x="626770" y="320344"/>
                </a:lnTo>
                <a:lnTo>
                  <a:pt x="628370" y="322173"/>
                </a:lnTo>
                <a:lnTo>
                  <a:pt x="633082" y="324523"/>
                </a:lnTo>
                <a:lnTo>
                  <a:pt x="635508" y="324688"/>
                </a:lnTo>
                <a:lnTo>
                  <a:pt x="640486" y="322999"/>
                </a:lnTo>
                <a:lnTo>
                  <a:pt x="642315" y="321411"/>
                </a:lnTo>
                <a:lnTo>
                  <a:pt x="644664" y="316699"/>
                </a:lnTo>
                <a:lnTo>
                  <a:pt x="644829" y="314274"/>
                </a:lnTo>
                <a:close/>
              </a:path>
              <a:path w="9475470" h="4709795">
                <a:moveTo>
                  <a:pt x="668312" y="4378426"/>
                </a:moveTo>
                <a:lnTo>
                  <a:pt x="668159" y="4376001"/>
                </a:lnTo>
                <a:lnTo>
                  <a:pt x="665822" y="4371289"/>
                </a:lnTo>
                <a:lnTo>
                  <a:pt x="663981" y="4369689"/>
                </a:lnTo>
                <a:lnTo>
                  <a:pt x="659003" y="4368000"/>
                </a:lnTo>
                <a:lnTo>
                  <a:pt x="656577" y="4368165"/>
                </a:lnTo>
                <a:lnTo>
                  <a:pt x="651865" y="4370502"/>
                </a:lnTo>
                <a:lnTo>
                  <a:pt x="650265" y="4372343"/>
                </a:lnTo>
                <a:lnTo>
                  <a:pt x="648589" y="4377321"/>
                </a:lnTo>
                <a:lnTo>
                  <a:pt x="648754" y="4379747"/>
                </a:lnTo>
                <a:lnTo>
                  <a:pt x="651090" y="4384459"/>
                </a:lnTo>
                <a:lnTo>
                  <a:pt x="652919" y="4386059"/>
                </a:lnTo>
                <a:lnTo>
                  <a:pt x="657898" y="4387735"/>
                </a:lnTo>
                <a:lnTo>
                  <a:pt x="660323" y="4387570"/>
                </a:lnTo>
                <a:lnTo>
                  <a:pt x="665035" y="4385234"/>
                </a:lnTo>
                <a:lnTo>
                  <a:pt x="666635" y="4383405"/>
                </a:lnTo>
                <a:lnTo>
                  <a:pt x="668312" y="4378426"/>
                </a:lnTo>
                <a:close/>
              </a:path>
              <a:path w="9475470" h="4709795">
                <a:moveTo>
                  <a:pt x="678954" y="331216"/>
                </a:moveTo>
                <a:lnTo>
                  <a:pt x="677278" y="326224"/>
                </a:lnTo>
                <a:lnTo>
                  <a:pt x="675678" y="324396"/>
                </a:lnTo>
                <a:lnTo>
                  <a:pt x="670966" y="322059"/>
                </a:lnTo>
                <a:lnTo>
                  <a:pt x="668540" y="321894"/>
                </a:lnTo>
                <a:lnTo>
                  <a:pt x="663549" y="323570"/>
                </a:lnTo>
                <a:lnTo>
                  <a:pt x="661720" y="325170"/>
                </a:lnTo>
                <a:lnTo>
                  <a:pt x="659384" y="329882"/>
                </a:lnTo>
                <a:lnTo>
                  <a:pt x="659218" y="332295"/>
                </a:lnTo>
                <a:lnTo>
                  <a:pt x="660895" y="337286"/>
                </a:lnTo>
                <a:lnTo>
                  <a:pt x="662495" y="339115"/>
                </a:lnTo>
                <a:lnTo>
                  <a:pt x="667207" y="341464"/>
                </a:lnTo>
                <a:lnTo>
                  <a:pt x="669632" y="341630"/>
                </a:lnTo>
                <a:lnTo>
                  <a:pt x="674611" y="339940"/>
                </a:lnTo>
                <a:lnTo>
                  <a:pt x="676452" y="338353"/>
                </a:lnTo>
                <a:lnTo>
                  <a:pt x="678789" y="333641"/>
                </a:lnTo>
                <a:lnTo>
                  <a:pt x="678954" y="331216"/>
                </a:lnTo>
                <a:close/>
              </a:path>
              <a:path w="9475470" h="4709795">
                <a:moveTo>
                  <a:pt x="702449" y="4361497"/>
                </a:moveTo>
                <a:lnTo>
                  <a:pt x="702284" y="4359072"/>
                </a:lnTo>
                <a:lnTo>
                  <a:pt x="699947" y="4354360"/>
                </a:lnTo>
                <a:lnTo>
                  <a:pt x="698119" y="4352760"/>
                </a:lnTo>
                <a:lnTo>
                  <a:pt x="693140" y="4351083"/>
                </a:lnTo>
                <a:lnTo>
                  <a:pt x="690714" y="4351248"/>
                </a:lnTo>
                <a:lnTo>
                  <a:pt x="686003" y="4353585"/>
                </a:lnTo>
                <a:lnTo>
                  <a:pt x="684403" y="4355414"/>
                </a:lnTo>
                <a:lnTo>
                  <a:pt x="682713" y="4360392"/>
                </a:lnTo>
                <a:lnTo>
                  <a:pt x="682879" y="4362818"/>
                </a:lnTo>
                <a:lnTo>
                  <a:pt x="685215" y="4367530"/>
                </a:lnTo>
                <a:lnTo>
                  <a:pt x="687057" y="4369130"/>
                </a:lnTo>
                <a:lnTo>
                  <a:pt x="692035" y="4370819"/>
                </a:lnTo>
                <a:lnTo>
                  <a:pt x="694461" y="4370654"/>
                </a:lnTo>
                <a:lnTo>
                  <a:pt x="699173" y="4368317"/>
                </a:lnTo>
                <a:lnTo>
                  <a:pt x="700773" y="4366476"/>
                </a:lnTo>
                <a:lnTo>
                  <a:pt x="702449" y="4361497"/>
                </a:lnTo>
                <a:close/>
              </a:path>
              <a:path w="9475470" h="4709795">
                <a:moveTo>
                  <a:pt x="713079" y="348157"/>
                </a:moveTo>
                <a:lnTo>
                  <a:pt x="711403" y="343166"/>
                </a:lnTo>
                <a:lnTo>
                  <a:pt x="709803" y="341337"/>
                </a:lnTo>
                <a:lnTo>
                  <a:pt x="705091" y="339001"/>
                </a:lnTo>
                <a:lnTo>
                  <a:pt x="702665" y="338836"/>
                </a:lnTo>
                <a:lnTo>
                  <a:pt x="697687" y="340512"/>
                </a:lnTo>
                <a:lnTo>
                  <a:pt x="695845" y="342112"/>
                </a:lnTo>
                <a:lnTo>
                  <a:pt x="693508" y="346824"/>
                </a:lnTo>
                <a:lnTo>
                  <a:pt x="693343" y="349237"/>
                </a:lnTo>
                <a:lnTo>
                  <a:pt x="695020" y="354228"/>
                </a:lnTo>
                <a:lnTo>
                  <a:pt x="696620" y="356057"/>
                </a:lnTo>
                <a:lnTo>
                  <a:pt x="701332" y="358394"/>
                </a:lnTo>
                <a:lnTo>
                  <a:pt x="703757" y="358559"/>
                </a:lnTo>
                <a:lnTo>
                  <a:pt x="708748" y="356882"/>
                </a:lnTo>
                <a:lnTo>
                  <a:pt x="710577" y="355295"/>
                </a:lnTo>
                <a:lnTo>
                  <a:pt x="712914" y="350583"/>
                </a:lnTo>
                <a:lnTo>
                  <a:pt x="713079" y="348157"/>
                </a:lnTo>
                <a:close/>
              </a:path>
              <a:path w="9475470" h="4709795">
                <a:moveTo>
                  <a:pt x="736587" y="4344568"/>
                </a:moveTo>
                <a:lnTo>
                  <a:pt x="736422" y="4342142"/>
                </a:lnTo>
                <a:lnTo>
                  <a:pt x="734085" y="4337431"/>
                </a:lnTo>
                <a:lnTo>
                  <a:pt x="732256" y="4335831"/>
                </a:lnTo>
                <a:lnTo>
                  <a:pt x="727278" y="4334154"/>
                </a:lnTo>
                <a:lnTo>
                  <a:pt x="724852" y="4334319"/>
                </a:lnTo>
                <a:lnTo>
                  <a:pt x="720128" y="4336656"/>
                </a:lnTo>
                <a:lnTo>
                  <a:pt x="718540" y="4338485"/>
                </a:lnTo>
                <a:lnTo>
                  <a:pt x="716851" y="4343476"/>
                </a:lnTo>
                <a:lnTo>
                  <a:pt x="717016" y="4345902"/>
                </a:lnTo>
                <a:lnTo>
                  <a:pt x="719353" y="4350613"/>
                </a:lnTo>
                <a:lnTo>
                  <a:pt x="721182" y="4352201"/>
                </a:lnTo>
                <a:lnTo>
                  <a:pt x="726173" y="4353890"/>
                </a:lnTo>
                <a:lnTo>
                  <a:pt x="728599" y="4353725"/>
                </a:lnTo>
                <a:lnTo>
                  <a:pt x="733310" y="4351388"/>
                </a:lnTo>
                <a:lnTo>
                  <a:pt x="734910" y="4349559"/>
                </a:lnTo>
                <a:lnTo>
                  <a:pt x="736587" y="4344568"/>
                </a:lnTo>
                <a:close/>
              </a:path>
              <a:path w="9475470" h="4709795">
                <a:moveTo>
                  <a:pt x="747204" y="365099"/>
                </a:moveTo>
                <a:lnTo>
                  <a:pt x="745528" y="360108"/>
                </a:lnTo>
                <a:lnTo>
                  <a:pt x="743927" y="358279"/>
                </a:lnTo>
                <a:lnTo>
                  <a:pt x="739216" y="355942"/>
                </a:lnTo>
                <a:lnTo>
                  <a:pt x="736790" y="355777"/>
                </a:lnTo>
                <a:lnTo>
                  <a:pt x="731812" y="357454"/>
                </a:lnTo>
                <a:lnTo>
                  <a:pt x="729983" y="359054"/>
                </a:lnTo>
                <a:lnTo>
                  <a:pt x="727633" y="363766"/>
                </a:lnTo>
                <a:lnTo>
                  <a:pt x="727468" y="366179"/>
                </a:lnTo>
                <a:lnTo>
                  <a:pt x="729157" y="371170"/>
                </a:lnTo>
                <a:lnTo>
                  <a:pt x="730745" y="372999"/>
                </a:lnTo>
                <a:lnTo>
                  <a:pt x="735457" y="375335"/>
                </a:lnTo>
                <a:lnTo>
                  <a:pt x="737882" y="375500"/>
                </a:lnTo>
                <a:lnTo>
                  <a:pt x="742873" y="373824"/>
                </a:lnTo>
                <a:lnTo>
                  <a:pt x="744702" y="372237"/>
                </a:lnTo>
                <a:lnTo>
                  <a:pt x="747039" y="367525"/>
                </a:lnTo>
                <a:lnTo>
                  <a:pt x="747204" y="365099"/>
                </a:lnTo>
                <a:close/>
              </a:path>
              <a:path w="9475470" h="4709795">
                <a:moveTo>
                  <a:pt x="770724" y="4327639"/>
                </a:moveTo>
                <a:lnTo>
                  <a:pt x="770559" y="4325213"/>
                </a:lnTo>
                <a:lnTo>
                  <a:pt x="768223" y="4320502"/>
                </a:lnTo>
                <a:lnTo>
                  <a:pt x="766394" y="4318914"/>
                </a:lnTo>
                <a:lnTo>
                  <a:pt x="761403" y="4317225"/>
                </a:lnTo>
                <a:lnTo>
                  <a:pt x="758990" y="4317390"/>
                </a:lnTo>
                <a:lnTo>
                  <a:pt x="754265" y="4319727"/>
                </a:lnTo>
                <a:lnTo>
                  <a:pt x="752665" y="4321556"/>
                </a:lnTo>
                <a:lnTo>
                  <a:pt x="750989" y="4326547"/>
                </a:lnTo>
                <a:lnTo>
                  <a:pt x="751154" y="4328973"/>
                </a:lnTo>
                <a:lnTo>
                  <a:pt x="753491" y="4333684"/>
                </a:lnTo>
                <a:lnTo>
                  <a:pt x="755319" y="4335284"/>
                </a:lnTo>
                <a:lnTo>
                  <a:pt x="760310" y="4336961"/>
                </a:lnTo>
                <a:lnTo>
                  <a:pt x="762736" y="4336796"/>
                </a:lnTo>
                <a:lnTo>
                  <a:pt x="767448" y="4334459"/>
                </a:lnTo>
                <a:lnTo>
                  <a:pt x="769048" y="4332630"/>
                </a:lnTo>
                <a:lnTo>
                  <a:pt x="770724" y="4327639"/>
                </a:lnTo>
                <a:close/>
              </a:path>
              <a:path w="9475470" h="4709795">
                <a:moveTo>
                  <a:pt x="781342" y="382041"/>
                </a:moveTo>
                <a:lnTo>
                  <a:pt x="779653" y="377050"/>
                </a:lnTo>
                <a:lnTo>
                  <a:pt x="778065" y="375221"/>
                </a:lnTo>
                <a:lnTo>
                  <a:pt x="773353" y="372884"/>
                </a:lnTo>
                <a:lnTo>
                  <a:pt x="770928" y="372719"/>
                </a:lnTo>
                <a:lnTo>
                  <a:pt x="765937" y="374396"/>
                </a:lnTo>
                <a:lnTo>
                  <a:pt x="764108" y="375996"/>
                </a:lnTo>
                <a:lnTo>
                  <a:pt x="761771" y="380707"/>
                </a:lnTo>
                <a:lnTo>
                  <a:pt x="761606" y="383120"/>
                </a:lnTo>
                <a:lnTo>
                  <a:pt x="763282" y="388112"/>
                </a:lnTo>
                <a:lnTo>
                  <a:pt x="764882" y="389940"/>
                </a:lnTo>
                <a:lnTo>
                  <a:pt x="769594" y="392277"/>
                </a:lnTo>
                <a:lnTo>
                  <a:pt x="772020" y="392442"/>
                </a:lnTo>
                <a:lnTo>
                  <a:pt x="776998" y="390766"/>
                </a:lnTo>
                <a:lnTo>
                  <a:pt x="778827" y="389178"/>
                </a:lnTo>
                <a:lnTo>
                  <a:pt x="781177" y="384467"/>
                </a:lnTo>
                <a:lnTo>
                  <a:pt x="781342" y="382041"/>
                </a:lnTo>
                <a:close/>
              </a:path>
              <a:path w="9475470" h="4709795">
                <a:moveTo>
                  <a:pt x="804862" y="4310723"/>
                </a:moveTo>
                <a:lnTo>
                  <a:pt x="804697" y="4308297"/>
                </a:lnTo>
                <a:lnTo>
                  <a:pt x="802360" y="4303585"/>
                </a:lnTo>
                <a:lnTo>
                  <a:pt x="800531" y="4301985"/>
                </a:lnTo>
                <a:lnTo>
                  <a:pt x="795540" y="4300296"/>
                </a:lnTo>
                <a:lnTo>
                  <a:pt x="793115" y="4300461"/>
                </a:lnTo>
                <a:lnTo>
                  <a:pt x="788403" y="4302798"/>
                </a:lnTo>
                <a:lnTo>
                  <a:pt x="786803" y="4304639"/>
                </a:lnTo>
                <a:lnTo>
                  <a:pt x="785126" y="4309618"/>
                </a:lnTo>
                <a:lnTo>
                  <a:pt x="785291" y="4312043"/>
                </a:lnTo>
                <a:lnTo>
                  <a:pt x="787628" y="4316755"/>
                </a:lnTo>
                <a:lnTo>
                  <a:pt x="789457" y="4318355"/>
                </a:lnTo>
                <a:lnTo>
                  <a:pt x="794448" y="4320032"/>
                </a:lnTo>
                <a:lnTo>
                  <a:pt x="796874" y="4319867"/>
                </a:lnTo>
                <a:lnTo>
                  <a:pt x="801585" y="4317530"/>
                </a:lnTo>
                <a:lnTo>
                  <a:pt x="803186" y="4315701"/>
                </a:lnTo>
                <a:lnTo>
                  <a:pt x="804862" y="4310723"/>
                </a:lnTo>
                <a:close/>
              </a:path>
              <a:path w="9475470" h="4709795">
                <a:moveTo>
                  <a:pt x="815467" y="398983"/>
                </a:moveTo>
                <a:lnTo>
                  <a:pt x="813790" y="393992"/>
                </a:lnTo>
                <a:lnTo>
                  <a:pt x="812190" y="392163"/>
                </a:lnTo>
                <a:lnTo>
                  <a:pt x="807478" y="389826"/>
                </a:lnTo>
                <a:lnTo>
                  <a:pt x="805053" y="389661"/>
                </a:lnTo>
                <a:lnTo>
                  <a:pt x="800061" y="391337"/>
                </a:lnTo>
                <a:lnTo>
                  <a:pt x="798233" y="392925"/>
                </a:lnTo>
                <a:lnTo>
                  <a:pt x="795896" y="397649"/>
                </a:lnTo>
                <a:lnTo>
                  <a:pt x="795731" y="400062"/>
                </a:lnTo>
                <a:lnTo>
                  <a:pt x="797407" y="405053"/>
                </a:lnTo>
                <a:lnTo>
                  <a:pt x="799007" y="406882"/>
                </a:lnTo>
                <a:lnTo>
                  <a:pt x="803719" y="409219"/>
                </a:lnTo>
                <a:lnTo>
                  <a:pt x="806145" y="409384"/>
                </a:lnTo>
                <a:lnTo>
                  <a:pt x="811123" y="407708"/>
                </a:lnTo>
                <a:lnTo>
                  <a:pt x="812965" y="406120"/>
                </a:lnTo>
                <a:lnTo>
                  <a:pt x="815301" y="401408"/>
                </a:lnTo>
                <a:lnTo>
                  <a:pt x="815467" y="398983"/>
                </a:lnTo>
                <a:close/>
              </a:path>
              <a:path w="9475470" h="4709795">
                <a:moveTo>
                  <a:pt x="839000" y="4293794"/>
                </a:moveTo>
                <a:lnTo>
                  <a:pt x="838835" y="4291368"/>
                </a:lnTo>
                <a:lnTo>
                  <a:pt x="836498" y="4286656"/>
                </a:lnTo>
                <a:lnTo>
                  <a:pt x="834669" y="4285056"/>
                </a:lnTo>
                <a:lnTo>
                  <a:pt x="829678" y="4283380"/>
                </a:lnTo>
                <a:lnTo>
                  <a:pt x="827252" y="4283545"/>
                </a:lnTo>
                <a:lnTo>
                  <a:pt x="822540" y="4285881"/>
                </a:lnTo>
                <a:lnTo>
                  <a:pt x="820940" y="4287710"/>
                </a:lnTo>
                <a:lnTo>
                  <a:pt x="819264" y="4292689"/>
                </a:lnTo>
                <a:lnTo>
                  <a:pt x="819429" y="4295114"/>
                </a:lnTo>
                <a:lnTo>
                  <a:pt x="821766" y="4299826"/>
                </a:lnTo>
                <a:lnTo>
                  <a:pt x="823595" y="4301426"/>
                </a:lnTo>
                <a:lnTo>
                  <a:pt x="828586" y="4303103"/>
                </a:lnTo>
                <a:lnTo>
                  <a:pt x="830999" y="4302950"/>
                </a:lnTo>
                <a:lnTo>
                  <a:pt x="835723" y="4300601"/>
                </a:lnTo>
                <a:lnTo>
                  <a:pt x="837323" y="4298772"/>
                </a:lnTo>
                <a:lnTo>
                  <a:pt x="839000" y="4293794"/>
                </a:lnTo>
                <a:close/>
              </a:path>
              <a:path w="9475470" h="4709795">
                <a:moveTo>
                  <a:pt x="849591" y="415925"/>
                </a:moveTo>
                <a:lnTo>
                  <a:pt x="847915" y="410933"/>
                </a:lnTo>
                <a:lnTo>
                  <a:pt x="846315" y="409105"/>
                </a:lnTo>
                <a:lnTo>
                  <a:pt x="841603" y="406768"/>
                </a:lnTo>
                <a:lnTo>
                  <a:pt x="839177" y="406603"/>
                </a:lnTo>
                <a:lnTo>
                  <a:pt x="834199" y="408279"/>
                </a:lnTo>
                <a:lnTo>
                  <a:pt x="832358" y="409867"/>
                </a:lnTo>
                <a:lnTo>
                  <a:pt x="830021" y="414578"/>
                </a:lnTo>
                <a:lnTo>
                  <a:pt x="829856" y="417004"/>
                </a:lnTo>
                <a:lnTo>
                  <a:pt x="831532" y="421995"/>
                </a:lnTo>
                <a:lnTo>
                  <a:pt x="833132" y="423824"/>
                </a:lnTo>
                <a:lnTo>
                  <a:pt x="837844" y="426161"/>
                </a:lnTo>
                <a:lnTo>
                  <a:pt x="840270" y="426326"/>
                </a:lnTo>
                <a:lnTo>
                  <a:pt x="845261" y="424649"/>
                </a:lnTo>
                <a:lnTo>
                  <a:pt x="847090" y="423062"/>
                </a:lnTo>
                <a:lnTo>
                  <a:pt x="849426" y="418338"/>
                </a:lnTo>
                <a:lnTo>
                  <a:pt x="849591" y="415925"/>
                </a:lnTo>
                <a:close/>
              </a:path>
              <a:path w="9475470" h="4709795">
                <a:moveTo>
                  <a:pt x="873137" y="4276864"/>
                </a:moveTo>
                <a:lnTo>
                  <a:pt x="872972" y="4274439"/>
                </a:lnTo>
                <a:lnTo>
                  <a:pt x="870635" y="4269727"/>
                </a:lnTo>
                <a:lnTo>
                  <a:pt x="868807" y="4268127"/>
                </a:lnTo>
                <a:lnTo>
                  <a:pt x="863815" y="4266450"/>
                </a:lnTo>
                <a:lnTo>
                  <a:pt x="861390" y="4266616"/>
                </a:lnTo>
                <a:lnTo>
                  <a:pt x="856678" y="4268952"/>
                </a:lnTo>
                <a:lnTo>
                  <a:pt x="855078" y="4270781"/>
                </a:lnTo>
                <a:lnTo>
                  <a:pt x="853401" y="4275772"/>
                </a:lnTo>
                <a:lnTo>
                  <a:pt x="853567" y="4278185"/>
                </a:lnTo>
                <a:lnTo>
                  <a:pt x="855903" y="4282910"/>
                </a:lnTo>
                <a:lnTo>
                  <a:pt x="857732" y="4284497"/>
                </a:lnTo>
                <a:lnTo>
                  <a:pt x="862711" y="4286186"/>
                </a:lnTo>
                <a:lnTo>
                  <a:pt x="865136" y="4286021"/>
                </a:lnTo>
                <a:lnTo>
                  <a:pt x="869861" y="4283684"/>
                </a:lnTo>
                <a:lnTo>
                  <a:pt x="871448" y="4281856"/>
                </a:lnTo>
                <a:lnTo>
                  <a:pt x="873137" y="4276864"/>
                </a:lnTo>
                <a:close/>
              </a:path>
              <a:path w="9475470" h="4709795">
                <a:moveTo>
                  <a:pt x="883716" y="432866"/>
                </a:moveTo>
                <a:lnTo>
                  <a:pt x="882040" y="427875"/>
                </a:lnTo>
                <a:lnTo>
                  <a:pt x="880452" y="426046"/>
                </a:lnTo>
                <a:lnTo>
                  <a:pt x="875728" y="423710"/>
                </a:lnTo>
                <a:lnTo>
                  <a:pt x="873302" y="423545"/>
                </a:lnTo>
                <a:lnTo>
                  <a:pt x="868324" y="425221"/>
                </a:lnTo>
                <a:lnTo>
                  <a:pt x="866495" y="426808"/>
                </a:lnTo>
                <a:lnTo>
                  <a:pt x="864158" y="431520"/>
                </a:lnTo>
                <a:lnTo>
                  <a:pt x="863981" y="433946"/>
                </a:lnTo>
                <a:lnTo>
                  <a:pt x="865670" y="438937"/>
                </a:lnTo>
                <a:lnTo>
                  <a:pt x="867257" y="440766"/>
                </a:lnTo>
                <a:lnTo>
                  <a:pt x="871982" y="443103"/>
                </a:lnTo>
                <a:lnTo>
                  <a:pt x="874395" y="443268"/>
                </a:lnTo>
                <a:lnTo>
                  <a:pt x="879386" y="441591"/>
                </a:lnTo>
                <a:lnTo>
                  <a:pt x="881214" y="439991"/>
                </a:lnTo>
                <a:lnTo>
                  <a:pt x="883551" y="435279"/>
                </a:lnTo>
                <a:lnTo>
                  <a:pt x="883716" y="432866"/>
                </a:lnTo>
                <a:close/>
              </a:path>
              <a:path w="9475470" h="4709795">
                <a:moveTo>
                  <a:pt x="907275" y="4259935"/>
                </a:moveTo>
                <a:lnTo>
                  <a:pt x="907110" y="4257510"/>
                </a:lnTo>
                <a:lnTo>
                  <a:pt x="904773" y="4252798"/>
                </a:lnTo>
                <a:lnTo>
                  <a:pt x="902931" y="4251198"/>
                </a:lnTo>
                <a:lnTo>
                  <a:pt x="897953" y="4249521"/>
                </a:lnTo>
                <a:lnTo>
                  <a:pt x="895527" y="4249686"/>
                </a:lnTo>
                <a:lnTo>
                  <a:pt x="890816" y="4252023"/>
                </a:lnTo>
                <a:lnTo>
                  <a:pt x="889215" y="4253852"/>
                </a:lnTo>
                <a:lnTo>
                  <a:pt x="887539" y="4258843"/>
                </a:lnTo>
                <a:lnTo>
                  <a:pt x="887704" y="4261269"/>
                </a:lnTo>
                <a:lnTo>
                  <a:pt x="890041" y="4265981"/>
                </a:lnTo>
                <a:lnTo>
                  <a:pt x="891870" y="4267581"/>
                </a:lnTo>
                <a:lnTo>
                  <a:pt x="896848" y="4269257"/>
                </a:lnTo>
                <a:lnTo>
                  <a:pt x="899274" y="4269092"/>
                </a:lnTo>
                <a:lnTo>
                  <a:pt x="903986" y="4266755"/>
                </a:lnTo>
                <a:lnTo>
                  <a:pt x="905586" y="4264926"/>
                </a:lnTo>
                <a:lnTo>
                  <a:pt x="907275" y="4259935"/>
                </a:lnTo>
                <a:close/>
              </a:path>
              <a:path w="9475470" h="4709795">
                <a:moveTo>
                  <a:pt x="917854" y="449808"/>
                </a:moveTo>
                <a:lnTo>
                  <a:pt x="916178" y="444817"/>
                </a:lnTo>
                <a:lnTo>
                  <a:pt x="914577" y="442988"/>
                </a:lnTo>
                <a:lnTo>
                  <a:pt x="909866" y="440651"/>
                </a:lnTo>
                <a:lnTo>
                  <a:pt x="907440" y="440486"/>
                </a:lnTo>
                <a:lnTo>
                  <a:pt x="902449" y="442163"/>
                </a:lnTo>
                <a:lnTo>
                  <a:pt x="900620" y="443750"/>
                </a:lnTo>
                <a:lnTo>
                  <a:pt x="898283" y="448462"/>
                </a:lnTo>
                <a:lnTo>
                  <a:pt x="898118" y="450888"/>
                </a:lnTo>
                <a:lnTo>
                  <a:pt x="899795" y="455879"/>
                </a:lnTo>
                <a:lnTo>
                  <a:pt x="901395" y="457708"/>
                </a:lnTo>
                <a:lnTo>
                  <a:pt x="906106" y="460044"/>
                </a:lnTo>
                <a:lnTo>
                  <a:pt x="908532" y="460209"/>
                </a:lnTo>
                <a:lnTo>
                  <a:pt x="913511" y="458533"/>
                </a:lnTo>
                <a:lnTo>
                  <a:pt x="915339" y="456933"/>
                </a:lnTo>
                <a:lnTo>
                  <a:pt x="917689" y="452221"/>
                </a:lnTo>
                <a:lnTo>
                  <a:pt x="917854" y="449808"/>
                </a:lnTo>
                <a:close/>
              </a:path>
              <a:path w="9475470" h="4709795">
                <a:moveTo>
                  <a:pt x="941400" y="4243019"/>
                </a:moveTo>
                <a:lnTo>
                  <a:pt x="941235" y="4240593"/>
                </a:lnTo>
                <a:lnTo>
                  <a:pt x="938898" y="4235882"/>
                </a:lnTo>
                <a:lnTo>
                  <a:pt x="937069" y="4234281"/>
                </a:lnTo>
                <a:lnTo>
                  <a:pt x="932091" y="4232592"/>
                </a:lnTo>
                <a:lnTo>
                  <a:pt x="929665" y="4232757"/>
                </a:lnTo>
                <a:lnTo>
                  <a:pt x="924953" y="4235094"/>
                </a:lnTo>
                <a:lnTo>
                  <a:pt x="923353" y="4236936"/>
                </a:lnTo>
                <a:lnTo>
                  <a:pt x="921677" y="4241914"/>
                </a:lnTo>
                <a:lnTo>
                  <a:pt x="921829" y="4244340"/>
                </a:lnTo>
                <a:lnTo>
                  <a:pt x="924166" y="4249051"/>
                </a:lnTo>
                <a:lnTo>
                  <a:pt x="926007" y="4250652"/>
                </a:lnTo>
                <a:lnTo>
                  <a:pt x="930986" y="4252328"/>
                </a:lnTo>
                <a:lnTo>
                  <a:pt x="933411" y="4252163"/>
                </a:lnTo>
                <a:lnTo>
                  <a:pt x="938123" y="4249826"/>
                </a:lnTo>
                <a:lnTo>
                  <a:pt x="939723" y="4247997"/>
                </a:lnTo>
                <a:lnTo>
                  <a:pt x="941400" y="4243019"/>
                </a:lnTo>
                <a:close/>
              </a:path>
              <a:path w="9475470" h="4709795">
                <a:moveTo>
                  <a:pt x="951979" y="466750"/>
                </a:moveTo>
                <a:lnTo>
                  <a:pt x="950302" y="461759"/>
                </a:lnTo>
                <a:lnTo>
                  <a:pt x="948702" y="459930"/>
                </a:lnTo>
                <a:lnTo>
                  <a:pt x="943991" y="457593"/>
                </a:lnTo>
                <a:lnTo>
                  <a:pt x="941565" y="457428"/>
                </a:lnTo>
                <a:lnTo>
                  <a:pt x="936574" y="459105"/>
                </a:lnTo>
                <a:lnTo>
                  <a:pt x="934745" y="460692"/>
                </a:lnTo>
                <a:lnTo>
                  <a:pt x="932408" y="465404"/>
                </a:lnTo>
                <a:lnTo>
                  <a:pt x="932243" y="467829"/>
                </a:lnTo>
                <a:lnTo>
                  <a:pt x="933919" y="472821"/>
                </a:lnTo>
                <a:lnTo>
                  <a:pt x="935520" y="474649"/>
                </a:lnTo>
                <a:lnTo>
                  <a:pt x="940231" y="476986"/>
                </a:lnTo>
                <a:lnTo>
                  <a:pt x="942657" y="477151"/>
                </a:lnTo>
                <a:lnTo>
                  <a:pt x="947648" y="475475"/>
                </a:lnTo>
                <a:lnTo>
                  <a:pt x="949477" y="473875"/>
                </a:lnTo>
                <a:lnTo>
                  <a:pt x="951814" y="469163"/>
                </a:lnTo>
                <a:lnTo>
                  <a:pt x="951979" y="466750"/>
                </a:lnTo>
                <a:close/>
              </a:path>
              <a:path w="9475470" h="4709795">
                <a:moveTo>
                  <a:pt x="975537" y="4226090"/>
                </a:moveTo>
                <a:lnTo>
                  <a:pt x="975372" y="4223664"/>
                </a:lnTo>
                <a:lnTo>
                  <a:pt x="973035" y="4218952"/>
                </a:lnTo>
                <a:lnTo>
                  <a:pt x="971207" y="4217352"/>
                </a:lnTo>
                <a:lnTo>
                  <a:pt x="966228" y="4215676"/>
                </a:lnTo>
                <a:lnTo>
                  <a:pt x="963803" y="4215841"/>
                </a:lnTo>
                <a:lnTo>
                  <a:pt x="959091" y="4218178"/>
                </a:lnTo>
                <a:lnTo>
                  <a:pt x="957491" y="4220007"/>
                </a:lnTo>
                <a:lnTo>
                  <a:pt x="955802" y="4224985"/>
                </a:lnTo>
                <a:lnTo>
                  <a:pt x="955967" y="4227411"/>
                </a:lnTo>
                <a:lnTo>
                  <a:pt x="958303" y="4232122"/>
                </a:lnTo>
                <a:lnTo>
                  <a:pt x="960132" y="4233723"/>
                </a:lnTo>
                <a:lnTo>
                  <a:pt x="965123" y="4235399"/>
                </a:lnTo>
                <a:lnTo>
                  <a:pt x="967549" y="4235247"/>
                </a:lnTo>
                <a:lnTo>
                  <a:pt x="972261" y="4232897"/>
                </a:lnTo>
                <a:lnTo>
                  <a:pt x="973861" y="4231068"/>
                </a:lnTo>
                <a:lnTo>
                  <a:pt x="975537" y="4226090"/>
                </a:lnTo>
                <a:close/>
              </a:path>
              <a:path w="9475470" h="4709795">
                <a:moveTo>
                  <a:pt x="986104" y="483692"/>
                </a:moveTo>
                <a:lnTo>
                  <a:pt x="984427" y="478701"/>
                </a:lnTo>
                <a:lnTo>
                  <a:pt x="982827" y="476872"/>
                </a:lnTo>
                <a:lnTo>
                  <a:pt x="978115" y="474535"/>
                </a:lnTo>
                <a:lnTo>
                  <a:pt x="975690" y="474357"/>
                </a:lnTo>
                <a:lnTo>
                  <a:pt x="970711" y="476046"/>
                </a:lnTo>
                <a:lnTo>
                  <a:pt x="968870" y="477634"/>
                </a:lnTo>
                <a:lnTo>
                  <a:pt x="966533" y="482346"/>
                </a:lnTo>
                <a:lnTo>
                  <a:pt x="966368" y="484771"/>
                </a:lnTo>
                <a:lnTo>
                  <a:pt x="968044" y="489762"/>
                </a:lnTo>
                <a:lnTo>
                  <a:pt x="969645" y="491591"/>
                </a:lnTo>
                <a:lnTo>
                  <a:pt x="974356" y="493928"/>
                </a:lnTo>
                <a:lnTo>
                  <a:pt x="976782" y="494093"/>
                </a:lnTo>
                <a:lnTo>
                  <a:pt x="981773" y="492417"/>
                </a:lnTo>
                <a:lnTo>
                  <a:pt x="983602" y="490816"/>
                </a:lnTo>
                <a:lnTo>
                  <a:pt x="985939" y="486105"/>
                </a:lnTo>
                <a:lnTo>
                  <a:pt x="986104" y="483692"/>
                </a:lnTo>
                <a:close/>
              </a:path>
              <a:path w="9475470" h="4709795">
                <a:moveTo>
                  <a:pt x="1009675" y="4209161"/>
                </a:moveTo>
                <a:lnTo>
                  <a:pt x="1009510" y="4206735"/>
                </a:lnTo>
                <a:lnTo>
                  <a:pt x="1007173" y="4202023"/>
                </a:lnTo>
                <a:lnTo>
                  <a:pt x="1005344" y="4200423"/>
                </a:lnTo>
                <a:lnTo>
                  <a:pt x="1000366" y="4198747"/>
                </a:lnTo>
                <a:lnTo>
                  <a:pt x="997940" y="4198912"/>
                </a:lnTo>
                <a:lnTo>
                  <a:pt x="993216" y="4201249"/>
                </a:lnTo>
                <a:lnTo>
                  <a:pt x="991628" y="4203077"/>
                </a:lnTo>
                <a:lnTo>
                  <a:pt x="989939" y="4208068"/>
                </a:lnTo>
                <a:lnTo>
                  <a:pt x="990104" y="4210481"/>
                </a:lnTo>
                <a:lnTo>
                  <a:pt x="992441" y="4215206"/>
                </a:lnTo>
                <a:lnTo>
                  <a:pt x="994270" y="4216793"/>
                </a:lnTo>
                <a:lnTo>
                  <a:pt x="999261" y="4218483"/>
                </a:lnTo>
                <a:lnTo>
                  <a:pt x="1001687" y="4218317"/>
                </a:lnTo>
                <a:lnTo>
                  <a:pt x="1006398" y="4215981"/>
                </a:lnTo>
                <a:lnTo>
                  <a:pt x="1007999" y="4214152"/>
                </a:lnTo>
                <a:lnTo>
                  <a:pt x="1009675" y="4209161"/>
                </a:lnTo>
                <a:close/>
              </a:path>
              <a:path w="9475470" h="4709795">
                <a:moveTo>
                  <a:pt x="1020229" y="500621"/>
                </a:moveTo>
                <a:lnTo>
                  <a:pt x="1018552" y="495642"/>
                </a:lnTo>
                <a:lnTo>
                  <a:pt x="1016965" y="493814"/>
                </a:lnTo>
                <a:lnTo>
                  <a:pt x="1012240" y="491464"/>
                </a:lnTo>
                <a:lnTo>
                  <a:pt x="1009827" y="491299"/>
                </a:lnTo>
                <a:lnTo>
                  <a:pt x="1004836" y="492988"/>
                </a:lnTo>
                <a:lnTo>
                  <a:pt x="1003007" y="494576"/>
                </a:lnTo>
                <a:lnTo>
                  <a:pt x="1000671" y="499287"/>
                </a:lnTo>
                <a:lnTo>
                  <a:pt x="1000506" y="501713"/>
                </a:lnTo>
                <a:lnTo>
                  <a:pt x="1002182" y="506704"/>
                </a:lnTo>
                <a:lnTo>
                  <a:pt x="1003769" y="508533"/>
                </a:lnTo>
                <a:lnTo>
                  <a:pt x="1008494" y="510870"/>
                </a:lnTo>
                <a:lnTo>
                  <a:pt x="1010920" y="511035"/>
                </a:lnTo>
                <a:lnTo>
                  <a:pt x="1015898" y="509358"/>
                </a:lnTo>
                <a:lnTo>
                  <a:pt x="1017727" y="507758"/>
                </a:lnTo>
                <a:lnTo>
                  <a:pt x="1020064" y="503047"/>
                </a:lnTo>
                <a:lnTo>
                  <a:pt x="1020229" y="500621"/>
                </a:lnTo>
                <a:close/>
              </a:path>
              <a:path w="9475470" h="4709795">
                <a:moveTo>
                  <a:pt x="1043813" y="4192232"/>
                </a:moveTo>
                <a:lnTo>
                  <a:pt x="1043647" y="4189806"/>
                </a:lnTo>
                <a:lnTo>
                  <a:pt x="1041311" y="4185094"/>
                </a:lnTo>
                <a:lnTo>
                  <a:pt x="1039482" y="4183494"/>
                </a:lnTo>
                <a:lnTo>
                  <a:pt x="1034491" y="4181818"/>
                </a:lnTo>
                <a:lnTo>
                  <a:pt x="1032078" y="4181983"/>
                </a:lnTo>
                <a:lnTo>
                  <a:pt x="1027353" y="4184319"/>
                </a:lnTo>
                <a:lnTo>
                  <a:pt x="1025753" y="4186148"/>
                </a:lnTo>
                <a:lnTo>
                  <a:pt x="1024077" y="4191139"/>
                </a:lnTo>
                <a:lnTo>
                  <a:pt x="1024242" y="4193565"/>
                </a:lnTo>
                <a:lnTo>
                  <a:pt x="1026579" y="4198277"/>
                </a:lnTo>
                <a:lnTo>
                  <a:pt x="1028407" y="4199877"/>
                </a:lnTo>
                <a:lnTo>
                  <a:pt x="1033399" y="4201553"/>
                </a:lnTo>
                <a:lnTo>
                  <a:pt x="1035824" y="4201388"/>
                </a:lnTo>
                <a:lnTo>
                  <a:pt x="1040536" y="4199051"/>
                </a:lnTo>
                <a:lnTo>
                  <a:pt x="1042136" y="4197223"/>
                </a:lnTo>
                <a:lnTo>
                  <a:pt x="1043813" y="4192232"/>
                </a:lnTo>
                <a:close/>
              </a:path>
              <a:path w="9475470" h="4709795">
                <a:moveTo>
                  <a:pt x="1054366" y="517563"/>
                </a:moveTo>
                <a:lnTo>
                  <a:pt x="1052690" y="512584"/>
                </a:lnTo>
                <a:lnTo>
                  <a:pt x="1051090" y="510755"/>
                </a:lnTo>
                <a:lnTo>
                  <a:pt x="1046378" y="508406"/>
                </a:lnTo>
                <a:lnTo>
                  <a:pt x="1043952" y="508241"/>
                </a:lnTo>
                <a:lnTo>
                  <a:pt x="1038961" y="509930"/>
                </a:lnTo>
                <a:lnTo>
                  <a:pt x="1037132" y="511517"/>
                </a:lnTo>
                <a:lnTo>
                  <a:pt x="1034796" y="516229"/>
                </a:lnTo>
                <a:lnTo>
                  <a:pt x="1034630" y="518655"/>
                </a:lnTo>
                <a:lnTo>
                  <a:pt x="1036307" y="523646"/>
                </a:lnTo>
                <a:lnTo>
                  <a:pt x="1037907" y="525475"/>
                </a:lnTo>
                <a:lnTo>
                  <a:pt x="1042619" y="527812"/>
                </a:lnTo>
                <a:lnTo>
                  <a:pt x="1045044" y="527977"/>
                </a:lnTo>
                <a:lnTo>
                  <a:pt x="1050023" y="526300"/>
                </a:lnTo>
                <a:lnTo>
                  <a:pt x="1051864" y="524700"/>
                </a:lnTo>
                <a:lnTo>
                  <a:pt x="1054201" y="519988"/>
                </a:lnTo>
                <a:lnTo>
                  <a:pt x="1054366" y="517563"/>
                </a:lnTo>
                <a:close/>
              </a:path>
              <a:path w="9475470" h="4709795">
                <a:moveTo>
                  <a:pt x="1077950" y="4175315"/>
                </a:moveTo>
                <a:lnTo>
                  <a:pt x="1077785" y="4172889"/>
                </a:lnTo>
                <a:lnTo>
                  <a:pt x="1075448" y="4168165"/>
                </a:lnTo>
                <a:lnTo>
                  <a:pt x="1073619" y="4166578"/>
                </a:lnTo>
                <a:lnTo>
                  <a:pt x="1068628" y="4164888"/>
                </a:lnTo>
                <a:lnTo>
                  <a:pt x="1066203" y="4165054"/>
                </a:lnTo>
                <a:lnTo>
                  <a:pt x="1061491" y="4167390"/>
                </a:lnTo>
                <a:lnTo>
                  <a:pt x="1059891" y="4169219"/>
                </a:lnTo>
                <a:lnTo>
                  <a:pt x="1058214" y="4174210"/>
                </a:lnTo>
                <a:lnTo>
                  <a:pt x="1058379" y="4176636"/>
                </a:lnTo>
                <a:lnTo>
                  <a:pt x="1060716" y="4181348"/>
                </a:lnTo>
                <a:lnTo>
                  <a:pt x="1062545" y="4182948"/>
                </a:lnTo>
                <a:lnTo>
                  <a:pt x="1067536" y="4184624"/>
                </a:lnTo>
                <a:lnTo>
                  <a:pt x="1069962" y="4184459"/>
                </a:lnTo>
                <a:lnTo>
                  <a:pt x="1074674" y="4182122"/>
                </a:lnTo>
                <a:lnTo>
                  <a:pt x="1076274" y="4180294"/>
                </a:lnTo>
                <a:lnTo>
                  <a:pt x="1077950" y="4175315"/>
                </a:lnTo>
                <a:close/>
              </a:path>
              <a:path w="9475470" h="4709795">
                <a:moveTo>
                  <a:pt x="1088491" y="534504"/>
                </a:moveTo>
                <a:lnTo>
                  <a:pt x="1086815" y="529526"/>
                </a:lnTo>
                <a:lnTo>
                  <a:pt x="1085215" y="527697"/>
                </a:lnTo>
                <a:lnTo>
                  <a:pt x="1080503" y="525348"/>
                </a:lnTo>
                <a:lnTo>
                  <a:pt x="1078077" y="525183"/>
                </a:lnTo>
                <a:lnTo>
                  <a:pt x="1073086" y="526872"/>
                </a:lnTo>
                <a:lnTo>
                  <a:pt x="1071257" y="528459"/>
                </a:lnTo>
                <a:lnTo>
                  <a:pt x="1068920" y="533171"/>
                </a:lnTo>
                <a:lnTo>
                  <a:pt x="1068755" y="535597"/>
                </a:lnTo>
                <a:lnTo>
                  <a:pt x="1070432" y="540588"/>
                </a:lnTo>
                <a:lnTo>
                  <a:pt x="1072032" y="542417"/>
                </a:lnTo>
                <a:lnTo>
                  <a:pt x="1076744" y="544753"/>
                </a:lnTo>
                <a:lnTo>
                  <a:pt x="1079169" y="544918"/>
                </a:lnTo>
                <a:lnTo>
                  <a:pt x="1084160" y="543242"/>
                </a:lnTo>
                <a:lnTo>
                  <a:pt x="1085989" y="541642"/>
                </a:lnTo>
                <a:lnTo>
                  <a:pt x="1088326" y="536930"/>
                </a:lnTo>
                <a:lnTo>
                  <a:pt x="1088491" y="534504"/>
                </a:lnTo>
                <a:close/>
              </a:path>
              <a:path w="9475470" h="4709795">
                <a:moveTo>
                  <a:pt x="1112088" y="4158386"/>
                </a:moveTo>
                <a:lnTo>
                  <a:pt x="1111923" y="4155960"/>
                </a:lnTo>
                <a:lnTo>
                  <a:pt x="1109586" y="4151249"/>
                </a:lnTo>
                <a:lnTo>
                  <a:pt x="1107757" y="4149648"/>
                </a:lnTo>
                <a:lnTo>
                  <a:pt x="1102766" y="4147972"/>
                </a:lnTo>
                <a:lnTo>
                  <a:pt x="1100340" y="4148137"/>
                </a:lnTo>
                <a:lnTo>
                  <a:pt x="1095629" y="4150474"/>
                </a:lnTo>
                <a:lnTo>
                  <a:pt x="1094028" y="4152303"/>
                </a:lnTo>
                <a:lnTo>
                  <a:pt x="1092352" y="4157281"/>
                </a:lnTo>
                <a:lnTo>
                  <a:pt x="1092517" y="4159707"/>
                </a:lnTo>
                <a:lnTo>
                  <a:pt x="1094854" y="4164419"/>
                </a:lnTo>
                <a:lnTo>
                  <a:pt x="1096683" y="4166019"/>
                </a:lnTo>
                <a:lnTo>
                  <a:pt x="1101661" y="4167695"/>
                </a:lnTo>
                <a:lnTo>
                  <a:pt x="1104087" y="4167530"/>
                </a:lnTo>
                <a:lnTo>
                  <a:pt x="1108811" y="4165193"/>
                </a:lnTo>
                <a:lnTo>
                  <a:pt x="1110399" y="4163364"/>
                </a:lnTo>
                <a:lnTo>
                  <a:pt x="1112088" y="4158386"/>
                </a:lnTo>
                <a:close/>
              </a:path>
              <a:path w="9475470" h="4709795">
                <a:moveTo>
                  <a:pt x="1122616" y="551446"/>
                </a:moveTo>
                <a:lnTo>
                  <a:pt x="1120940" y="546468"/>
                </a:lnTo>
                <a:lnTo>
                  <a:pt x="1119339" y="544639"/>
                </a:lnTo>
                <a:lnTo>
                  <a:pt x="1114628" y="542290"/>
                </a:lnTo>
                <a:lnTo>
                  <a:pt x="1112202" y="542124"/>
                </a:lnTo>
                <a:lnTo>
                  <a:pt x="1107224" y="543814"/>
                </a:lnTo>
                <a:lnTo>
                  <a:pt x="1105395" y="545401"/>
                </a:lnTo>
                <a:lnTo>
                  <a:pt x="1103045" y="550113"/>
                </a:lnTo>
                <a:lnTo>
                  <a:pt x="1102880" y="552538"/>
                </a:lnTo>
                <a:lnTo>
                  <a:pt x="1104557" y="557530"/>
                </a:lnTo>
                <a:lnTo>
                  <a:pt x="1106157" y="559358"/>
                </a:lnTo>
                <a:lnTo>
                  <a:pt x="1110869" y="561695"/>
                </a:lnTo>
                <a:lnTo>
                  <a:pt x="1113294" y="561860"/>
                </a:lnTo>
                <a:lnTo>
                  <a:pt x="1118285" y="560184"/>
                </a:lnTo>
                <a:lnTo>
                  <a:pt x="1120114" y="558584"/>
                </a:lnTo>
                <a:lnTo>
                  <a:pt x="1122451" y="553872"/>
                </a:lnTo>
                <a:lnTo>
                  <a:pt x="1122616" y="551446"/>
                </a:lnTo>
                <a:close/>
              </a:path>
              <a:path w="9475470" h="4709795">
                <a:moveTo>
                  <a:pt x="1146225" y="4141457"/>
                </a:moveTo>
                <a:lnTo>
                  <a:pt x="1146060" y="4139031"/>
                </a:lnTo>
                <a:lnTo>
                  <a:pt x="1143723" y="4134320"/>
                </a:lnTo>
                <a:lnTo>
                  <a:pt x="1141895" y="4132719"/>
                </a:lnTo>
                <a:lnTo>
                  <a:pt x="1136904" y="4131043"/>
                </a:lnTo>
                <a:lnTo>
                  <a:pt x="1134478" y="4131208"/>
                </a:lnTo>
                <a:lnTo>
                  <a:pt x="1129766" y="4133545"/>
                </a:lnTo>
                <a:lnTo>
                  <a:pt x="1128166" y="4135374"/>
                </a:lnTo>
                <a:lnTo>
                  <a:pt x="1126490" y="4140352"/>
                </a:lnTo>
                <a:lnTo>
                  <a:pt x="1126655" y="4142778"/>
                </a:lnTo>
                <a:lnTo>
                  <a:pt x="1128991" y="4147489"/>
                </a:lnTo>
                <a:lnTo>
                  <a:pt x="1130820" y="4149090"/>
                </a:lnTo>
                <a:lnTo>
                  <a:pt x="1135799" y="4150779"/>
                </a:lnTo>
                <a:lnTo>
                  <a:pt x="1138224" y="4150614"/>
                </a:lnTo>
                <a:lnTo>
                  <a:pt x="1142936" y="4148277"/>
                </a:lnTo>
                <a:lnTo>
                  <a:pt x="1144536" y="4146435"/>
                </a:lnTo>
                <a:lnTo>
                  <a:pt x="1146225" y="4141457"/>
                </a:lnTo>
                <a:close/>
              </a:path>
              <a:path w="9475470" h="4709795">
                <a:moveTo>
                  <a:pt x="1156754" y="568388"/>
                </a:moveTo>
                <a:lnTo>
                  <a:pt x="1155065" y="563410"/>
                </a:lnTo>
                <a:lnTo>
                  <a:pt x="1153477" y="561581"/>
                </a:lnTo>
                <a:lnTo>
                  <a:pt x="1148753" y="559231"/>
                </a:lnTo>
                <a:lnTo>
                  <a:pt x="1146340" y="559066"/>
                </a:lnTo>
                <a:lnTo>
                  <a:pt x="1141349" y="560755"/>
                </a:lnTo>
                <a:lnTo>
                  <a:pt x="1139520" y="562343"/>
                </a:lnTo>
                <a:lnTo>
                  <a:pt x="1137183" y="567055"/>
                </a:lnTo>
                <a:lnTo>
                  <a:pt x="1137018" y="569480"/>
                </a:lnTo>
                <a:lnTo>
                  <a:pt x="1138694" y="574471"/>
                </a:lnTo>
                <a:lnTo>
                  <a:pt x="1140294" y="576300"/>
                </a:lnTo>
                <a:lnTo>
                  <a:pt x="1145006" y="578637"/>
                </a:lnTo>
                <a:lnTo>
                  <a:pt x="1147432" y="578802"/>
                </a:lnTo>
                <a:lnTo>
                  <a:pt x="1152410" y="577126"/>
                </a:lnTo>
                <a:lnTo>
                  <a:pt x="1154239" y="575525"/>
                </a:lnTo>
                <a:lnTo>
                  <a:pt x="1156589" y="570814"/>
                </a:lnTo>
                <a:lnTo>
                  <a:pt x="1156754" y="568388"/>
                </a:lnTo>
                <a:close/>
              </a:path>
              <a:path w="9475470" h="4709795">
                <a:moveTo>
                  <a:pt x="1180363" y="4124528"/>
                </a:moveTo>
                <a:lnTo>
                  <a:pt x="1180198" y="4122102"/>
                </a:lnTo>
                <a:lnTo>
                  <a:pt x="1177861" y="4117390"/>
                </a:lnTo>
                <a:lnTo>
                  <a:pt x="1176020" y="4115790"/>
                </a:lnTo>
                <a:lnTo>
                  <a:pt x="1171041" y="4114114"/>
                </a:lnTo>
                <a:lnTo>
                  <a:pt x="1168615" y="4114279"/>
                </a:lnTo>
                <a:lnTo>
                  <a:pt x="1163904" y="4116616"/>
                </a:lnTo>
                <a:lnTo>
                  <a:pt x="1162304" y="4118445"/>
                </a:lnTo>
                <a:lnTo>
                  <a:pt x="1160627" y="4123436"/>
                </a:lnTo>
                <a:lnTo>
                  <a:pt x="1160792" y="4125861"/>
                </a:lnTo>
                <a:lnTo>
                  <a:pt x="1163129" y="4130573"/>
                </a:lnTo>
                <a:lnTo>
                  <a:pt x="1164958" y="4132173"/>
                </a:lnTo>
                <a:lnTo>
                  <a:pt x="1169936" y="4133850"/>
                </a:lnTo>
                <a:lnTo>
                  <a:pt x="1172362" y="4133685"/>
                </a:lnTo>
                <a:lnTo>
                  <a:pt x="1177074" y="4131348"/>
                </a:lnTo>
                <a:lnTo>
                  <a:pt x="1178674" y="4129519"/>
                </a:lnTo>
                <a:lnTo>
                  <a:pt x="1180363" y="4124528"/>
                </a:lnTo>
                <a:close/>
              </a:path>
              <a:path w="9475470" h="4709795">
                <a:moveTo>
                  <a:pt x="1190879" y="585330"/>
                </a:moveTo>
                <a:lnTo>
                  <a:pt x="1189202" y="580351"/>
                </a:lnTo>
                <a:lnTo>
                  <a:pt x="1187602" y="578523"/>
                </a:lnTo>
                <a:lnTo>
                  <a:pt x="1182890" y="576173"/>
                </a:lnTo>
                <a:lnTo>
                  <a:pt x="1180465" y="576008"/>
                </a:lnTo>
                <a:lnTo>
                  <a:pt x="1175473" y="577684"/>
                </a:lnTo>
                <a:lnTo>
                  <a:pt x="1173645" y="579285"/>
                </a:lnTo>
                <a:lnTo>
                  <a:pt x="1171308" y="583996"/>
                </a:lnTo>
                <a:lnTo>
                  <a:pt x="1171143" y="586422"/>
                </a:lnTo>
                <a:lnTo>
                  <a:pt x="1172819" y="591413"/>
                </a:lnTo>
                <a:lnTo>
                  <a:pt x="1174419" y="593242"/>
                </a:lnTo>
                <a:lnTo>
                  <a:pt x="1179131" y="595579"/>
                </a:lnTo>
                <a:lnTo>
                  <a:pt x="1181557" y="595744"/>
                </a:lnTo>
                <a:lnTo>
                  <a:pt x="1186535" y="594067"/>
                </a:lnTo>
                <a:lnTo>
                  <a:pt x="1188377" y="592467"/>
                </a:lnTo>
                <a:lnTo>
                  <a:pt x="1190713" y="587756"/>
                </a:lnTo>
                <a:lnTo>
                  <a:pt x="1190879" y="585330"/>
                </a:lnTo>
                <a:close/>
              </a:path>
              <a:path w="9475470" h="4709795">
                <a:moveTo>
                  <a:pt x="1214488" y="4107599"/>
                </a:moveTo>
                <a:lnTo>
                  <a:pt x="1214323" y="4105186"/>
                </a:lnTo>
                <a:lnTo>
                  <a:pt x="1211986" y="4100461"/>
                </a:lnTo>
                <a:lnTo>
                  <a:pt x="1210157" y="4098874"/>
                </a:lnTo>
                <a:lnTo>
                  <a:pt x="1205179" y="4097185"/>
                </a:lnTo>
                <a:lnTo>
                  <a:pt x="1202753" y="4097350"/>
                </a:lnTo>
                <a:lnTo>
                  <a:pt x="1198041" y="4099687"/>
                </a:lnTo>
                <a:lnTo>
                  <a:pt x="1196441" y="4101515"/>
                </a:lnTo>
                <a:lnTo>
                  <a:pt x="1194765" y="4106507"/>
                </a:lnTo>
                <a:lnTo>
                  <a:pt x="1194917" y="4108932"/>
                </a:lnTo>
                <a:lnTo>
                  <a:pt x="1197254" y="4113644"/>
                </a:lnTo>
                <a:lnTo>
                  <a:pt x="1199095" y="4115244"/>
                </a:lnTo>
                <a:lnTo>
                  <a:pt x="1204074" y="4116921"/>
                </a:lnTo>
                <a:lnTo>
                  <a:pt x="1206500" y="4116755"/>
                </a:lnTo>
                <a:lnTo>
                  <a:pt x="1211211" y="4114419"/>
                </a:lnTo>
                <a:lnTo>
                  <a:pt x="1212811" y="4112590"/>
                </a:lnTo>
                <a:lnTo>
                  <a:pt x="1214488" y="4107599"/>
                </a:lnTo>
                <a:close/>
              </a:path>
              <a:path w="9475470" h="4709795">
                <a:moveTo>
                  <a:pt x="1225003" y="602272"/>
                </a:moveTo>
                <a:lnTo>
                  <a:pt x="1223327" y="597293"/>
                </a:lnTo>
                <a:lnTo>
                  <a:pt x="1221727" y="595464"/>
                </a:lnTo>
                <a:lnTo>
                  <a:pt x="1217015" y="593115"/>
                </a:lnTo>
                <a:lnTo>
                  <a:pt x="1214589" y="592950"/>
                </a:lnTo>
                <a:lnTo>
                  <a:pt x="1209611" y="594626"/>
                </a:lnTo>
                <a:lnTo>
                  <a:pt x="1207770" y="596226"/>
                </a:lnTo>
                <a:lnTo>
                  <a:pt x="1205433" y="600938"/>
                </a:lnTo>
                <a:lnTo>
                  <a:pt x="1205268" y="603364"/>
                </a:lnTo>
                <a:lnTo>
                  <a:pt x="1206944" y="608355"/>
                </a:lnTo>
                <a:lnTo>
                  <a:pt x="1208544" y="610184"/>
                </a:lnTo>
                <a:lnTo>
                  <a:pt x="1213256" y="612521"/>
                </a:lnTo>
                <a:lnTo>
                  <a:pt x="1215682" y="612686"/>
                </a:lnTo>
                <a:lnTo>
                  <a:pt x="1220673" y="611009"/>
                </a:lnTo>
                <a:lnTo>
                  <a:pt x="1222502" y="609409"/>
                </a:lnTo>
                <a:lnTo>
                  <a:pt x="1224838" y="604697"/>
                </a:lnTo>
                <a:lnTo>
                  <a:pt x="1225003" y="602272"/>
                </a:lnTo>
                <a:close/>
              </a:path>
              <a:path w="9475470" h="4709795">
                <a:moveTo>
                  <a:pt x="1248625" y="4090682"/>
                </a:moveTo>
                <a:lnTo>
                  <a:pt x="1248460" y="4088257"/>
                </a:lnTo>
                <a:lnTo>
                  <a:pt x="1246124" y="4083545"/>
                </a:lnTo>
                <a:lnTo>
                  <a:pt x="1244295" y="4081945"/>
                </a:lnTo>
                <a:lnTo>
                  <a:pt x="1239316" y="4080268"/>
                </a:lnTo>
                <a:lnTo>
                  <a:pt x="1236891" y="4080421"/>
                </a:lnTo>
                <a:lnTo>
                  <a:pt x="1232179" y="4082770"/>
                </a:lnTo>
                <a:lnTo>
                  <a:pt x="1230579" y="4084599"/>
                </a:lnTo>
                <a:lnTo>
                  <a:pt x="1228890" y="4089577"/>
                </a:lnTo>
                <a:lnTo>
                  <a:pt x="1229055" y="4092003"/>
                </a:lnTo>
                <a:lnTo>
                  <a:pt x="1231392" y="4096715"/>
                </a:lnTo>
                <a:lnTo>
                  <a:pt x="1233220" y="4098315"/>
                </a:lnTo>
                <a:lnTo>
                  <a:pt x="1238211" y="4099991"/>
                </a:lnTo>
                <a:lnTo>
                  <a:pt x="1240637" y="4099826"/>
                </a:lnTo>
                <a:lnTo>
                  <a:pt x="1245349" y="4097490"/>
                </a:lnTo>
                <a:lnTo>
                  <a:pt x="1246949" y="4095661"/>
                </a:lnTo>
                <a:lnTo>
                  <a:pt x="1248625" y="4090682"/>
                </a:lnTo>
                <a:close/>
              </a:path>
              <a:path w="9475470" h="4709795">
                <a:moveTo>
                  <a:pt x="1259128" y="619213"/>
                </a:moveTo>
                <a:lnTo>
                  <a:pt x="1257452" y="614235"/>
                </a:lnTo>
                <a:lnTo>
                  <a:pt x="1255852" y="612406"/>
                </a:lnTo>
                <a:lnTo>
                  <a:pt x="1251140" y="610057"/>
                </a:lnTo>
                <a:lnTo>
                  <a:pt x="1248714" y="609892"/>
                </a:lnTo>
                <a:lnTo>
                  <a:pt x="1243736" y="611568"/>
                </a:lnTo>
                <a:lnTo>
                  <a:pt x="1241907" y="613168"/>
                </a:lnTo>
                <a:lnTo>
                  <a:pt x="1239558" y="617880"/>
                </a:lnTo>
                <a:lnTo>
                  <a:pt x="1239393" y="620306"/>
                </a:lnTo>
                <a:lnTo>
                  <a:pt x="1241082" y="625297"/>
                </a:lnTo>
                <a:lnTo>
                  <a:pt x="1242669" y="627126"/>
                </a:lnTo>
                <a:lnTo>
                  <a:pt x="1247381" y="629462"/>
                </a:lnTo>
                <a:lnTo>
                  <a:pt x="1249807" y="629627"/>
                </a:lnTo>
                <a:lnTo>
                  <a:pt x="1254798" y="627951"/>
                </a:lnTo>
                <a:lnTo>
                  <a:pt x="1256626" y="626351"/>
                </a:lnTo>
                <a:lnTo>
                  <a:pt x="1258963" y="621639"/>
                </a:lnTo>
                <a:lnTo>
                  <a:pt x="1259128" y="619213"/>
                </a:lnTo>
                <a:close/>
              </a:path>
              <a:path w="9475470" h="4709795">
                <a:moveTo>
                  <a:pt x="1282763" y="4073753"/>
                </a:moveTo>
                <a:lnTo>
                  <a:pt x="1282598" y="4071328"/>
                </a:lnTo>
                <a:lnTo>
                  <a:pt x="1280261" y="4066616"/>
                </a:lnTo>
                <a:lnTo>
                  <a:pt x="1278432" y="4065016"/>
                </a:lnTo>
                <a:lnTo>
                  <a:pt x="1273454" y="4063339"/>
                </a:lnTo>
                <a:lnTo>
                  <a:pt x="1271028" y="4063504"/>
                </a:lnTo>
                <a:lnTo>
                  <a:pt x="1266304" y="4065841"/>
                </a:lnTo>
                <a:lnTo>
                  <a:pt x="1264716" y="4067670"/>
                </a:lnTo>
                <a:lnTo>
                  <a:pt x="1263027" y="4072648"/>
                </a:lnTo>
                <a:lnTo>
                  <a:pt x="1263192" y="4075074"/>
                </a:lnTo>
                <a:lnTo>
                  <a:pt x="1265529" y="4079786"/>
                </a:lnTo>
                <a:lnTo>
                  <a:pt x="1267358" y="4081386"/>
                </a:lnTo>
                <a:lnTo>
                  <a:pt x="1272349" y="4083075"/>
                </a:lnTo>
                <a:lnTo>
                  <a:pt x="1274775" y="4082910"/>
                </a:lnTo>
                <a:lnTo>
                  <a:pt x="1279486" y="4080573"/>
                </a:lnTo>
                <a:lnTo>
                  <a:pt x="1281087" y="4078732"/>
                </a:lnTo>
                <a:lnTo>
                  <a:pt x="1282763" y="4073753"/>
                </a:lnTo>
                <a:close/>
              </a:path>
              <a:path w="9475470" h="4709795">
                <a:moveTo>
                  <a:pt x="1293266" y="636155"/>
                </a:moveTo>
                <a:lnTo>
                  <a:pt x="1291577" y="631177"/>
                </a:lnTo>
                <a:lnTo>
                  <a:pt x="1289989" y="629348"/>
                </a:lnTo>
                <a:lnTo>
                  <a:pt x="1285278" y="626999"/>
                </a:lnTo>
                <a:lnTo>
                  <a:pt x="1282852" y="626833"/>
                </a:lnTo>
                <a:lnTo>
                  <a:pt x="1277861" y="628510"/>
                </a:lnTo>
                <a:lnTo>
                  <a:pt x="1276032" y="630110"/>
                </a:lnTo>
                <a:lnTo>
                  <a:pt x="1273695" y="634822"/>
                </a:lnTo>
                <a:lnTo>
                  <a:pt x="1273530" y="637247"/>
                </a:lnTo>
                <a:lnTo>
                  <a:pt x="1275207" y="642239"/>
                </a:lnTo>
                <a:lnTo>
                  <a:pt x="1276807" y="644067"/>
                </a:lnTo>
                <a:lnTo>
                  <a:pt x="1281518" y="646404"/>
                </a:lnTo>
                <a:lnTo>
                  <a:pt x="1283944" y="646569"/>
                </a:lnTo>
                <a:lnTo>
                  <a:pt x="1288923" y="644893"/>
                </a:lnTo>
                <a:lnTo>
                  <a:pt x="1290751" y="643293"/>
                </a:lnTo>
                <a:lnTo>
                  <a:pt x="1293101" y="638581"/>
                </a:lnTo>
                <a:lnTo>
                  <a:pt x="1293266" y="636155"/>
                </a:lnTo>
                <a:close/>
              </a:path>
              <a:path w="9475470" h="4709795">
                <a:moveTo>
                  <a:pt x="1316901" y="4056824"/>
                </a:moveTo>
                <a:lnTo>
                  <a:pt x="1316736" y="4054398"/>
                </a:lnTo>
                <a:lnTo>
                  <a:pt x="1314399" y="4049687"/>
                </a:lnTo>
                <a:lnTo>
                  <a:pt x="1312570" y="4048087"/>
                </a:lnTo>
                <a:lnTo>
                  <a:pt x="1307579" y="4046410"/>
                </a:lnTo>
                <a:lnTo>
                  <a:pt x="1305153" y="4046575"/>
                </a:lnTo>
                <a:lnTo>
                  <a:pt x="1300441" y="4048912"/>
                </a:lnTo>
                <a:lnTo>
                  <a:pt x="1298841" y="4050741"/>
                </a:lnTo>
                <a:lnTo>
                  <a:pt x="1297165" y="4055732"/>
                </a:lnTo>
                <a:lnTo>
                  <a:pt x="1297330" y="4058158"/>
                </a:lnTo>
                <a:lnTo>
                  <a:pt x="1299667" y="4062869"/>
                </a:lnTo>
                <a:lnTo>
                  <a:pt x="1301496" y="4064470"/>
                </a:lnTo>
                <a:lnTo>
                  <a:pt x="1306487" y="4066146"/>
                </a:lnTo>
                <a:lnTo>
                  <a:pt x="1308912" y="4065981"/>
                </a:lnTo>
                <a:lnTo>
                  <a:pt x="1313624" y="4063644"/>
                </a:lnTo>
                <a:lnTo>
                  <a:pt x="1315224" y="4061815"/>
                </a:lnTo>
                <a:lnTo>
                  <a:pt x="1316901" y="4056824"/>
                </a:lnTo>
                <a:close/>
              </a:path>
              <a:path w="9475470" h="4709795">
                <a:moveTo>
                  <a:pt x="1327391" y="653097"/>
                </a:moveTo>
                <a:lnTo>
                  <a:pt x="1325714" y="648119"/>
                </a:lnTo>
                <a:lnTo>
                  <a:pt x="1324114" y="646290"/>
                </a:lnTo>
                <a:lnTo>
                  <a:pt x="1319403" y="643940"/>
                </a:lnTo>
                <a:lnTo>
                  <a:pt x="1316977" y="643775"/>
                </a:lnTo>
                <a:lnTo>
                  <a:pt x="1311986" y="645452"/>
                </a:lnTo>
                <a:lnTo>
                  <a:pt x="1310157" y="647052"/>
                </a:lnTo>
                <a:lnTo>
                  <a:pt x="1307820" y="651764"/>
                </a:lnTo>
                <a:lnTo>
                  <a:pt x="1307655" y="654189"/>
                </a:lnTo>
                <a:lnTo>
                  <a:pt x="1309331" y="659180"/>
                </a:lnTo>
                <a:lnTo>
                  <a:pt x="1310932" y="661009"/>
                </a:lnTo>
                <a:lnTo>
                  <a:pt x="1315643" y="663346"/>
                </a:lnTo>
                <a:lnTo>
                  <a:pt x="1318069" y="663511"/>
                </a:lnTo>
                <a:lnTo>
                  <a:pt x="1323047" y="661835"/>
                </a:lnTo>
                <a:lnTo>
                  <a:pt x="1324889" y="660234"/>
                </a:lnTo>
                <a:lnTo>
                  <a:pt x="1327226" y="655523"/>
                </a:lnTo>
                <a:lnTo>
                  <a:pt x="1327391" y="653097"/>
                </a:lnTo>
                <a:close/>
              </a:path>
              <a:path w="9475470" h="4709795">
                <a:moveTo>
                  <a:pt x="1351038" y="4039895"/>
                </a:moveTo>
                <a:lnTo>
                  <a:pt x="1350873" y="4037482"/>
                </a:lnTo>
                <a:lnTo>
                  <a:pt x="1348536" y="4032758"/>
                </a:lnTo>
                <a:lnTo>
                  <a:pt x="1346708" y="4031170"/>
                </a:lnTo>
                <a:lnTo>
                  <a:pt x="1341716" y="4029481"/>
                </a:lnTo>
                <a:lnTo>
                  <a:pt x="1339291" y="4029646"/>
                </a:lnTo>
                <a:lnTo>
                  <a:pt x="1334579" y="4031983"/>
                </a:lnTo>
                <a:lnTo>
                  <a:pt x="1332979" y="4033812"/>
                </a:lnTo>
                <a:lnTo>
                  <a:pt x="1331302" y="4038803"/>
                </a:lnTo>
                <a:lnTo>
                  <a:pt x="1331468" y="4041229"/>
                </a:lnTo>
                <a:lnTo>
                  <a:pt x="1333804" y="4045940"/>
                </a:lnTo>
                <a:lnTo>
                  <a:pt x="1335633" y="4047540"/>
                </a:lnTo>
                <a:lnTo>
                  <a:pt x="1340624" y="4049217"/>
                </a:lnTo>
                <a:lnTo>
                  <a:pt x="1343037" y="4049052"/>
                </a:lnTo>
                <a:lnTo>
                  <a:pt x="1347762" y="4046715"/>
                </a:lnTo>
                <a:lnTo>
                  <a:pt x="1349362" y="4044886"/>
                </a:lnTo>
                <a:lnTo>
                  <a:pt x="1351038" y="4039895"/>
                </a:lnTo>
                <a:close/>
              </a:path>
              <a:path w="9475470" h="4709795">
                <a:moveTo>
                  <a:pt x="1361516" y="670039"/>
                </a:moveTo>
                <a:lnTo>
                  <a:pt x="1359839" y="665060"/>
                </a:lnTo>
                <a:lnTo>
                  <a:pt x="1358239" y="663232"/>
                </a:lnTo>
                <a:lnTo>
                  <a:pt x="1353527" y="660882"/>
                </a:lnTo>
                <a:lnTo>
                  <a:pt x="1351102" y="660717"/>
                </a:lnTo>
                <a:lnTo>
                  <a:pt x="1346123" y="662393"/>
                </a:lnTo>
                <a:lnTo>
                  <a:pt x="1344282" y="663994"/>
                </a:lnTo>
                <a:lnTo>
                  <a:pt x="1341945" y="668705"/>
                </a:lnTo>
                <a:lnTo>
                  <a:pt x="1341780" y="671131"/>
                </a:lnTo>
                <a:lnTo>
                  <a:pt x="1343456" y="676122"/>
                </a:lnTo>
                <a:lnTo>
                  <a:pt x="1345057" y="677951"/>
                </a:lnTo>
                <a:lnTo>
                  <a:pt x="1349768" y="680288"/>
                </a:lnTo>
                <a:lnTo>
                  <a:pt x="1352194" y="680453"/>
                </a:lnTo>
                <a:lnTo>
                  <a:pt x="1357185" y="678776"/>
                </a:lnTo>
                <a:lnTo>
                  <a:pt x="1359014" y="677176"/>
                </a:lnTo>
                <a:lnTo>
                  <a:pt x="1361351" y="672465"/>
                </a:lnTo>
                <a:lnTo>
                  <a:pt x="1361516" y="670039"/>
                </a:lnTo>
                <a:close/>
              </a:path>
              <a:path w="9475470" h="4709795">
                <a:moveTo>
                  <a:pt x="1385176" y="4022979"/>
                </a:moveTo>
                <a:lnTo>
                  <a:pt x="1385011" y="4020553"/>
                </a:lnTo>
                <a:lnTo>
                  <a:pt x="1382674" y="4015841"/>
                </a:lnTo>
                <a:lnTo>
                  <a:pt x="1380845" y="4014241"/>
                </a:lnTo>
                <a:lnTo>
                  <a:pt x="1375854" y="4012565"/>
                </a:lnTo>
                <a:lnTo>
                  <a:pt x="1373428" y="4012717"/>
                </a:lnTo>
                <a:lnTo>
                  <a:pt x="1368717" y="4015067"/>
                </a:lnTo>
                <a:lnTo>
                  <a:pt x="1367116" y="4016895"/>
                </a:lnTo>
                <a:lnTo>
                  <a:pt x="1365440" y="4021874"/>
                </a:lnTo>
                <a:lnTo>
                  <a:pt x="1365605" y="4024299"/>
                </a:lnTo>
                <a:lnTo>
                  <a:pt x="1367942" y="4029011"/>
                </a:lnTo>
                <a:lnTo>
                  <a:pt x="1369771" y="4030611"/>
                </a:lnTo>
                <a:lnTo>
                  <a:pt x="1374749" y="4032288"/>
                </a:lnTo>
                <a:lnTo>
                  <a:pt x="1377175" y="4032123"/>
                </a:lnTo>
                <a:lnTo>
                  <a:pt x="1381899" y="4029786"/>
                </a:lnTo>
                <a:lnTo>
                  <a:pt x="1383487" y="4027957"/>
                </a:lnTo>
                <a:lnTo>
                  <a:pt x="1385176" y="4022979"/>
                </a:lnTo>
                <a:close/>
              </a:path>
              <a:path w="9475470" h="4709795">
                <a:moveTo>
                  <a:pt x="1395641" y="686981"/>
                </a:moveTo>
                <a:lnTo>
                  <a:pt x="1393964" y="682002"/>
                </a:lnTo>
                <a:lnTo>
                  <a:pt x="1392364" y="680173"/>
                </a:lnTo>
                <a:lnTo>
                  <a:pt x="1387652" y="677824"/>
                </a:lnTo>
                <a:lnTo>
                  <a:pt x="1385227" y="677659"/>
                </a:lnTo>
                <a:lnTo>
                  <a:pt x="1380248" y="679335"/>
                </a:lnTo>
                <a:lnTo>
                  <a:pt x="1378419" y="680935"/>
                </a:lnTo>
                <a:lnTo>
                  <a:pt x="1376070" y="685647"/>
                </a:lnTo>
                <a:lnTo>
                  <a:pt x="1375905" y="688073"/>
                </a:lnTo>
                <a:lnTo>
                  <a:pt x="1377594" y="693064"/>
                </a:lnTo>
                <a:lnTo>
                  <a:pt x="1379181" y="694893"/>
                </a:lnTo>
                <a:lnTo>
                  <a:pt x="1383906" y="697230"/>
                </a:lnTo>
                <a:lnTo>
                  <a:pt x="1386319" y="697395"/>
                </a:lnTo>
                <a:lnTo>
                  <a:pt x="1391310" y="695718"/>
                </a:lnTo>
                <a:lnTo>
                  <a:pt x="1393139" y="694118"/>
                </a:lnTo>
                <a:lnTo>
                  <a:pt x="1395476" y="689406"/>
                </a:lnTo>
                <a:lnTo>
                  <a:pt x="1395641" y="686981"/>
                </a:lnTo>
                <a:close/>
              </a:path>
              <a:path w="9475470" h="4709795">
                <a:moveTo>
                  <a:pt x="1419313" y="4006050"/>
                </a:moveTo>
                <a:lnTo>
                  <a:pt x="1419148" y="4003624"/>
                </a:lnTo>
                <a:lnTo>
                  <a:pt x="1416812" y="3998912"/>
                </a:lnTo>
                <a:lnTo>
                  <a:pt x="1414983" y="3997312"/>
                </a:lnTo>
                <a:lnTo>
                  <a:pt x="1409992" y="3995636"/>
                </a:lnTo>
                <a:lnTo>
                  <a:pt x="1407566" y="3995801"/>
                </a:lnTo>
                <a:lnTo>
                  <a:pt x="1402854" y="3998137"/>
                </a:lnTo>
                <a:lnTo>
                  <a:pt x="1401254" y="3999966"/>
                </a:lnTo>
                <a:lnTo>
                  <a:pt x="1399578" y="4004945"/>
                </a:lnTo>
                <a:lnTo>
                  <a:pt x="1399743" y="4007370"/>
                </a:lnTo>
                <a:lnTo>
                  <a:pt x="1402080" y="4012082"/>
                </a:lnTo>
                <a:lnTo>
                  <a:pt x="1403908" y="4013682"/>
                </a:lnTo>
                <a:lnTo>
                  <a:pt x="1408887" y="4015371"/>
                </a:lnTo>
                <a:lnTo>
                  <a:pt x="1411312" y="4015206"/>
                </a:lnTo>
                <a:lnTo>
                  <a:pt x="1416024" y="4012869"/>
                </a:lnTo>
                <a:lnTo>
                  <a:pt x="1417624" y="4011028"/>
                </a:lnTo>
                <a:lnTo>
                  <a:pt x="1419313" y="4006050"/>
                </a:lnTo>
                <a:close/>
              </a:path>
              <a:path w="9475470" h="4709795">
                <a:moveTo>
                  <a:pt x="1429778" y="703922"/>
                </a:moveTo>
                <a:lnTo>
                  <a:pt x="1428102" y="698944"/>
                </a:lnTo>
                <a:lnTo>
                  <a:pt x="1426502" y="697103"/>
                </a:lnTo>
                <a:lnTo>
                  <a:pt x="1421790" y="694766"/>
                </a:lnTo>
                <a:lnTo>
                  <a:pt x="1419364" y="694601"/>
                </a:lnTo>
                <a:lnTo>
                  <a:pt x="1414373" y="696277"/>
                </a:lnTo>
                <a:lnTo>
                  <a:pt x="1412544" y="697877"/>
                </a:lnTo>
                <a:lnTo>
                  <a:pt x="1410208" y="702589"/>
                </a:lnTo>
                <a:lnTo>
                  <a:pt x="1410042" y="705015"/>
                </a:lnTo>
                <a:lnTo>
                  <a:pt x="1411719" y="710006"/>
                </a:lnTo>
                <a:lnTo>
                  <a:pt x="1413319" y="711835"/>
                </a:lnTo>
                <a:lnTo>
                  <a:pt x="1418031" y="714171"/>
                </a:lnTo>
                <a:lnTo>
                  <a:pt x="1420456" y="714336"/>
                </a:lnTo>
                <a:lnTo>
                  <a:pt x="1425435" y="712660"/>
                </a:lnTo>
                <a:lnTo>
                  <a:pt x="1427264" y="711060"/>
                </a:lnTo>
                <a:lnTo>
                  <a:pt x="1429613" y="706348"/>
                </a:lnTo>
                <a:lnTo>
                  <a:pt x="1429778" y="703922"/>
                </a:lnTo>
                <a:close/>
              </a:path>
              <a:path w="9475470" h="4709795">
                <a:moveTo>
                  <a:pt x="1453438" y="3989120"/>
                </a:moveTo>
                <a:lnTo>
                  <a:pt x="1453286" y="3986695"/>
                </a:lnTo>
                <a:lnTo>
                  <a:pt x="1450949" y="3981983"/>
                </a:lnTo>
                <a:lnTo>
                  <a:pt x="1449108" y="3980383"/>
                </a:lnTo>
                <a:lnTo>
                  <a:pt x="1444129" y="3978706"/>
                </a:lnTo>
                <a:lnTo>
                  <a:pt x="1441704" y="3978872"/>
                </a:lnTo>
                <a:lnTo>
                  <a:pt x="1436992" y="3981208"/>
                </a:lnTo>
                <a:lnTo>
                  <a:pt x="1435392" y="3983037"/>
                </a:lnTo>
                <a:lnTo>
                  <a:pt x="1433715" y="3988028"/>
                </a:lnTo>
                <a:lnTo>
                  <a:pt x="1433880" y="3990454"/>
                </a:lnTo>
                <a:lnTo>
                  <a:pt x="1436217" y="3995166"/>
                </a:lnTo>
                <a:lnTo>
                  <a:pt x="1438046" y="3996753"/>
                </a:lnTo>
                <a:lnTo>
                  <a:pt x="1443024" y="3998442"/>
                </a:lnTo>
                <a:lnTo>
                  <a:pt x="1445450" y="3998277"/>
                </a:lnTo>
                <a:lnTo>
                  <a:pt x="1450162" y="3995940"/>
                </a:lnTo>
                <a:lnTo>
                  <a:pt x="1451762" y="3994112"/>
                </a:lnTo>
                <a:lnTo>
                  <a:pt x="1453438" y="3989120"/>
                </a:lnTo>
                <a:close/>
              </a:path>
              <a:path w="9475470" h="4709795">
                <a:moveTo>
                  <a:pt x="1463903" y="720864"/>
                </a:moveTo>
                <a:lnTo>
                  <a:pt x="1462227" y="715886"/>
                </a:lnTo>
                <a:lnTo>
                  <a:pt x="1460627" y="714044"/>
                </a:lnTo>
                <a:lnTo>
                  <a:pt x="1455915" y="711708"/>
                </a:lnTo>
                <a:lnTo>
                  <a:pt x="1453489" y="711542"/>
                </a:lnTo>
                <a:lnTo>
                  <a:pt x="1448498" y="713219"/>
                </a:lnTo>
                <a:lnTo>
                  <a:pt x="1446669" y="714819"/>
                </a:lnTo>
                <a:lnTo>
                  <a:pt x="1444332" y="719531"/>
                </a:lnTo>
                <a:lnTo>
                  <a:pt x="1444167" y="721956"/>
                </a:lnTo>
                <a:lnTo>
                  <a:pt x="1445844" y="726948"/>
                </a:lnTo>
                <a:lnTo>
                  <a:pt x="1447444" y="728776"/>
                </a:lnTo>
                <a:lnTo>
                  <a:pt x="1452156" y="731113"/>
                </a:lnTo>
                <a:lnTo>
                  <a:pt x="1454581" y="731278"/>
                </a:lnTo>
                <a:lnTo>
                  <a:pt x="1459572" y="729602"/>
                </a:lnTo>
                <a:lnTo>
                  <a:pt x="1461401" y="728002"/>
                </a:lnTo>
                <a:lnTo>
                  <a:pt x="1463738" y="723290"/>
                </a:lnTo>
                <a:lnTo>
                  <a:pt x="1463903" y="720864"/>
                </a:lnTo>
                <a:close/>
              </a:path>
              <a:path w="9475470" h="4709795">
                <a:moveTo>
                  <a:pt x="1487576" y="3972191"/>
                </a:moveTo>
                <a:lnTo>
                  <a:pt x="1487411" y="3969766"/>
                </a:lnTo>
                <a:lnTo>
                  <a:pt x="1485074" y="3965054"/>
                </a:lnTo>
                <a:lnTo>
                  <a:pt x="1483245" y="3963466"/>
                </a:lnTo>
                <a:lnTo>
                  <a:pt x="1478267" y="3961777"/>
                </a:lnTo>
                <a:lnTo>
                  <a:pt x="1475841" y="3961942"/>
                </a:lnTo>
                <a:lnTo>
                  <a:pt x="1471129" y="3964279"/>
                </a:lnTo>
                <a:lnTo>
                  <a:pt x="1469529" y="3966108"/>
                </a:lnTo>
                <a:lnTo>
                  <a:pt x="1467840" y="3971099"/>
                </a:lnTo>
                <a:lnTo>
                  <a:pt x="1468005" y="3973525"/>
                </a:lnTo>
                <a:lnTo>
                  <a:pt x="1470342" y="3978237"/>
                </a:lnTo>
                <a:lnTo>
                  <a:pt x="1472184" y="3979837"/>
                </a:lnTo>
                <a:lnTo>
                  <a:pt x="1477162" y="3981513"/>
                </a:lnTo>
                <a:lnTo>
                  <a:pt x="1479588" y="3981348"/>
                </a:lnTo>
                <a:lnTo>
                  <a:pt x="1484299" y="3979011"/>
                </a:lnTo>
                <a:lnTo>
                  <a:pt x="1485900" y="3977182"/>
                </a:lnTo>
                <a:lnTo>
                  <a:pt x="1487576" y="3972191"/>
                </a:lnTo>
                <a:close/>
              </a:path>
              <a:path w="9475470" h="4709795">
                <a:moveTo>
                  <a:pt x="1498028" y="737806"/>
                </a:moveTo>
                <a:lnTo>
                  <a:pt x="1496352" y="732828"/>
                </a:lnTo>
                <a:lnTo>
                  <a:pt x="1494751" y="730986"/>
                </a:lnTo>
                <a:lnTo>
                  <a:pt x="1490040" y="728649"/>
                </a:lnTo>
                <a:lnTo>
                  <a:pt x="1487614" y="728484"/>
                </a:lnTo>
                <a:lnTo>
                  <a:pt x="1482636" y="730161"/>
                </a:lnTo>
                <a:lnTo>
                  <a:pt x="1480794" y="731761"/>
                </a:lnTo>
                <a:lnTo>
                  <a:pt x="1478457" y="736473"/>
                </a:lnTo>
                <a:lnTo>
                  <a:pt x="1478292" y="738898"/>
                </a:lnTo>
                <a:lnTo>
                  <a:pt x="1479969" y="743889"/>
                </a:lnTo>
                <a:lnTo>
                  <a:pt x="1481569" y="745718"/>
                </a:lnTo>
                <a:lnTo>
                  <a:pt x="1486281" y="748055"/>
                </a:lnTo>
                <a:lnTo>
                  <a:pt x="1488706" y="748220"/>
                </a:lnTo>
                <a:lnTo>
                  <a:pt x="1493697" y="746544"/>
                </a:lnTo>
                <a:lnTo>
                  <a:pt x="1495526" y="744943"/>
                </a:lnTo>
                <a:lnTo>
                  <a:pt x="1497863" y="740232"/>
                </a:lnTo>
                <a:lnTo>
                  <a:pt x="1498028" y="737806"/>
                </a:lnTo>
                <a:close/>
              </a:path>
              <a:path w="9475470" h="4709795">
                <a:moveTo>
                  <a:pt x="1521714" y="3955275"/>
                </a:moveTo>
                <a:lnTo>
                  <a:pt x="1521548" y="3952849"/>
                </a:lnTo>
                <a:lnTo>
                  <a:pt x="1519212" y="3948138"/>
                </a:lnTo>
                <a:lnTo>
                  <a:pt x="1517383" y="3946537"/>
                </a:lnTo>
                <a:lnTo>
                  <a:pt x="1512404" y="3944848"/>
                </a:lnTo>
                <a:lnTo>
                  <a:pt x="1509979" y="3945013"/>
                </a:lnTo>
                <a:lnTo>
                  <a:pt x="1505254" y="3947350"/>
                </a:lnTo>
                <a:lnTo>
                  <a:pt x="1503667" y="3949192"/>
                </a:lnTo>
                <a:lnTo>
                  <a:pt x="1501978" y="3954170"/>
                </a:lnTo>
                <a:lnTo>
                  <a:pt x="1502143" y="3956596"/>
                </a:lnTo>
                <a:lnTo>
                  <a:pt x="1504480" y="3961307"/>
                </a:lnTo>
                <a:lnTo>
                  <a:pt x="1506308" y="3962908"/>
                </a:lnTo>
                <a:lnTo>
                  <a:pt x="1511300" y="3964584"/>
                </a:lnTo>
                <a:lnTo>
                  <a:pt x="1513725" y="3964419"/>
                </a:lnTo>
                <a:lnTo>
                  <a:pt x="1518437" y="3962082"/>
                </a:lnTo>
                <a:lnTo>
                  <a:pt x="1520037" y="3960253"/>
                </a:lnTo>
                <a:lnTo>
                  <a:pt x="1521714" y="3955275"/>
                </a:lnTo>
                <a:close/>
              </a:path>
              <a:path w="9475470" h="4709795">
                <a:moveTo>
                  <a:pt x="1532153" y="754748"/>
                </a:moveTo>
                <a:lnTo>
                  <a:pt x="1530477" y="749769"/>
                </a:lnTo>
                <a:lnTo>
                  <a:pt x="1528889" y="747928"/>
                </a:lnTo>
                <a:lnTo>
                  <a:pt x="1524165" y="745591"/>
                </a:lnTo>
                <a:lnTo>
                  <a:pt x="1521752" y="745426"/>
                </a:lnTo>
                <a:lnTo>
                  <a:pt x="1516761" y="747102"/>
                </a:lnTo>
                <a:lnTo>
                  <a:pt x="1514932" y="748703"/>
                </a:lnTo>
                <a:lnTo>
                  <a:pt x="1512595" y="753414"/>
                </a:lnTo>
                <a:lnTo>
                  <a:pt x="1512430" y="755840"/>
                </a:lnTo>
                <a:lnTo>
                  <a:pt x="1514106" y="760831"/>
                </a:lnTo>
                <a:lnTo>
                  <a:pt x="1515694" y="762660"/>
                </a:lnTo>
                <a:lnTo>
                  <a:pt x="1520418" y="764997"/>
                </a:lnTo>
                <a:lnTo>
                  <a:pt x="1522831" y="765162"/>
                </a:lnTo>
                <a:lnTo>
                  <a:pt x="1527822" y="763485"/>
                </a:lnTo>
                <a:lnTo>
                  <a:pt x="1529651" y="761885"/>
                </a:lnTo>
                <a:lnTo>
                  <a:pt x="1531988" y="757174"/>
                </a:lnTo>
                <a:lnTo>
                  <a:pt x="1532153" y="754748"/>
                </a:lnTo>
                <a:close/>
              </a:path>
              <a:path w="9475470" h="4709795">
                <a:moveTo>
                  <a:pt x="1555851" y="3938346"/>
                </a:moveTo>
                <a:lnTo>
                  <a:pt x="1555686" y="3935920"/>
                </a:lnTo>
                <a:lnTo>
                  <a:pt x="1553349" y="3931208"/>
                </a:lnTo>
                <a:lnTo>
                  <a:pt x="1551520" y="3929608"/>
                </a:lnTo>
                <a:lnTo>
                  <a:pt x="1546529" y="3927932"/>
                </a:lnTo>
                <a:lnTo>
                  <a:pt x="1544116" y="3928097"/>
                </a:lnTo>
                <a:lnTo>
                  <a:pt x="1539392" y="3930434"/>
                </a:lnTo>
                <a:lnTo>
                  <a:pt x="1537804" y="3932263"/>
                </a:lnTo>
                <a:lnTo>
                  <a:pt x="1536115" y="3937241"/>
                </a:lnTo>
                <a:lnTo>
                  <a:pt x="1536280" y="3939667"/>
                </a:lnTo>
                <a:lnTo>
                  <a:pt x="1538617" y="3944378"/>
                </a:lnTo>
                <a:lnTo>
                  <a:pt x="1540446" y="3945979"/>
                </a:lnTo>
                <a:lnTo>
                  <a:pt x="1545437" y="3947655"/>
                </a:lnTo>
                <a:lnTo>
                  <a:pt x="1547863" y="3947503"/>
                </a:lnTo>
                <a:lnTo>
                  <a:pt x="1552575" y="3945153"/>
                </a:lnTo>
                <a:lnTo>
                  <a:pt x="1554175" y="3943324"/>
                </a:lnTo>
                <a:lnTo>
                  <a:pt x="1555851" y="3938346"/>
                </a:lnTo>
                <a:close/>
              </a:path>
              <a:path w="9475470" h="4709795">
                <a:moveTo>
                  <a:pt x="1566291" y="771690"/>
                </a:moveTo>
                <a:lnTo>
                  <a:pt x="1564614" y="766711"/>
                </a:lnTo>
                <a:lnTo>
                  <a:pt x="1563014" y="764870"/>
                </a:lnTo>
                <a:lnTo>
                  <a:pt x="1558302" y="762533"/>
                </a:lnTo>
                <a:lnTo>
                  <a:pt x="1555877" y="762368"/>
                </a:lnTo>
                <a:lnTo>
                  <a:pt x="1550885" y="764044"/>
                </a:lnTo>
                <a:lnTo>
                  <a:pt x="1549057" y="765644"/>
                </a:lnTo>
                <a:lnTo>
                  <a:pt x="1546720" y="770356"/>
                </a:lnTo>
                <a:lnTo>
                  <a:pt x="1546555" y="772782"/>
                </a:lnTo>
                <a:lnTo>
                  <a:pt x="1548231" y="777773"/>
                </a:lnTo>
                <a:lnTo>
                  <a:pt x="1549831" y="779602"/>
                </a:lnTo>
                <a:lnTo>
                  <a:pt x="1554543" y="781939"/>
                </a:lnTo>
                <a:lnTo>
                  <a:pt x="1556969" y="782104"/>
                </a:lnTo>
                <a:lnTo>
                  <a:pt x="1561947" y="780427"/>
                </a:lnTo>
                <a:lnTo>
                  <a:pt x="1563789" y="778827"/>
                </a:lnTo>
                <a:lnTo>
                  <a:pt x="1566125" y="774115"/>
                </a:lnTo>
                <a:lnTo>
                  <a:pt x="1566291" y="771690"/>
                </a:lnTo>
                <a:close/>
              </a:path>
              <a:path w="9475470" h="4709795">
                <a:moveTo>
                  <a:pt x="1589989" y="3921417"/>
                </a:moveTo>
                <a:lnTo>
                  <a:pt x="1589824" y="3918991"/>
                </a:lnTo>
                <a:lnTo>
                  <a:pt x="1587487" y="3914279"/>
                </a:lnTo>
                <a:lnTo>
                  <a:pt x="1585658" y="3912679"/>
                </a:lnTo>
                <a:lnTo>
                  <a:pt x="1580667" y="3911003"/>
                </a:lnTo>
                <a:lnTo>
                  <a:pt x="1578241" y="3911168"/>
                </a:lnTo>
                <a:lnTo>
                  <a:pt x="1573530" y="3913505"/>
                </a:lnTo>
                <a:lnTo>
                  <a:pt x="1571929" y="3915333"/>
                </a:lnTo>
                <a:lnTo>
                  <a:pt x="1570253" y="3920325"/>
                </a:lnTo>
                <a:lnTo>
                  <a:pt x="1570418" y="3922738"/>
                </a:lnTo>
                <a:lnTo>
                  <a:pt x="1572755" y="3927462"/>
                </a:lnTo>
                <a:lnTo>
                  <a:pt x="1574584" y="3929049"/>
                </a:lnTo>
                <a:lnTo>
                  <a:pt x="1579575" y="3930739"/>
                </a:lnTo>
                <a:lnTo>
                  <a:pt x="1582000" y="3930573"/>
                </a:lnTo>
                <a:lnTo>
                  <a:pt x="1586712" y="3928237"/>
                </a:lnTo>
                <a:lnTo>
                  <a:pt x="1588312" y="3926408"/>
                </a:lnTo>
                <a:lnTo>
                  <a:pt x="1589989" y="3921417"/>
                </a:lnTo>
                <a:close/>
              </a:path>
              <a:path w="9475470" h="4709795">
                <a:moveTo>
                  <a:pt x="1600415" y="788631"/>
                </a:moveTo>
                <a:lnTo>
                  <a:pt x="1598739" y="783653"/>
                </a:lnTo>
                <a:lnTo>
                  <a:pt x="1597139" y="781812"/>
                </a:lnTo>
                <a:lnTo>
                  <a:pt x="1592427" y="779475"/>
                </a:lnTo>
                <a:lnTo>
                  <a:pt x="1590001" y="779310"/>
                </a:lnTo>
                <a:lnTo>
                  <a:pt x="1585010" y="780986"/>
                </a:lnTo>
                <a:lnTo>
                  <a:pt x="1583182" y="782586"/>
                </a:lnTo>
                <a:lnTo>
                  <a:pt x="1580845" y="787298"/>
                </a:lnTo>
                <a:lnTo>
                  <a:pt x="1580680" y="789724"/>
                </a:lnTo>
                <a:lnTo>
                  <a:pt x="1582356" y="794715"/>
                </a:lnTo>
                <a:lnTo>
                  <a:pt x="1583956" y="796544"/>
                </a:lnTo>
                <a:lnTo>
                  <a:pt x="1588668" y="798880"/>
                </a:lnTo>
                <a:lnTo>
                  <a:pt x="1591094" y="799045"/>
                </a:lnTo>
                <a:lnTo>
                  <a:pt x="1596085" y="797369"/>
                </a:lnTo>
                <a:lnTo>
                  <a:pt x="1597914" y="795769"/>
                </a:lnTo>
                <a:lnTo>
                  <a:pt x="1600250" y="791057"/>
                </a:lnTo>
                <a:lnTo>
                  <a:pt x="1600415" y="788631"/>
                </a:lnTo>
                <a:close/>
              </a:path>
              <a:path w="9475470" h="4709795">
                <a:moveTo>
                  <a:pt x="1624126" y="3904488"/>
                </a:moveTo>
                <a:lnTo>
                  <a:pt x="1623961" y="3902062"/>
                </a:lnTo>
                <a:lnTo>
                  <a:pt x="1621624" y="3897350"/>
                </a:lnTo>
                <a:lnTo>
                  <a:pt x="1619796" y="3895750"/>
                </a:lnTo>
                <a:lnTo>
                  <a:pt x="1614805" y="3894074"/>
                </a:lnTo>
                <a:lnTo>
                  <a:pt x="1612379" y="3894239"/>
                </a:lnTo>
                <a:lnTo>
                  <a:pt x="1607667" y="3896576"/>
                </a:lnTo>
                <a:lnTo>
                  <a:pt x="1606067" y="3898404"/>
                </a:lnTo>
                <a:lnTo>
                  <a:pt x="1604391" y="3903395"/>
                </a:lnTo>
                <a:lnTo>
                  <a:pt x="1604556" y="3905821"/>
                </a:lnTo>
                <a:lnTo>
                  <a:pt x="1606892" y="3910533"/>
                </a:lnTo>
                <a:lnTo>
                  <a:pt x="1608721" y="3912133"/>
                </a:lnTo>
                <a:lnTo>
                  <a:pt x="1613712" y="3913809"/>
                </a:lnTo>
                <a:lnTo>
                  <a:pt x="1616125" y="3913644"/>
                </a:lnTo>
                <a:lnTo>
                  <a:pt x="1620850" y="3911308"/>
                </a:lnTo>
                <a:lnTo>
                  <a:pt x="1622450" y="3909479"/>
                </a:lnTo>
                <a:lnTo>
                  <a:pt x="1624126" y="3904488"/>
                </a:lnTo>
                <a:close/>
              </a:path>
              <a:path w="9475470" h="4709795">
                <a:moveTo>
                  <a:pt x="1634540" y="805573"/>
                </a:moveTo>
                <a:lnTo>
                  <a:pt x="1632864" y="800595"/>
                </a:lnTo>
                <a:lnTo>
                  <a:pt x="1631264" y="798753"/>
                </a:lnTo>
                <a:lnTo>
                  <a:pt x="1626552" y="796417"/>
                </a:lnTo>
                <a:lnTo>
                  <a:pt x="1624126" y="796251"/>
                </a:lnTo>
                <a:lnTo>
                  <a:pt x="1619148" y="797928"/>
                </a:lnTo>
                <a:lnTo>
                  <a:pt x="1617319" y="799528"/>
                </a:lnTo>
                <a:lnTo>
                  <a:pt x="1614970" y="804240"/>
                </a:lnTo>
                <a:lnTo>
                  <a:pt x="1614805" y="806665"/>
                </a:lnTo>
                <a:lnTo>
                  <a:pt x="1616481" y="811644"/>
                </a:lnTo>
                <a:lnTo>
                  <a:pt x="1618081" y="813485"/>
                </a:lnTo>
                <a:lnTo>
                  <a:pt x="1622793" y="815822"/>
                </a:lnTo>
                <a:lnTo>
                  <a:pt x="1625219" y="815987"/>
                </a:lnTo>
                <a:lnTo>
                  <a:pt x="1630210" y="814311"/>
                </a:lnTo>
                <a:lnTo>
                  <a:pt x="1632038" y="812711"/>
                </a:lnTo>
                <a:lnTo>
                  <a:pt x="1634375" y="807999"/>
                </a:lnTo>
                <a:lnTo>
                  <a:pt x="1634540" y="805573"/>
                </a:lnTo>
                <a:close/>
              </a:path>
              <a:path w="9475470" h="4709795">
                <a:moveTo>
                  <a:pt x="1658264" y="3887571"/>
                </a:moveTo>
                <a:lnTo>
                  <a:pt x="1658099" y="3885146"/>
                </a:lnTo>
                <a:lnTo>
                  <a:pt x="1655762" y="3880434"/>
                </a:lnTo>
                <a:lnTo>
                  <a:pt x="1653933" y="3878834"/>
                </a:lnTo>
                <a:lnTo>
                  <a:pt x="1648942" y="3877145"/>
                </a:lnTo>
                <a:lnTo>
                  <a:pt x="1646516" y="3877310"/>
                </a:lnTo>
                <a:lnTo>
                  <a:pt x="1641805" y="3879646"/>
                </a:lnTo>
                <a:lnTo>
                  <a:pt x="1640205" y="3881488"/>
                </a:lnTo>
                <a:lnTo>
                  <a:pt x="1638528" y="3886466"/>
                </a:lnTo>
                <a:lnTo>
                  <a:pt x="1638693" y="3888892"/>
                </a:lnTo>
                <a:lnTo>
                  <a:pt x="1641030" y="3893604"/>
                </a:lnTo>
                <a:lnTo>
                  <a:pt x="1642859" y="3895204"/>
                </a:lnTo>
                <a:lnTo>
                  <a:pt x="1647837" y="3896880"/>
                </a:lnTo>
                <a:lnTo>
                  <a:pt x="1650263" y="3896715"/>
                </a:lnTo>
                <a:lnTo>
                  <a:pt x="1654987" y="3894378"/>
                </a:lnTo>
                <a:lnTo>
                  <a:pt x="1656575" y="3892550"/>
                </a:lnTo>
                <a:lnTo>
                  <a:pt x="1658264" y="3887571"/>
                </a:lnTo>
                <a:close/>
              </a:path>
              <a:path w="9475470" h="4709795">
                <a:moveTo>
                  <a:pt x="1668678" y="822515"/>
                </a:moveTo>
                <a:lnTo>
                  <a:pt x="1666989" y="817537"/>
                </a:lnTo>
                <a:lnTo>
                  <a:pt x="1665401" y="815695"/>
                </a:lnTo>
                <a:lnTo>
                  <a:pt x="1660677" y="813358"/>
                </a:lnTo>
                <a:lnTo>
                  <a:pt x="1658264" y="813193"/>
                </a:lnTo>
                <a:lnTo>
                  <a:pt x="1653273" y="814870"/>
                </a:lnTo>
                <a:lnTo>
                  <a:pt x="1651444" y="816470"/>
                </a:lnTo>
                <a:lnTo>
                  <a:pt x="1649107" y="821182"/>
                </a:lnTo>
                <a:lnTo>
                  <a:pt x="1648942" y="823607"/>
                </a:lnTo>
                <a:lnTo>
                  <a:pt x="1650619" y="828586"/>
                </a:lnTo>
                <a:lnTo>
                  <a:pt x="1652219" y="830427"/>
                </a:lnTo>
                <a:lnTo>
                  <a:pt x="1656930" y="832764"/>
                </a:lnTo>
                <a:lnTo>
                  <a:pt x="1659356" y="832929"/>
                </a:lnTo>
                <a:lnTo>
                  <a:pt x="1664335" y="831253"/>
                </a:lnTo>
                <a:lnTo>
                  <a:pt x="1666163" y="829652"/>
                </a:lnTo>
                <a:lnTo>
                  <a:pt x="1668500" y="824941"/>
                </a:lnTo>
                <a:lnTo>
                  <a:pt x="1668678" y="822515"/>
                </a:lnTo>
                <a:close/>
              </a:path>
              <a:path w="9475470" h="4709795">
                <a:moveTo>
                  <a:pt x="1692402" y="3870642"/>
                </a:moveTo>
                <a:lnTo>
                  <a:pt x="1692236" y="3868216"/>
                </a:lnTo>
                <a:lnTo>
                  <a:pt x="1689900" y="3863505"/>
                </a:lnTo>
                <a:lnTo>
                  <a:pt x="1688058" y="3861905"/>
                </a:lnTo>
                <a:lnTo>
                  <a:pt x="1683080" y="3860228"/>
                </a:lnTo>
                <a:lnTo>
                  <a:pt x="1680654" y="3860393"/>
                </a:lnTo>
                <a:lnTo>
                  <a:pt x="1675942" y="3862730"/>
                </a:lnTo>
                <a:lnTo>
                  <a:pt x="1674342" y="3864559"/>
                </a:lnTo>
                <a:lnTo>
                  <a:pt x="1672666" y="3869537"/>
                </a:lnTo>
                <a:lnTo>
                  <a:pt x="1672831" y="3871963"/>
                </a:lnTo>
                <a:lnTo>
                  <a:pt x="1675168" y="3876675"/>
                </a:lnTo>
                <a:lnTo>
                  <a:pt x="1676996" y="3878275"/>
                </a:lnTo>
                <a:lnTo>
                  <a:pt x="1681975" y="3879951"/>
                </a:lnTo>
                <a:lnTo>
                  <a:pt x="1684401" y="3879799"/>
                </a:lnTo>
                <a:lnTo>
                  <a:pt x="1689112" y="3877449"/>
                </a:lnTo>
                <a:lnTo>
                  <a:pt x="1690712" y="3875621"/>
                </a:lnTo>
                <a:lnTo>
                  <a:pt x="1692402" y="3870642"/>
                </a:lnTo>
                <a:close/>
              </a:path>
              <a:path w="9475470" h="4709795">
                <a:moveTo>
                  <a:pt x="1702803" y="839457"/>
                </a:moveTo>
                <a:lnTo>
                  <a:pt x="1701126" y="834478"/>
                </a:lnTo>
                <a:lnTo>
                  <a:pt x="1699526" y="832637"/>
                </a:lnTo>
                <a:lnTo>
                  <a:pt x="1694815" y="830300"/>
                </a:lnTo>
                <a:lnTo>
                  <a:pt x="1692389" y="830135"/>
                </a:lnTo>
                <a:lnTo>
                  <a:pt x="1687398" y="831811"/>
                </a:lnTo>
                <a:lnTo>
                  <a:pt x="1685569" y="833412"/>
                </a:lnTo>
                <a:lnTo>
                  <a:pt x="1683232" y="838123"/>
                </a:lnTo>
                <a:lnTo>
                  <a:pt x="1683067" y="840549"/>
                </a:lnTo>
                <a:lnTo>
                  <a:pt x="1684743" y="845527"/>
                </a:lnTo>
                <a:lnTo>
                  <a:pt x="1686344" y="847369"/>
                </a:lnTo>
                <a:lnTo>
                  <a:pt x="1691055" y="849706"/>
                </a:lnTo>
                <a:lnTo>
                  <a:pt x="1693481" y="849871"/>
                </a:lnTo>
                <a:lnTo>
                  <a:pt x="1698459" y="848194"/>
                </a:lnTo>
                <a:lnTo>
                  <a:pt x="1700301" y="846594"/>
                </a:lnTo>
                <a:lnTo>
                  <a:pt x="1702638" y="841883"/>
                </a:lnTo>
                <a:lnTo>
                  <a:pt x="1702803" y="839457"/>
                </a:lnTo>
                <a:close/>
              </a:path>
              <a:path w="9475470" h="4709795">
                <a:moveTo>
                  <a:pt x="1726526" y="3853713"/>
                </a:moveTo>
                <a:lnTo>
                  <a:pt x="1726361" y="3851287"/>
                </a:lnTo>
                <a:lnTo>
                  <a:pt x="1724025" y="3846576"/>
                </a:lnTo>
                <a:lnTo>
                  <a:pt x="1722196" y="3844975"/>
                </a:lnTo>
                <a:lnTo>
                  <a:pt x="1717217" y="3843299"/>
                </a:lnTo>
                <a:lnTo>
                  <a:pt x="1714792" y="3843464"/>
                </a:lnTo>
                <a:lnTo>
                  <a:pt x="1710080" y="3845801"/>
                </a:lnTo>
                <a:lnTo>
                  <a:pt x="1708480" y="3847630"/>
                </a:lnTo>
                <a:lnTo>
                  <a:pt x="1706803" y="3852621"/>
                </a:lnTo>
                <a:lnTo>
                  <a:pt x="1706956" y="3855034"/>
                </a:lnTo>
                <a:lnTo>
                  <a:pt x="1709293" y="3859758"/>
                </a:lnTo>
                <a:lnTo>
                  <a:pt x="1711134" y="3861346"/>
                </a:lnTo>
                <a:lnTo>
                  <a:pt x="1716112" y="3863035"/>
                </a:lnTo>
                <a:lnTo>
                  <a:pt x="1718538" y="3862870"/>
                </a:lnTo>
                <a:lnTo>
                  <a:pt x="1723250" y="3860533"/>
                </a:lnTo>
                <a:lnTo>
                  <a:pt x="1724850" y="3858704"/>
                </a:lnTo>
                <a:lnTo>
                  <a:pt x="1726526" y="3853713"/>
                </a:lnTo>
                <a:close/>
              </a:path>
              <a:path w="9475470" h="4709795">
                <a:moveTo>
                  <a:pt x="1736928" y="856399"/>
                </a:moveTo>
                <a:lnTo>
                  <a:pt x="1735251" y="851408"/>
                </a:lnTo>
                <a:lnTo>
                  <a:pt x="1733651" y="849579"/>
                </a:lnTo>
                <a:lnTo>
                  <a:pt x="1728939" y="847242"/>
                </a:lnTo>
                <a:lnTo>
                  <a:pt x="1726514" y="847077"/>
                </a:lnTo>
                <a:lnTo>
                  <a:pt x="1721535" y="848753"/>
                </a:lnTo>
                <a:lnTo>
                  <a:pt x="1719694" y="850353"/>
                </a:lnTo>
                <a:lnTo>
                  <a:pt x="1717357" y="855065"/>
                </a:lnTo>
                <a:lnTo>
                  <a:pt x="1717192" y="857491"/>
                </a:lnTo>
                <a:lnTo>
                  <a:pt x="1718868" y="862469"/>
                </a:lnTo>
                <a:lnTo>
                  <a:pt x="1720469" y="864311"/>
                </a:lnTo>
                <a:lnTo>
                  <a:pt x="1725180" y="866648"/>
                </a:lnTo>
                <a:lnTo>
                  <a:pt x="1727606" y="866813"/>
                </a:lnTo>
                <a:lnTo>
                  <a:pt x="1732597" y="865136"/>
                </a:lnTo>
                <a:lnTo>
                  <a:pt x="1734426" y="863536"/>
                </a:lnTo>
                <a:lnTo>
                  <a:pt x="1736763" y="858824"/>
                </a:lnTo>
                <a:lnTo>
                  <a:pt x="1736928" y="856399"/>
                </a:lnTo>
                <a:close/>
              </a:path>
              <a:path w="9475470" h="4709795">
                <a:moveTo>
                  <a:pt x="1760664" y="3836784"/>
                </a:moveTo>
                <a:lnTo>
                  <a:pt x="1760499" y="3834358"/>
                </a:lnTo>
                <a:lnTo>
                  <a:pt x="1758162" y="3829647"/>
                </a:lnTo>
                <a:lnTo>
                  <a:pt x="1756333" y="3828046"/>
                </a:lnTo>
                <a:lnTo>
                  <a:pt x="1751355" y="3826370"/>
                </a:lnTo>
                <a:lnTo>
                  <a:pt x="1748929" y="3826535"/>
                </a:lnTo>
                <a:lnTo>
                  <a:pt x="1744218" y="3828872"/>
                </a:lnTo>
                <a:lnTo>
                  <a:pt x="1742617" y="3830701"/>
                </a:lnTo>
                <a:lnTo>
                  <a:pt x="1740928" y="3835692"/>
                </a:lnTo>
                <a:lnTo>
                  <a:pt x="1741093" y="3838117"/>
                </a:lnTo>
                <a:lnTo>
                  <a:pt x="1743430" y="3842829"/>
                </a:lnTo>
                <a:lnTo>
                  <a:pt x="1745259" y="3844429"/>
                </a:lnTo>
                <a:lnTo>
                  <a:pt x="1750250" y="3846106"/>
                </a:lnTo>
                <a:lnTo>
                  <a:pt x="1752676" y="3845941"/>
                </a:lnTo>
                <a:lnTo>
                  <a:pt x="1757387" y="3843604"/>
                </a:lnTo>
                <a:lnTo>
                  <a:pt x="1758988" y="3841775"/>
                </a:lnTo>
                <a:lnTo>
                  <a:pt x="1760664" y="3836784"/>
                </a:lnTo>
                <a:close/>
              </a:path>
              <a:path w="9475470" h="4709795">
                <a:moveTo>
                  <a:pt x="1771053" y="873340"/>
                </a:moveTo>
                <a:lnTo>
                  <a:pt x="1769376" y="868349"/>
                </a:lnTo>
                <a:lnTo>
                  <a:pt x="1767776" y="866521"/>
                </a:lnTo>
                <a:lnTo>
                  <a:pt x="1763064" y="864184"/>
                </a:lnTo>
                <a:lnTo>
                  <a:pt x="1760639" y="864019"/>
                </a:lnTo>
                <a:lnTo>
                  <a:pt x="1755660" y="865695"/>
                </a:lnTo>
                <a:lnTo>
                  <a:pt x="1753831" y="867295"/>
                </a:lnTo>
                <a:lnTo>
                  <a:pt x="1751482" y="872007"/>
                </a:lnTo>
                <a:lnTo>
                  <a:pt x="1751317" y="874433"/>
                </a:lnTo>
                <a:lnTo>
                  <a:pt x="1753006" y="879411"/>
                </a:lnTo>
                <a:lnTo>
                  <a:pt x="1754593" y="881253"/>
                </a:lnTo>
                <a:lnTo>
                  <a:pt x="1759305" y="883589"/>
                </a:lnTo>
                <a:lnTo>
                  <a:pt x="1761731" y="883754"/>
                </a:lnTo>
                <a:lnTo>
                  <a:pt x="1766722" y="882078"/>
                </a:lnTo>
                <a:lnTo>
                  <a:pt x="1768551" y="880478"/>
                </a:lnTo>
                <a:lnTo>
                  <a:pt x="1770888" y="875766"/>
                </a:lnTo>
                <a:lnTo>
                  <a:pt x="1771053" y="873340"/>
                </a:lnTo>
                <a:close/>
              </a:path>
              <a:path w="9475470" h="4709795">
                <a:moveTo>
                  <a:pt x="1794802" y="3819868"/>
                </a:moveTo>
                <a:lnTo>
                  <a:pt x="1794637" y="3817442"/>
                </a:lnTo>
                <a:lnTo>
                  <a:pt x="1792300" y="3812730"/>
                </a:lnTo>
                <a:lnTo>
                  <a:pt x="1790471" y="3811130"/>
                </a:lnTo>
                <a:lnTo>
                  <a:pt x="1785493" y="3809441"/>
                </a:lnTo>
                <a:lnTo>
                  <a:pt x="1783067" y="3809606"/>
                </a:lnTo>
                <a:lnTo>
                  <a:pt x="1778342" y="3811943"/>
                </a:lnTo>
                <a:lnTo>
                  <a:pt x="1776755" y="3813784"/>
                </a:lnTo>
                <a:lnTo>
                  <a:pt x="1775066" y="3818763"/>
                </a:lnTo>
                <a:lnTo>
                  <a:pt x="1775231" y="3821188"/>
                </a:lnTo>
                <a:lnTo>
                  <a:pt x="1777568" y="3825900"/>
                </a:lnTo>
                <a:lnTo>
                  <a:pt x="1779397" y="3827500"/>
                </a:lnTo>
                <a:lnTo>
                  <a:pt x="1784388" y="3829177"/>
                </a:lnTo>
                <a:lnTo>
                  <a:pt x="1786813" y="3829012"/>
                </a:lnTo>
                <a:lnTo>
                  <a:pt x="1791525" y="3826675"/>
                </a:lnTo>
                <a:lnTo>
                  <a:pt x="1793125" y="3824846"/>
                </a:lnTo>
                <a:lnTo>
                  <a:pt x="1794802" y="3819868"/>
                </a:lnTo>
                <a:close/>
              </a:path>
              <a:path w="9475470" h="4709795">
                <a:moveTo>
                  <a:pt x="1805190" y="890282"/>
                </a:moveTo>
                <a:lnTo>
                  <a:pt x="1803501" y="885291"/>
                </a:lnTo>
                <a:lnTo>
                  <a:pt x="1801914" y="883462"/>
                </a:lnTo>
                <a:lnTo>
                  <a:pt x="1797202" y="881126"/>
                </a:lnTo>
                <a:lnTo>
                  <a:pt x="1794776" y="880960"/>
                </a:lnTo>
                <a:lnTo>
                  <a:pt x="1789785" y="882637"/>
                </a:lnTo>
                <a:lnTo>
                  <a:pt x="1787956" y="884237"/>
                </a:lnTo>
                <a:lnTo>
                  <a:pt x="1785620" y="888949"/>
                </a:lnTo>
                <a:lnTo>
                  <a:pt x="1785454" y="891374"/>
                </a:lnTo>
                <a:lnTo>
                  <a:pt x="1787131" y="896353"/>
                </a:lnTo>
                <a:lnTo>
                  <a:pt x="1788731" y="898194"/>
                </a:lnTo>
                <a:lnTo>
                  <a:pt x="1793443" y="900531"/>
                </a:lnTo>
                <a:lnTo>
                  <a:pt x="1795868" y="900696"/>
                </a:lnTo>
                <a:lnTo>
                  <a:pt x="1800847" y="899020"/>
                </a:lnTo>
                <a:lnTo>
                  <a:pt x="1802676" y="897420"/>
                </a:lnTo>
                <a:lnTo>
                  <a:pt x="1805025" y="892708"/>
                </a:lnTo>
                <a:lnTo>
                  <a:pt x="1805190" y="890282"/>
                </a:lnTo>
                <a:close/>
              </a:path>
              <a:path w="9475470" h="4709795">
                <a:moveTo>
                  <a:pt x="1828939" y="3802938"/>
                </a:moveTo>
                <a:lnTo>
                  <a:pt x="1828774" y="3800513"/>
                </a:lnTo>
                <a:lnTo>
                  <a:pt x="1826437" y="3795801"/>
                </a:lnTo>
                <a:lnTo>
                  <a:pt x="1824609" y="3794201"/>
                </a:lnTo>
                <a:lnTo>
                  <a:pt x="1819617" y="3792524"/>
                </a:lnTo>
                <a:lnTo>
                  <a:pt x="1817204" y="3792690"/>
                </a:lnTo>
                <a:lnTo>
                  <a:pt x="1812480" y="3795026"/>
                </a:lnTo>
                <a:lnTo>
                  <a:pt x="1810880" y="3796855"/>
                </a:lnTo>
                <a:lnTo>
                  <a:pt x="1809203" y="3801834"/>
                </a:lnTo>
                <a:lnTo>
                  <a:pt x="1809369" y="3804259"/>
                </a:lnTo>
                <a:lnTo>
                  <a:pt x="1811705" y="3808971"/>
                </a:lnTo>
                <a:lnTo>
                  <a:pt x="1813534" y="3810571"/>
                </a:lnTo>
                <a:lnTo>
                  <a:pt x="1818525" y="3812248"/>
                </a:lnTo>
                <a:lnTo>
                  <a:pt x="1820951" y="3812082"/>
                </a:lnTo>
                <a:lnTo>
                  <a:pt x="1825663" y="3809746"/>
                </a:lnTo>
                <a:lnTo>
                  <a:pt x="1827263" y="3807917"/>
                </a:lnTo>
                <a:lnTo>
                  <a:pt x="1828939" y="3802938"/>
                </a:lnTo>
                <a:close/>
              </a:path>
              <a:path w="9475470" h="4709795">
                <a:moveTo>
                  <a:pt x="1839315" y="907224"/>
                </a:moveTo>
                <a:lnTo>
                  <a:pt x="1837639" y="902233"/>
                </a:lnTo>
                <a:lnTo>
                  <a:pt x="1836039" y="900404"/>
                </a:lnTo>
                <a:lnTo>
                  <a:pt x="1831327" y="898067"/>
                </a:lnTo>
                <a:lnTo>
                  <a:pt x="1828901" y="897902"/>
                </a:lnTo>
                <a:lnTo>
                  <a:pt x="1823910" y="899579"/>
                </a:lnTo>
                <a:lnTo>
                  <a:pt x="1822081" y="901179"/>
                </a:lnTo>
                <a:lnTo>
                  <a:pt x="1819744" y="905891"/>
                </a:lnTo>
                <a:lnTo>
                  <a:pt x="1819579" y="908316"/>
                </a:lnTo>
                <a:lnTo>
                  <a:pt x="1821256" y="913295"/>
                </a:lnTo>
                <a:lnTo>
                  <a:pt x="1822856" y="915136"/>
                </a:lnTo>
                <a:lnTo>
                  <a:pt x="1827568" y="917473"/>
                </a:lnTo>
                <a:lnTo>
                  <a:pt x="1829993" y="917638"/>
                </a:lnTo>
                <a:lnTo>
                  <a:pt x="1834972" y="915962"/>
                </a:lnTo>
                <a:lnTo>
                  <a:pt x="1836813" y="914361"/>
                </a:lnTo>
                <a:lnTo>
                  <a:pt x="1839150" y="909650"/>
                </a:lnTo>
                <a:lnTo>
                  <a:pt x="1839315" y="907224"/>
                </a:lnTo>
                <a:close/>
              </a:path>
              <a:path w="9475470" h="4709795">
                <a:moveTo>
                  <a:pt x="1863077" y="3786009"/>
                </a:moveTo>
                <a:lnTo>
                  <a:pt x="1862912" y="3783584"/>
                </a:lnTo>
                <a:lnTo>
                  <a:pt x="1860575" y="3778872"/>
                </a:lnTo>
                <a:lnTo>
                  <a:pt x="1858746" y="3777272"/>
                </a:lnTo>
                <a:lnTo>
                  <a:pt x="1853755" y="3775595"/>
                </a:lnTo>
                <a:lnTo>
                  <a:pt x="1851329" y="3775760"/>
                </a:lnTo>
                <a:lnTo>
                  <a:pt x="1846618" y="3778097"/>
                </a:lnTo>
                <a:lnTo>
                  <a:pt x="1845017" y="3779926"/>
                </a:lnTo>
                <a:lnTo>
                  <a:pt x="1843341" y="3784917"/>
                </a:lnTo>
                <a:lnTo>
                  <a:pt x="1843506" y="3787330"/>
                </a:lnTo>
                <a:lnTo>
                  <a:pt x="1845843" y="3792055"/>
                </a:lnTo>
                <a:lnTo>
                  <a:pt x="1847672" y="3793642"/>
                </a:lnTo>
                <a:lnTo>
                  <a:pt x="1852663" y="3795331"/>
                </a:lnTo>
                <a:lnTo>
                  <a:pt x="1855089" y="3795166"/>
                </a:lnTo>
                <a:lnTo>
                  <a:pt x="1859800" y="3792829"/>
                </a:lnTo>
                <a:lnTo>
                  <a:pt x="1861400" y="3791000"/>
                </a:lnTo>
                <a:lnTo>
                  <a:pt x="1863077" y="3786009"/>
                </a:lnTo>
                <a:close/>
              </a:path>
              <a:path w="9475470" h="4709795">
                <a:moveTo>
                  <a:pt x="1873440" y="924166"/>
                </a:moveTo>
                <a:lnTo>
                  <a:pt x="1871764" y="919175"/>
                </a:lnTo>
                <a:lnTo>
                  <a:pt x="1870163" y="917346"/>
                </a:lnTo>
                <a:lnTo>
                  <a:pt x="1865452" y="915009"/>
                </a:lnTo>
                <a:lnTo>
                  <a:pt x="1863026" y="914844"/>
                </a:lnTo>
                <a:lnTo>
                  <a:pt x="1858048" y="916520"/>
                </a:lnTo>
                <a:lnTo>
                  <a:pt x="1856206" y="918121"/>
                </a:lnTo>
                <a:lnTo>
                  <a:pt x="1853869" y="922832"/>
                </a:lnTo>
                <a:lnTo>
                  <a:pt x="1853704" y="925258"/>
                </a:lnTo>
                <a:lnTo>
                  <a:pt x="1855381" y="930236"/>
                </a:lnTo>
                <a:lnTo>
                  <a:pt x="1856981" y="932078"/>
                </a:lnTo>
                <a:lnTo>
                  <a:pt x="1861693" y="934415"/>
                </a:lnTo>
                <a:lnTo>
                  <a:pt x="1864118" y="934580"/>
                </a:lnTo>
                <a:lnTo>
                  <a:pt x="1869109" y="932903"/>
                </a:lnTo>
                <a:lnTo>
                  <a:pt x="1870938" y="931303"/>
                </a:lnTo>
                <a:lnTo>
                  <a:pt x="1873275" y="926592"/>
                </a:lnTo>
                <a:lnTo>
                  <a:pt x="1873440" y="924166"/>
                </a:lnTo>
                <a:close/>
              </a:path>
              <a:path w="9475470" h="4709795">
                <a:moveTo>
                  <a:pt x="1897214" y="3769080"/>
                </a:moveTo>
                <a:lnTo>
                  <a:pt x="1897049" y="3766655"/>
                </a:lnTo>
                <a:lnTo>
                  <a:pt x="1894713" y="3761943"/>
                </a:lnTo>
                <a:lnTo>
                  <a:pt x="1892884" y="3760343"/>
                </a:lnTo>
                <a:lnTo>
                  <a:pt x="1887893" y="3758666"/>
                </a:lnTo>
                <a:lnTo>
                  <a:pt x="1885467" y="3758831"/>
                </a:lnTo>
                <a:lnTo>
                  <a:pt x="1880755" y="3761168"/>
                </a:lnTo>
                <a:lnTo>
                  <a:pt x="1879155" y="3762997"/>
                </a:lnTo>
                <a:lnTo>
                  <a:pt x="1877479" y="3767988"/>
                </a:lnTo>
                <a:lnTo>
                  <a:pt x="1877644" y="3770414"/>
                </a:lnTo>
                <a:lnTo>
                  <a:pt x="1879981" y="3775125"/>
                </a:lnTo>
                <a:lnTo>
                  <a:pt x="1881809" y="3776726"/>
                </a:lnTo>
                <a:lnTo>
                  <a:pt x="1886800" y="3778402"/>
                </a:lnTo>
                <a:lnTo>
                  <a:pt x="1889213" y="3778237"/>
                </a:lnTo>
                <a:lnTo>
                  <a:pt x="1893938" y="3775900"/>
                </a:lnTo>
                <a:lnTo>
                  <a:pt x="1895525" y="3774071"/>
                </a:lnTo>
                <a:lnTo>
                  <a:pt x="1897214" y="3769080"/>
                </a:lnTo>
                <a:close/>
              </a:path>
              <a:path w="9475470" h="4709795">
                <a:moveTo>
                  <a:pt x="1907565" y="941108"/>
                </a:moveTo>
                <a:lnTo>
                  <a:pt x="1905889" y="936117"/>
                </a:lnTo>
                <a:lnTo>
                  <a:pt x="1904288" y="934288"/>
                </a:lnTo>
                <a:lnTo>
                  <a:pt x="1899577" y="931951"/>
                </a:lnTo>
                <a:lnTo>
                  <a:pt x="1897151" y="931786"/>
                </a:lnTo>
                <a:lnTo>
                  <a:pt x="1892173" y="933462"/>
                </a:lnTo>
                <a:lnTo>
                  <a:pt x="1890344" y="935062"/>
                </a:lnTo>
                <a:lnTo>
                  <a:pt x="1887994" y="939774"/>
                </a:lnTo>
                <a:lnTo>
                  <a:pt x="1887829" y="942200"/>
                </a:lnTo>
                <a:lnTo>
                  <a:pt x="1889518" y="947178"/>
                </a:lnTo>
                <a:lnTo>
                  <a:pt x="1891106" y="949020"/>
                </a:lnTo>
                <a:lnTo>
                  <a:pt x="1895830" y="951357"/>
                </a:lnTo>
                <a:lnTo>
                  <a:pt x="1898243" y="951522"/>
                </a:lnTo>
                <a:lnTo>
                  <a:pt x="1903234" y="949845"/>
                </a:lnTo>
                <a:lnTo>
                  <a:pt x="1905063" y="948245"/>
                </a:lnTo>
                <a:lnTo>
                  <a:pt x="1907400" y="943533"/>
                </a:lnTo>
                <a:lnTo>
                  <a:pt x="1907565" y="941108"/>
                </a:lnTo>
                <a:close/>
              </a:path>
              <a:path w="9475470" h="4709795">
                <a:moveTo>
                  <a:pt x="1931352" y="3752151"/>
                </a:moveTo>
                <a:lnTo>
                  <a:pt x="1931187" y="3749738"/>
                </a:lnTo>
                <a:lnTo>
                  <a:pt x="1928850" y="3745014"/>
                </a:lnTo>
                <a:lnTo>
                  <a:pt x="1927021" y="3743426"/>
                </a:lnTo>
                <a:lnTo>
                  <a:pt x="1922030" y="3741737"/>
                </a:lnTo>
                <a:lnTo>
                  <a:pt x="1919605" y="3741902"/>
                </a:lnTo>
                <a:lnTo>
                  <a:pt x="1914893" y="3744239"/>
                </a:lnTo>
                <a:lnTo>
                  <a:pt x="1913293" y="3746068"/>
                </a:lnTo>
                <a:lnTo>
                  <a:pt x="1911616" y="3751059"/>
                </a:lnTo>
                <a:lnTo>
                  <a:pt x="1911781" y="3753485"/>
                </a:lnTo>
                <a:lnTo>
                  <a:pt x="1914118" y="3758196"/>
                </a:lnTo>
                <a:lnTo>
                  <a:pt x="1915947" y="3759797"/>
                </a:lnTo>
                <a:lnTo>
                  <a:pt x="1920925" y="3761473"/>
                </a:lnTo>
                <a:lnTo>
                  <a:pt x="1923351" y="3761308"/>
                </a:lnTo>
                <a:lnTo>
                  <a:pt x="1928075" y="3758971"/>
                </a:lnTo>
                <a:lnTo>
                  <a:pt x="1929663" y="3757142"/>
                </a:lnTo>
                <a:lnTo>
                  <a:pt x="1931352" y="3752151"/>
                </a:lnTo>
                <a:close/>
              </a:path>
              <a:path w="9475470" h="4709795">
                <a:moveTo>
                  <a:pt x="1941703" y="958049"/>
                </a:moveTo>
                <a:lnTo>
                  <a:pt x="1940026" y="953058"/>
                </a:lnTo>
                <a:lnTo>
                  <a:pt x="1938426" y="951230"/>
                </a:lnTo>
                <a:lnTo>
                  <a:pt x="1933714" y="948893"/>
                </a:lnTo>
                <a:lnTo>
                  <a:pt x="1931289" y="948728"/>
                </a:lnTo>
                <a:lnTo>
                  <a:pt x="1926297" y="950404"/>
                </a:lnTo>
                <a:lnTo>
                  <a:pt x="1924469" y="952004"/>
                </a:lnTo>
                <a:lnTo>
                  <a:pt x="1922132" y="956716"/>
                </a:lnTo>
                <a:lnTo>
                  <a:pt x="1921967" y="959142"/>
                </a:lnTo>
                <a:lnTo>
                  <a:pt x="1923643" y="964120"/>
                </a:lnTo>
                <a:lnTo>
                  <a:pt x="1925243" y="965949"/>
                </a:lnTo>
                <a:lnTo>
                  <a:pt x="1929955" y="968298"/>
                </a:lnTo>
                <a:lnTo>
                  <a:pt x="1932381" y="968463"/>
                </a:lnTo>
                <a:lnTo>
                  <a:pt x="1937359" y="966787"/>
                </a:lnTo>
                <a:lnTo>
                  <a:pt x="1939188" y="965187"/>
                </a:lnTo>
                <a:lnTo>
                  <a:pt x="1941537" y="960475"/>
                </a:lnTo>
                <a:lnTo>
                  <a:pt x="1941703" y="958049"/>
                </a:lnTo>
                <a:close/>
              </a:path>
              <a:path w="9475470" h="4709795">
                <a:moveTo>
                  <a:pt x="1965490" y="3735235"/>
                </a:moveTo>
                <a:lnTo>
                  <a:pt x="1965325" y="3732809"/>
                </a:lnTo>
                <a:lnTo>
                  <a:pt x="1962988" y="3728097"/>
                </a:lnTo>
                <a:lnTo>
                  <a:pt x="1961146" y="3726497"/>
                </a:lnTo>
                <a:lnTo>
                  <a:pt x="1956168" y="3724821"/>
                </a:lnTo>
                <a:lnTo>
                  <a:pt x="1953742" y="3724973"/>
                </a:lnTo>
                <a:lnTo>
                  <a:pt x="1949030" y="3727323"/>
                </a:lnTo>
                <a:lnTo>
                  <a:pt x="1947430" y="3729151"/>
                </a:lnTo>
                <a:lnTo>
                  <a:pt x="1945754" y="3734130"/>
                </a:lnTo>
                <a:lnTo>
                  <a:pt x="1945919" y="3736556"/>
                </a:lnTo>
                <a:lnTo>
                  <a:pt x="1948256" y="3741267"/>
                </a:lnTo>
                <a:lnTo>
                  <a:pt x="1950085" y="3742867"/>
                </a:lnTo>
                <a:lnTo>
                  <a:pt x="1955063" y="3744544"/>
                </a:lnTo>
                <a:lnTo>
                  <a:pt x="1957489" y="3744379"/>
                </a:lnTo>
                <a:lnTo>
                  <a:pt x="1962200" y="3742042"/>
                </a:lnTo>
                <a:lnTo>
                  <a:pt x="1963801" y="3740213"/>
                </a:lnTo>
                <a:lnTo>
                  <a:pt x="1965490" y="3735235"/>
                </a:lnTo>
                <a:close/>
              </a:path>
              <a:path w="9475470" h="4709795">
                <a:moveTo>
                  <a:pt x="1975827" y="974991"/>
                </a:moveTo>
                <a:lnTo>
                  <a:pt x="1974151" y="970000"/>
                </a:lnTo>
                <a:lnTo>
                  <a:pt x="1972551" y="968171"/>
                </a:lnTo>
                <a:lnTo>
                  <a:pt x="1967839" y="965835"/>
                </a:lnTo>
                <a:lnTo>
                  <a:pt x="1965413" y="965669"/>
                </a:lnTo>
                <a:lnTo>
                  <a:pt x="1960422" y="967346"/>
                </a:lnTo>
                <a:lnTo>
                  <a:pt x="1958594" y="968946"/>
                </a:lnTo>
                <a:lnTo>
                  <a:pt x="1956257" y="973658"/>
                </a:lnTo>
                <a:lnTo>
                  <a:pt x="1956092" y="976083"/>
                </a:lnTo>
                <a:lnTo>
                  <a:pt x="1957768" y="981062"/>
                </a:lnTo>
                <a:lnTo>
                  <a:pt x="1959368" y="982891"/>
                </a:lnTo>
                <a:lnTo>
                  <a:pt x="1964080" y="985240"/>
                </a:lnTo>
                <a:lnTo>
                  <a:pt x="1966506" y="985405"/>
                </a:lnTo>
                <a:lnTo>
                  <a:pt x="1971497" y="983729"/>
                </a:lnTo>
                <a:lnTo>
                  <a:pt x="1973326" y="982129"/>
                </a:lnTo>
                <a:lnTo>
                  <a:pt x="1975662" y="977417"/>
                </a:lnTo>
                <a:lnTo>
                  <a:pt x="1975827" y="974991"/>
                </a:lnTo>
                <a:close/>
              </a:path>
              <a:path w="9475470" h="4709795">
                <a:moveTo>
                  <a:pt x="1999615" y="3718306"/>
                </a:moveTo>
                <a:lnTo>
                  <a:pt x="1999449" y="3715880"/>
                </a:lnTo>
                <a:lnTo>
                  <a:pt x="1997113" y="3711168"/>
                </a:lnTo>
                <a:lnTo>
                  <a:pt x="1995284" y="3709568"/>
                </a:lnTo>
                <a:lnTo>
                  <a:pt x="1990305" y="3707892"/>
                </a:lnTo>
                <a:lnTo>
                  <a:pt x="1987880" y="3708057"/>
                </a:lnTo>
                <a:lnTo>
                  <a:pt x="1983168" y="3710394"/>
                </a:lnTo>
                <a:lnTo>
                  <a:pt x="1981568" y="3712222"/>
                </a:lnTo>
                <a:lnTo>
                  <a:pt x="1979891" y="3717201"/>
                </a:lnTo>
                <a:lnTo>
                  <a:pt x="1980044" y="3719626"/>
                </a:lnTo>
                <a:lnTo>
                  <a:pt x="1982381" y="3724338"/>
                </a:lnTo>
                <a:lnTo>
                  <a:pt x="1984222" y="3725938"/>
                </a:lnTo>
                <a:lnTo>
                  <a:pt x="1989201" y="3727627"/>
                </a:lnTo>
                <a:lnTo>
                  <a:pt x="1991626" y="3727462"/>
                </a:lnTo>
                <a:lnTo>
                  <a:pt x="1996338" y="3725126"/>
                </a:lnTo>
                <a:lnTo>
                  <a:pt x="1997938" y="3723284"/>
                </a:lnTo>
                <a:lnTo>
                  <a:pt x="1999615" y="3718306"/>
                </a:lnTo>
                <a:close/>
              </a:path>
              <a:path w="9475470" h="4709795">
                <a:moveTo>
                  <a:pt x="2009952" y="991933"/>
                </a:moveTo>
                <a:lnTo>
                  <a:pt x="2008276" y="986942"/>
                </a:lnTo>
                <a:lnTo>
                  <a:pt x="2006676" y="985113"/>
                </a:lnTo>
                <a:lnTo>
                  <a:pt x="2001964" y="982776"/>
                </a:lnTo>
                <a:lnTo>
                  <a:pt x="1999538" y="982611"/>
                </a:lnTo>
                <a:lnTo>
                  <a:pt x="1994560" y="984288"/>
                </a:lnTo>
                <a:lnTo>
                  <a:pt x="1992718" y="985888"/>
                </a:lnTo>
                <a:lnTo>
                  <a:pt x="1990382" y="990600"/>
                </a:lnTo>
                <a:lnTo>
                  <a:pt x="1990217" y="993025"/>
                </a:lnTo>
                <a:lnTo>
                  <a:pt x="1991893" y="998004"/>
                </a:lnTo>
                <a:lnTo>
                  <a:pt x="1993493" y="999832"/>
                </a:lnTo>
                <a:lnTo>
                  <a:pt x="1998205" y="1002182"/>
                </a:lnTo>
                <a:lnTo>
                  <a:pt x="2000631" y="1002347"/>
                </a:lnTo>
                <a:lnTo>
                  <a:pt x="2005622" y="1000671"/>
                </a:lnTo>
                <a:lnTo>
                  <a:pt x="2007450" y="999070"/>
                </a:lnTo>
                <a:lnTo>
                  <a:pt x="2009787" y="994359"/>
                </a:lnTo>
                <a:lnTo>
                  <a:pt x="2009952" y="991933"/>
                </a:lnTo>
                <a:close/>
              </a:path>
              <a:path w="9475470" h="4709795">
                <a:moveTo>
                  <a:pt x="2033752" y="3701377"/>
                </a:moveTo>
                <a:lnTo>
                  <a:pt x="2033587" y="3698951"/>
                </a:lnTo>
                <a:lnTo>
                  <a:pt x="2031250" y="3694239"/>
                </a:lnTo>
                <a:lnTo>
                  <a:pt x="2029421" y="3692639"/>
                </a:lnTo>
                <a:lnTo>
                  <a:pt x="2024443" y="3690963"/>
                </a:lnTo>
                <a:lnTo>
                  <a:pt x="2022017" y="3691128"/>
                </a:lnTo>
                <a:lnTo>
                  <a:pt x="2017306" y="3693464"/>
                </a:lnTo>
                <a:lnTo>
                  <a:pt x="2015705" y="3695293"/>
                </a:lnTo>
                <a:lnTo>
                  <a:pt x="2014016" y="3700284"/>
                </a:lnTo>
                <a:lnTo>
                  <a:pt x="2014181" y="3702710"/>
                </a:lnTo>
                <a:lnTo>
                  <a:pt x="2016518" y="3707422"/>
                </a:lnTo>
                <a:lnTo>
                  <a:pt x="2018347" y="3709022"/>
                </a:lnTo>
                <a:lnTo>
                  <a:pt x="2023338" y="3710698"/>
                </a:lnTo>
                <a:lnTo>
                  <a:pt x="2025764" y="3710533"/>
                </a:lnTo>
                <a:lnTo>
                  <a:pt x="2030476" y="3708196"/>
                </a:lnTo>
                <a:lnTo>
                  <a:pt x="2032076" y="3706368"/>
                </a:lnTo>
                <a:lnTo>
                  <a:pt x="2033752" y="3701377"/>
                </a:lnTo>
                <a:close/>
              </a:path>
              <a:path w="9475470" h="4709795">
                <a:moveTo>
                  <a:pt x="2044077" y="1008875"/>
                </a:moveTo>
                <a:lnTo>
                  <a:pt x="2042401" y="1003884"/>
                </a:lnTo>
                <a:lnTo>
                  <a:pt x="2040813" y="1002055"/>
                </a:lnTo>
                <a:lnTo>
                  <a:pt x="2036089" y="999718"/>
                </a:lnTo>
                <a:lnTo>
                  <a:pt x="2033663" y="999553"/>
                </a:lnTo>
                <a:lnTo>
                  <a:pt x="2028685" y="1001229"/>
                </a:lnTo>
                <a:lnTo>
                  <a:pt x="2026856" y="1002830"/>
                </a:lnTo>
                <a:lnTo>
                  <a:pt x="2024519" y="1007541"/>
                </a:lnTo>
                <a:lnTo>
                  <a:pt x="2024354" y="1009967"/>
                </a:lnTo>
                <a:lnTo>
                  <a:pt x="2026031" y="1014945"/>
                </a:lnTo>
                <a:lnTo>
                  <a:pt x="2027618" y="1016774"/>
                </a:lnTo>
                <a:lnTo>
                  <a:pt x="2032342" y="1019124"/>
                </a:lnTo>
                <a:lnTo>
                  <a:pt x="2034755" y="1019289"/>
                </a:lnTo>
                <a:lnTo>
                  <a:pt x="2039747" y="1017612"/>
                </a:lnTo>
                <a:lnTo>
                  <a:pt x="2041575" y="1016012"/>
                </a:lnTo>
                <a:lnTo>
                  <a:pt x="2043912" y="1011301"/>
                </a:lnTo>
                <a:lnTo>
                  <a:pt x="2044077" y="1008875"/>
                </a:lnTo>
                <a:close/>
              </a:path>
              <a:path w="9475470" h="4709795">
                <a:moveTo>
                  <a:pt x="2067890" y="3684447"/>
                </a:moveTo>
                <a:lnTo>
                  <a:pt x="2067725" y="3682034"/>
                </a:lnTo>
                <a:lnTo>
                  <a:pt x="2065388" y="3677310"/>
                </a:lnTo>
                <a:lnTo>
                  <a:pt x="2063559" y="3675723"/>
                </a:lnTo>
                <a:lnTo>
                  <a:pt x="2058581" y="3674033"/>
                </a:lnTo>
                <a:lnTo>
                  <a:pt x="2056155" y="3674199"/>
                </a:lnTo>
                <a:lnTo>
                  <a:pt x="2051431" y="3676535"/>
                </a:lnTo>
                <a:lnTo>
                  <a:pt x="2049843" y="3678364"/>
                </a:lnTo>
                <a:lnTo>
                  <a:pt x="2048154" y="3683355"/>
                </a:lnTo>
                <a:lnTo>
                  <a:pt x="2048319" y="3685781"/>
                </a:lnTo>
                <a:lnTo>
                  <a:pt x="2050656" y="3690493"/>
                </a:lnTo>
                <a:lnTo>
                  <a:pt x="2052485" y="3692093"/>
                </a:lnTo>
                <a:lnTo>
                  <a:pt x="2057476" y="3693769"/>
                </a:lnTo>
                <a:lnTo>
                  <a:pt x="2059901" y="3693604"/>
                </a:lnTo>
                <a:lnTo>
                  <a:pt x="2064613" y="3691267"/>
                </a:lnTo>
                <a:lnTo>
                  <a:pt x="2066213" y="3689439"/>
                </a:lnTo>
                <a:lnTo>
                  <a:pt x="2067890" y="3684447"/>
                </a:lnTo>
                <a:close/>
              </a:path>
              <a:path w="9475470" h="4709795">
                <a:moveTo>
                  <a:pt x="2078215" y="1025817"/>
                </a:moveTo>
                <a:lnTo>
                  <a:pt x="2076538" y="1020826"/>
                </a:lnTo>
                <a:lnTo>
                  <a:pt x="2074938" y="1018997"/>
                </a:lnTo>
                <a:lnTo>
                  <a:pt x="2070227" y="1016660"/>
                </a:lnTo>
                <a:lnTo>
                  <a:pt x="2067801" y="1016495"/>
                </a:lnTo>
                <a:lnTo>
                  <a:pt x="2062810" y="1018171"/>
                </a:lnTo>
                <a:lnTo>
                  <a:pt x="2060981" y="1019771"/>
                </a:lnTo>
                <a:lnTo>
                  <a:pt x="2058644" y="1024483"/>
                </a:lnTo>
                <a:lnTo>
                  <a:pt x="2058479" y="1026909"/>
                </a:lnTo>
                <a:lnTo>
                  <a:pt x="2060155" y="1031887"/>
                </a:lnTo>
                <a:lnTo>
                  <a:pt x="2061756" y="1033716"/>
                </a:lnTo>
                <a:lnTo>
                  <a:pt x="2066467" y="1036066"/>
                </a:lnTo>
                <a:lnTo>
                  <a:pt x="2068893" y="1036231"/>
                </a:lnTo>
                <a:lnTo>
                  <a:pt x="2073871" y="1034554"/>
                </a:lnTo>
                <a:lnTo>
                  <a:pt x="2075713" y="1032954"/>
                </a:lnTo>
                <a:lnTo>
                  <a:pt x="2078050" y="1028242"/>
                </a:lnTo>
                <a:lnTo>
                  <a:pt x="2078215" y="1025817"/>
                </a:lnTo>
                <a:close/>
              </a:path>
              <a:path w="9475470" h="4709795">
                <a:moveTo>
                  <a:pt x="2102027" y="3667531"/>
                </a:moveTo>
                <a:lnTo>
                  <a:pt x="2101862" y="3665105"/>
                </a:lnTo>
                <a:lnTo>
                  <a:pt x="2099525" y="3660394"/>
                </a:lnTo>
                <a:lnTo>
                  <a:pt x="2097697" y="3658793"/>
                </a:lnTo>
                <a:lnTo>
                  <a:pt x="2092706" y="3657117"/>
                </a:lnTo>
                <a:lnTo>
                  <a:pt x="2090293" y="3657269"/>
                </a:lnTo>
                <a:lnTo>
                  <a:pt x="2085568" y="3659619"/>
                </a:lnTo>
                <a:lnTo>
                  <a:pt x="2083968" y="3661448"/>
                </a:lnTo>
                <a:lnTo>
                  <a:pt x="2082292" y="3666426"/>
                </a:lnTo>
                <a:lnTo>
                  <a:pt x="2082457" y="3668852"/>
                </a:lnTo>
                <a:lnTo>
                  <a:pt x="2084793" y="3673564"/>
                </a:lnTo>
                <a:lnTo>
                  <a:pt x="2086622" y="3675164"/>
                </a:lnTo>
                <a:lnTo>
                  <a:pt x="2091613" y="3676840"/>
                </a:lnTo>
                <a:lnTo>
                  <a:pt x="2094039" y="3676675"/>
                </a:lnTo>
                <a:lnTo>
                  <a:pt x="2098751" y="3674338"/>
                </a:lnTo>
                <a:lnTo>
                  <a:pt x="2100351" y="3672509"/>
                </a:lnTo>
                <a:lnTo>
                  <a:pt x="2102027" y="3667531"/>
                </a:lnTo>
                <a:close/>
              </a:path>
              <a:path w="9475470" h="4709795">
                <a:moveTo>
                  <a:pt x="2112340" y="1042758"/>
                </a:moveTo>
                <a:lnTo>
                  <a:pt x="2110663" y="1037767"/>
                </a:lnTo>
                <a:lnTo>
                  <a:pt x="2109063" y="1035939"/>
                </a:lnTo>
                <a:lnTo>
                  <a:pt x="2104351" y="1033602"/>
                </a:lnTo>
                <a:lnTo>
                  <a:pt x="2101926" y="1033437"/>
                </a:lnTo>
                <a:lnTo>
                  <a:pt x="2096935" y="1035113"/>
                </a:lnTo>
                <a:lnTo>
                  <a:pt x="2095106" y="1036713"/>
                </a:lnTo>
                <a:lnTo>
                  <a:pt x="2092769" y="1041425"/>
                </a:lnTo>
                <a:lnTo>
                  <a:pt x="2092604" y="1043851"/>
                </a:lnTo>
                <a:lnTo>
                  <a:pt x="2094280" y="1048829"/>
                </a:lnTo>
                <a:lnTo>
                  <a:pt x="2095881" y="1050658"/>
                </a:lnTo>
                <a:lnTo>
                  <a:pt x="2100592" y="1053007"/>
                </a:lnTo>
                <a:lnTo>
                  <a:pt x="2103018" y="1053172"/>
                </a:lnTo>
                <a:lnTo>
                  <a:pt x="2108009" y="1051496"/>
                </a:lnTo>
                <a:lnTo>
                  <a:pt x="2109838" y="1049896"/>
                </a:lnTo>
                <a:lnTo>
                  <a:pt x="2112175" y="1045184"/>
                </a:lnTo>
                <a:lnTo>
                  <a:pt x="2112340" y="1042758"/>
                </a:lnTo>
                <a:close/>
              </a:path>
              <a:path w="9475470" h="4709795">
                <a:moveTo>
                  <a:pt x="2136165" y="3650602"/>
                </a:moveTo>
                <a:lnTo>
                  <a:pt x="2136000" y="3648176"/>
                </a:lnTo>
                <a:lnTo>
                  <a:pt x="2133663" y="3643465"/>
                </a:lnTo>
                <a:lnTo>
                  <a:pt x="2131834" y="3641864"/>
                </a:lnTo>
                <a:lnTo>
                  <a:pt x="2126843" y="3640188"/>
                </a:lnTo>
                <a:lnTo>
                  <a:pt x="2124418" y="3640353"/>
                </a:lnTo>
                <a:lnTo>
                  <a:pt x="2119706" y="3642690"/>
                </a:lnTo>
                <a:lnTo>
                  <a:pt x="2118106" y="3644519"/>
                </a:lnTo>
                <a:lnTo>
                  <a:pt x="2116429" y="3649497"/>
                </a:lnTo>
                <a:lnTo>
                  <a:pt x="2116594" y="3651923"/>
                </a:lnTo>
                <a:lnTo>
                  <a:pt x="2118931" y="3656634"/>
                </a:lnTo>
                <a:lnTo>
                  <a:pt x="2120760" y="3658235"/>
                </a:lnTo>
                <a:lnTo>
                  <a:pt x="2125751" y="3659924"/>
                </a:lnTo>
                <a:lnTo>
                  <a:pt x="2128177" y="3659759"/>
                </a:lnTo>
                <a:lnTo>
                  <a:pt x="2132888" y="3657422"/>
                </a:lnTo>
                <a:lnTo>
                  <a:pt x="2134489" y="3655580"/>
                </a:lnTo>
                <a:lnTo>
                  <a:pt x="2136165" y="3650602"/>
                </a:lnTo>
                <a:close/>
              </a:path>
              <a:path w="9475470" h="4709795">
                <a:moveTo>
                  <a:pt x="2146465" y="1059700"/>
                </a:moveTo>
                <a:lnTo>
                  <a:pt x="2144788" y="1054709"/>
                </a:lnTo>
                <a:lnTo>
                  <a:pt x="2143188" y="1052880"/>
                </a:lnTo>
                <a:lnTo>
                  <a:pt x="2138476" y="1050544"/>
                </a:lnTo>
                <a:lnTo>
                  <a:pt x="2136051" y="1050378"/>
                </a:lnTo>
                <a:lnTo>
                  <a:pt x="2131072" y="1052055"/>
                </a:lnTo>
                <a:lnTo>
                  <a:pt x="2129244" y="1053655"/>
                </a:lnTo>
                <a:lnTo>
                  <a:pt x="2126894" y="1058367"/>
                </a:lnTo>
                <a:lnTo>
                  <a:pt x="2126729" y="1060792"/>
                </a:lnTo>
                <a:lnTo>
                  <a:pt x="2128405" y="1065771"/>
                </a:lnTo>
                <a:lnTo>
                  <a:pt x="2130006" y="1067600"/>
                </a:lnTo>
                <a:lnTo>
                  <a:pt x="2134717" y="1069949"/>
                </a:lnTo>
                <a:lnTo>
                  <a:pt x="2137143" y="1070114"/>
                </a:lnTo>
                <a:lnTo>
                  <a:pt x="2142134" y="1068438"/>
                </a:lnTo>
                <a:lnTo>
                  <a:pt x="2143963" y="1066838"/>
                </a:lnTo>
                <a:lnTo>
                  <a:pt x="2146300" y="1062126"/>
                </a:lnTo>
                <a:lnTo>
                  <a:pt x="2146465" y="1059700"/>
                </a:lnTo>
                <a:close/>
              </a:path>
              <a:path w="9475470" h="4709795">
                <a:moveTo>
                  <a:pt x="2170303" y="3633673"/>
                </a:moveTo>
                <a:lnTo>
                  <a:pt x="2170138" y="3631247"/>
                </a:lnTo>
                <a:lnTo>
                  <a:pt x="2167801" y="3626535"/>
                </a:lnTo>
                <a:lnTo>
                  <a:pt x="2165972" y="3624935"/>
                </a:lnTo>
                <a:lnTo>
                  <a:pt x="2160981" y="3623259"/>
                </a:lnTo>
                <a:lnTo>
                  <a:pt x="2158555" y="3623424"/>
                </a:lnTo>
                <a:lnTo>
                  <a:pt x="2153843" y="3625761"/>
                </a:lnTo>
                <a:lnTo>
                  <a:pt x="2152243" y="3627590"/>
                </a:lnTo>
                <a:lnTo>
                  <a:pt x="2150567" y="3632581"/>
                </a:lnTo>
                <a:lnTo>
                  <a:pt x="2150732" y="3635006"/>
                </a:lnTo>
                <a:lnTo>
                  <a:pt x="2153069" y="3639718"/>
                </a:lnTo>
                <a:lnTo>
                  <a:pt x="2154898" y="3641318"/>
                </a:lnTo>
                <a:lnTo>
                  <a:pt x="2159876" y="3642995"/>
                </a:lnTo>
                <a:lnTo>
                  <a:pt x="2162302" y="3642830"/>
                </a:lnTo>
                <a:lnTo>
                  <a:pt x="2167026" y="3640493"/>
                </a:lnTo>
                <a:lnTo>
                  <a:pt x="2168614" y="3638664"/>
                </a:lnTo>
                <a:lnTo>
                  <a:pt x="2170303" y="3633673"/>
                </a:lnTo>
                <a:close/>
              </a:path>
              <a:path w="9475470" h="4709795">
                <a:moveTo>
                  <a:pt x="2180602" y="1076642"/>
                </a:moveTo>
                <a:lnTo>
                  <a:pt x="2178913" y="1071651"/>
                </a:lnTo>
                <a:lnTo>
                  <a:pt x="2177326" y="1069822"/>
                </a:lnTo>
                <a:lnTo>
                  <a:pt x="2172601" y="1067485"/>
                </a:lnTo>
                <a:lnTo>
                  <a:pt x="2170188" y="1067320"/>
                </a:lnTo>
                <a:lnTo>
                  <a:pt x="2165197" y="1068997"/>
                </a:lnTo>
                <a:lnTo>
                  <a:pt x="2163368" y="1070597"/>
                </a:lnTo>
                <a:lnTo>
                  <a:pt x="2161032" y="1075309"/>
                </a:lnTo>
                <a:lnTo>
                  <a:pt x="2160867" y="1077734"/>
                </a:lnTo>
                <a:lnTo>
                  <a:pt x="2162543" y="1082713"/>
                </a:lnTo>
                <a:lnTo>
                  <a:pt x="2164130" y="1084541"/>
                </a:lnTo>
                <a:lnTo>
                  <a:pt x="2168855" y="1086891"/>
                </a:lnTo>
                <a:lnTo>
                  <a:pt x="2171281" y="1087056"/>
                </a:lnTo>
                <a:lnTo>
                  <a:pt x="2176259" y="1085367"/>
                </a:lnTo>
                <a:lnTo>
                  <a:pt x="2178088" y="1083779"/>
                </a:lnTo>
                <a:lnTo>
                  <a:pt x="2180425" y="1079068"/>
                </a:lnTo>
                <a:lnTo>
                  <a:pt x="2180602" y="1076642"/>
                </a:lnTo>
                <a:close/>
              </a:path>
              <a:path w="9475470" h="4709795">
                <a:moveTo>
                  <a:pt x="2204440" y="3616744"/>
                </a:moveTo>
                <a:lnTo>
                  <a:pt x="2204275" y="3614318"/>
                </a:lnTo>
                <a:lnTo>
                  <a:pt x="2201938" y="3609606"/>
                </a:lnTo>
                <a:lnTo>
                  <a:pt x="2200110" y="3608019"/>
                </a:lnTo>
                <a:lnTo>
                  <a:pt x="2195118" y="3606330"/>
                </a:lnTo>
                <a:lnTo>
                  <a:pt x="2192693" y="3606495"/>
                </a:lnTo>
                <a:lnTo>
                  <a:pt x="2187981" y="3608832"/>
                </a:lnTo>
                <a:lnTo>
                  <a:pt x="2186381" y="3610660"/>
                </a:lnTo>
                <a:lnTo>
                  <a:pt x="2184704" y="3615652"/>
                </a:lnTo>
                <a:lnTo>
                  <a:pt x="2184870" y="3618077"/>
                </a:lnTo>
                <a:lnTo>
                  <a:pt x="2187206" y="3622789"/>
                </a:lnTo>
                <a:lnTo>
                  <a:pt x="2189035" y="3624389"/>
                </a:lnTo>
                <a:lnTo>
                  <a:pt x="2194014" y="3626066"/>
                </a:lnTo>
                <a:lnTo>
                  <a:pt x="2196439" y="3625900"/>
                </a:lnTo>
                <a:lnTo>
                  <a:pt x="2201151" y="3623564"/>
                </a:lnTo>
                <a:lnTo>
                  <a:pt x="2202751" y="3621735"/>
                </a:lnTo>
                <a:lnTo>
                  <a:pt x="2204440" y="3616744"/>
                </a:lnTo>
                <a:close/>
              </a:path>
              <a:path w="9475470" h="4709795">
                <a:moveTo>
                  <a:pt x="2214727" y="1093584"/>
                </a:moveTo>
                <a:lnTo>
                  <a:pt x="2213051" y="1088593"/>
                </a:lnTo>
                <a:lnTo>
                  <a:pt x="2211451" y="1086764"/>
                </a:lnTo>
                <a:lnTo>
                  <a:pt x="2206739" y="1084427"/>
                </a:lnTo>
                <a:lnTo>
                  <a:pt x="2204313" y="1084262"/>
                </a:lnTo>
                <a:lnTo>
                  <a:pt x="2199322" y="1085938"/>
                </a:lnTo>
                <a:lnTo>
                  <a:pt x="2197493" y="1087539"/>
                </a:lnTo>
                <a:lnTo>
                  <a:pt x="2195157" y="1092250"/>
                </a:lnTo>
                <a:lnTo>
                  <a:pt x="2194991" y="1094676"/>
                </a:lnTo>
                <a:lnTo>
                  <a:pt x="2196668" y="1099654"/>
                </a:lnTo>
                <a:lnTo>
                  <a:pt x="2198268" y="1101483"/>
                </a:lnTo>
                <a:lnTo>
                  <a:pt x="2202980" y="1103833"/>
                </a:lnTo>
                <a:lnTo>
                  <a:pt x="2205405" y="1103998"/>
                </a:lnTo>
                <a:lnTo>
                  <a:pt x="2210384" y="1102309"/>
                </a:lnTo>
                <a:lnTo>
                  <a:pt x="2212225" y="1100721"/>
                </a:lnTo>
                <a:lnTo>
                  <a:pt x="2214562" y="1096010"/>
                </a:lnTo>
                <a:lnTo>
                  <a:pt x="2214727" y="1093584"/>
                </a:lnTo>
                <a:close/>
              </a:path>
              <a:path w="9475470" h="4709795">
                <a:moveTo>
                  <a:pt x="2238578" y="3599827"/>
                </a:moveTo>
                <a:lnTo>
                  <a:pt x="2238413" y="3597402"/>
                </a:lnTo>
                <a:lnTo>
                  <a:pt x="2236076" y="3592690"/>
                </a:lnTo>
                <a:lnTo>
                  <a:pt x="2234234" y="3591090"/>
                </a:lnTo>
                <a:lnTo>
                  <a:pt x="2229256" y="3589401"/>
                </a:lnTo>
                <a:lnTo>
                  <a:pt x="2226830" y="3589566"/>
                </a:lnTo>
                <a:lnTo>
                  <a:pt x="2222119" y="3591903"/>
                </a:lnTo>
                <a:lnTo>
                  <a:pt x="2220518" y="3593744"/>
                </a:lnTo>
                <a:lnTo>
                  <a:pt x="2218842" y="3598722"/>
                </a:lnTo>
                <a:lnTo>
                  <a:pt x="2219007" y="3601148"/>
                </a:lnTo>
                <a:lnTo>
                  <a:pt x="2221344" y="3605860"/>
                </a:lnTo>
                <a:lnTo>
                  <a:pt x="2223173" y="3607460"/>
                </a:lnTo>
                <a:lnTo>
                  <a:pt x="2228151" y="3609136"/>
                </a:lnTo>
                <a:lnTo>
                  <a:pt x="2230577" y="3608971"/>
                </a:lnTo>
                <a:lnTo>
                  <a:pt x="2235289" y="3606635"/>
                </a:lnTo>
                <a:lnTo>
                  <a:pt x="2236889" y="3604806"/>
                </a:lnTo>
                <a:lnTo>
                  <a:pt x="2238578" y="3599827"/>
                </a:lnTo>
                <a:close/>
              </a:path>
              <a:path w="9475470" h="4709795">
                <a:moveTo>
                  <a:pt x="2248852" y="1110526"/>
                </a:moveTo>
                <a:lnTo>
                  <a:pt x="2247176" y="1105535"/>
                </a:lnTo>
                <a:lnTo>
                  <a:pt x="2245576" y="1103706"/>
                </a:lnTo>
                <a:lnTo>
                  <a:pt x="2240864" y="1101369"/>
                </a:lnTo>
                <a:lnTo>
                  <a:pt x="2238438" y="1101204"/>
                </a:lnTo>
                <a:lnTo>
                  <a:pt x="2233460" y="1102880"/>
                </a:lnTo>
                <a:lnTo>
                  <a:pt x="2231618" y="1104480"/>
                </a:lnTo>
                <a:lnTo>
                  <a:pt x="2229281" y="1109192"/>
                </a:lnTo>
                <a:lnTo>
                  <a:pt x="2229116" y="1111618"/>
                </a:lnTo>
                <a:lnTo>
                  <a:pt x="2230793" y="1116596"/>
                </a:lnTo>
                <a:lnTo>
                  <a:pt x="2232393" y="1118425"/>
                </a:lnTo>
                <a:lnTo>
                  <a:pt x="2237105" y="1120775"/>
                </a:lnTo>
                <a:lnTo>
                  <a:pt x="2239530" y="1120940"/>
                </a:lnTo>
                <a:lnTo>
                  <a:pt x="2244521" y="1119251"/>
                </a:lnTo>
                <a:lnTo>
                  <a:pt x="2246350" y="1117663"/>
                </a:lnTo>
                <a:lnTo>
                  <a:pt x="2248687" y="1112951"/>
                </a:lnTo>
                <a:lnTo>
                  <a:pt x="2248852" y="1110526"/>
                </a:lnTo>
                <a:close/>
              </a:path>
              <a:path w="9475470" h="4709795">
                <a:moveTo>
                  <a:pt x="2272703" y="3582898"/>
                </a:moveTo>
                <a:lnTo>
                  <a:pt x="2272538" y="3580473"/>
                </a:lnTo>
                <a:lnTo>
                  <a:pt x="2270201" y="3575761"/>
                </a:lnTo>
                <a:lnTo>
                  <a:pt x="2268372" y="3574161"/>
                </a:lnTo>
                <a:lnTo>
                  <a:pt x="2263394" y="3572484"/>
                </a:lnTo>
                <a:lnTo>
                  <a:pt x="2260968" y="3572649"/>
                </a:lnTo>
                <a:lnTo>
                  <a:pt x="2256256" y="3574986"/>
                </a:lnTo>
                <a:lnTo>
                  <a:pt x="2254656" y="3576815"/>
                </a:lnTo>
                <a:lnTo>
                  <a:pt x="2252967" y="3581793"/>
                </a:lnTo>
                <a:lnTo>
                  <a:pt x="2253132" y="3584219"/>
                </a:lnTo>
                <a:lnTo>
                  <a:pt x="2255469" y="3588931"/>
                </a:lnTo>
                <a:lnTo>
                  <a:pt x="2257310" y="3590531"/>
                </a:lnTo>
                <a:lnTo>
                  <a:pt x="2262289" y="3592220"/>
                </a:lnTo>
                <a:lnTo>
                  <a:pt x="2264714" y="3592055"/>
                </a:lnTo>
                <a:lnTo>
                  <a:pt x="2269426" y="3589718"/>
                </a:lnTo>
                <a:lnTo>
                  <a:pt x="2271026" y="3587877"/>
                </a:lnTo>
                <a:lnTo>
                  <a:pt x="2272703" y="3582898"/>
                </a:lnTo>
                <a:close/>
              </a:path>
              <a:path w="9475470" h="4709795">
                <a:moveTo>
                  <a:pt x="2282977" y="1127467"/>
                </a:moveTo>
                <a:lnTo>
                  <a:pt x="2281301" y="1122476"/>
                </a:lnTo>
                <a:lnTo>
                  <a:pt x="2279700" y="1120648"/>
                </a:lnTo>
                <a:lnTo>
                  <a:pt x="2274989" y="1118311"/>
                </a:lnTo>
                <a:lnTo>
                  <a:pt x="2272563" y="1118146"/>
                </a:lnTo>
                <a:lnTo>
                  <a:pt x="2267585" y="1119822"/>
                </a:lnTo>
                <a:lnTo>
                  <a:pt x="2265756" y="1121422"/>
                </a:lnTo>
                <a:lnTo>
                  <a:pt x="2263406" y="1126134"/>
                </a:lnTo>
                <a:lnTo>
                  <a:pt x="2263241" y="1128560"/>
                </a:lnTo>
                <a:lnTo>
                  <a:pt x="2264930" y="1133538"/>
                </a:lnTo>
                <a:lnTo>
                  <a:pt x="2266518" y="1135367"/>
                </a:lnTo>
                <a:lnTo>
                  <a:pt x="2271230" y="1137716"/>
                </a:lnTo>
                <a:lnTo>
                  <a:pt x="2273655" y="1137881"/>
                </a:lnTo>
                <a:lnTo>
                  <a:pt x="2278646" y="1136192"/>
                </a:lnTo>
                <a:lnTo>
                  <a:pt x="2280475" y="1134605"/>
                </a:lnTo>
                <a:lnTo>
                  <a:pt x="2282812" y="1129893"/>
                </a:lnTo>
                <a:lnTo>
                  <a:pt x="2282977" y="1127467"/>
                </a:lnTo>
                <a:close/>
              </a:path>
              <a:path w="9475470" h="4709795">
                <a:moveTo>
                  <a:pt x="2306840" y="3565969"/>
                </a:moveTo>
                <a:lnTo>
                  <a:pt x="2306675" y="3563543"/>
                </a:lnTo>
                <a:lnTo>
                  <a:pt x="2304338" y="3558832"/>
                </a:lnTo>
                <a:lnTo>
                  <a:pt x="2302510" y="3557232"/>
                </a:lnTo>
                <a:lnTo>
                  <a:pt x="2297531" y="3555555"/>
                </a:lnTo>
                <a:lnTo>
                  <a:pt x="2295106" y="3555720"/>
                </a:lnTo>
                <a:lnTo>
                  <a:pt x="2290394" y="3558057"/>
                </a:lnTo>
                <a:lnTo>
                  <a:pt x="2288794" y="3559886"/>
                </a:lnTo>
                <a:lnTo>
                  <a:pt x="2287105" y="3564877"/>
                </a:lnTo>
                <a:lnTo>
                  <a:pt x="2287270" y="3567303"/>
                </a:lnTo>
                <a:lnTo>
                  <a:pt x="2289606" y="3572014"/>
                </a:lnTo>
                <a:lnTo>
                  <a:pt x="2291435" y="3573602"/>
                </a:lnTo>
                <a:lnTo>
                  <a:pt x="2296426" y="3575291"/>
                </a:lnTo>
                <a:lnTo>
                  <a:pt x="2298852" y="3575126"/>
                </a:lnTo>
                <a:lnTo>
                  <a:pt x="2303564" y="3572789"/>
                </a:lnTo>
                <a:lnTo>
                  <a:pt x="2305164" y="3570960"/>
                </a:lnTo>
                <a:lnTo>
                  <a:pt x="2306840" y="3565969"/>
                </a:lnTo>
                <a:close/>
              </a:path>
              <a:path w="9475470" h="4709795">
                <a:moveTo>
                  <a:pt x="2317115" y="1144409"/>
                </a:moveTo>
                <a:lnTo>
                  <a:pt x="2315426" y="1139418"/>
                </a:lnTo>
                <a:lnTo>
                  <a:pt x="2313838" y="1137589"/>
                </a:lnTo>
                <a:lnTo>
                  <a:pt x="2309126" y="1135253"/>
                </a:lnTo>
                <a:lnTo>
                  <a:pt x="2306701" y="1135087"/>
                </a:lnTo>
                <a:lnTo>
                  <a:pt x="2301710" y="1136764"/>
                </a:lnTo>
                <a:lnTo>
                  <a:pt x="2299881" y="1138364"/>
                </a:lnTo>
                <a:lnTo>
                  <a:pt x="2297544" y="1143076"/>
                </a:lnTo>
                <a:lnTo>
                  <a:pt x="2297379" y="1145489"/>
                </a:lnTo>
                <a:lnTo>
                  <a:pt x="2299055" y="1150480"/>
                </a:lnTo>
                <a:lnTo>
                  <a:pt x="2300655" y="1152309"/>
                </a:lnTo>
                <a:lnTo>
                  <a:pt x="2305367" y="1154658"/>
                </a:lnTo>
                <a:lnTo>
                  <a:pt x="2307793" y="1154823"/>
                </a:lnTo>
                <a:lnTo>
                  <a:pt x="2312771" y="1153134"/>
                </a:lnTo>
                <a:lnTo>
                  <a:pt x="2314600" y="1151547"/>
                </a:lnTo>
                <a:lnTo>
                  <a:pt x="2316950" y="1146835"/>
                </a:lnTo>
                <a:lnTo>
                  <a:pt x="2317115" y="1144409"/>
                </a:lnTo>
                <a:close/>
              </a:path>
              <a:path w="9475470" h="4709795">
                <a:moveTo>
                  <a:pt x="2340978" y="3549040"/>
                </a:moveTo>
                <a:lnTo>
                  <a:pt x="2340813" y="3546614"/>
                </a:lnTo>
                <a:lnTo>
                  <a:pt x="2338476" y="3541903"/>
                </a:lnTo>
                <a:lnTo>
                  <a:pt x="2336647" y="3540302"/>
                </a:lnTo>
                <a:lnTo>
                  <a:pt x="2331669" y="3538626"/>
                </a:lnTo>
                <a:lnTo>
                  <a:pt x="2329243" y="3538791"/>
                </a:lnTo>
                <a:lnTo>
                  <a:pt x="2324519" y="3541128"/>
                </a:lnTo>
                <a:lnTo>
                  <a:pt x="2322931" y="3542957"/>
                </a:lnTo>
                <a:lnTo>
                  <a:pt x="2321242" y="3547948"/>
                </a:lnTo>
                <a:lnTo>
                  <a:pt x="2321407" y="3550374"/>
                </a:lnTo>
                <a:lnTo>
                  <a:pt x="2323744" y="3555085"/>
                </a:lnTo>
                <a:lnTo>
                  <a:pt x="2325573" y="3556685"/>
                </a:lnTo>
                <a:lnTo>
                  <a:pt x="2330564" y="3558362"/>
                </a:lnTo>
                <a:lnTo>
                  <a:pt x="2332990" y="3558197"/>
                </a:lnTo>
                <a:lnTo>
                  <a:pt x="2337701" y="3555860"/>
                </a:lnTo>
                <a:lnTo>
                  <a:pt x="2339302" y="3554031"/>
                </a:lnTo>
                <a:lnTo>
                  <a:pt x="2340978" y="3549040"/>
                </a:lnTo>
                <a:close/>
              </a:path>
              <a:path w="9475470" h="4709795">
                <a:moveTo>
                  <a:pt x="2351240" y="1161351"/>
                </a:moveTo>
                <a:lnTo>
                  <a:pt x="2349563" y="1156360"/>
                </a:lnTo>
                <a:lnTo>
                  <a:pt x="2347963" y="1154531"/>
                </a:lnTo>
                <a:lnTo>
                  <a:pt x="2343251" y="1152194"/>
                </a:lnTo>
                <a:lnTo>
                  <a:pt x="2340826" y="1152029"/>
                </a:lnTo>
                <a:lnTo>
                  <a:pt x="2335834" y="1153706"/>
                </a:lnTo>
                <a:lnTo>
                  <a:pt x="2334006" y="1155306"/>
                </a:lnTo>
                <a:lnTo>
                  <a:pt x="2331669" y="1160018"/>
                </a:lnTo>
                <a:lnTo>
                  <a:pt x="2331504" y="1162431"/>
                </a:lnTo>
                <a:lnTo>
                  <a:pt x="2333180" y="1167422"/>
                </a:lnTo>
                <a:lnTo>
                  <a:pt x="2334780" y="1169250"/>
                </a:lnTo>
                <a:lnTo>
                  <a:pt x="2339492" y="1171587"/>
                </a:lnTo>
                <a:lnTo>
                  <a:pt x="2341918" y="1171765"/>
                </a:lnTo>
                <a:lnTo>
                  <a:pt x="2346896" y="1170076"/>
                </a:lnTo>
                <a:lnTo>
                  <a:pt x="2348738" y="1168488"/>
                </a:lnTo>
                <a:lnTo>
                  <a:pt x="2351074" y="1163777"/>
                </a:lnTo>
                <a:lnTo>
                  <a:pt x="2351240" y="1161351"/>
                </a:lnTo>
                <a:close/>
              </a:path>
              <a:path w="9475470" h="4709795">
                <a:moveTo>
                  <a:pt x="2375116" y="3532124"/>
                </a:moveTo>
                <a:lnTo>
                  <a:pt x="2374950" y="3529698"/>
                </a:lnTo>
                <a:lnTo>
                  <a:pt x="2372614" y="3524986"/>
                </a:lnTo>
                <a:lnTo>
                  <a:pt x="2370785" y="3523386"/>
                </a:lnTo>
                <a:lnTo>
                  <a:pt x="2365794" y="3521697"/>
                </a:lnTo>
                <a:lnTo>
                  <a:pt x="2363381" y="3521862"/>
                </a:lnTo>
                <a:lnTo>
                  <a:pt x="2358656" y="3524199"/>
                </a:lnTo>
                <a:lnTo>
                  <a:pt x="2357056" y="3526040"/>
                </a:lnTo>
                <a:lnTo>
                  <a:pt x="2355380" y="3531019"/>
                </a:lnTo>
                <a:lnTo>
                  <a:pt x="2355545" y="3533444"/>
                </a:lnTo>
                <a:lnTo>
                  <a:pt x="2357882" y="3538156"/>
                </a:lnTo>
                <a:lnTo>
                  <a:pt x="2359710" y="3539756"/>
                </a:lnTo>
                <a:lnTo>
                  <a:pt x="2364702" y="3541433"/>
                </a:lnTo>
                <a:lnTo>
                  <a:pt x="2367127" y="3541268"/>
                </a:lnTo>
                <a:lnTo>
                  <a:pt x="2371839" y="3538931"/>
                </a:lnTo>
                <a:lnTo>
                  <a:pt x="2373439" y="3537102"/>
                </a:lnTo>
                <a:lnTo>
                  <a:pt x="2375116" y="3532124"/>
                </a:lnTo>
                <a:close/>
              </a:path>
              <a:path w="9475470" h="4709795">
                <a:moveTo>
                  <a:pt x="2385364" y="1178293"/>
                </a:moveTo>
                <a:lnTo>
                  <a:pt x="2383688" y="1173302"/>
                </a:lnTo>
                <a:lnTo>
                  <a:pt x="2382088" y="1171473"/>
                </a:lnTo>
                <a:lnTo>
                  <a:pt x="2377376" y="1169136"/>
                </a:lnTo>
                <a:lnTo>
                  <a:pt x="2374950" y="1168971"/>
                </a:lnTo>
                <a:lnTo>
                  <a:pt x="2369972" y="1170647"/>
                </a:lnTo>
                <a:lnTo>
                  <a:pt x="2368131" y="1172248"/>
                </a:lnTo>
                <a:lnTo>
                  <a:pt x="2365794" y="1176959"/>
                </a:lnTo>
                <a:lnTo>
                  <a:pt x="2365629" y="1179372"/>
                </a:lnTo>
                <a:lnTo>
                  <a:pt x="2367305" y="1184363"/>
                </a:lnTo>
                <a:lnTo>
                  <a:pt x="2368905" y="1186192"/>
                </a:lnTo>
                <a:lnTo>
                  <a:pt x="2373617" y="1188529"/>
                </a:lnTo>
                <a:lnTo>
                  <a:pt x="2376043" y="1188694"/>
                </a:lnTo>
                <a:lnTo>
                  <a:pt x="2381034" y="1187018"/>
                </a:lnTo>
                <a:lnTo>
                  <a:pt x="2382863" y="1185430"/>
                </a:lnTo>
                <a:lnTo>
                  <a:pt x="2385199" y="1180719"/>
                </a:lnTo>
                <a:lnTo>
                  <a:pt x="2385364" y="1178293"/>
                </a:lnTo>
                <a:close/>
              </a:path>
              <a:path w="9475470" h="4709795">
                <a:moveTo>
                  <a:pt x="2409253" y="3515195"/>
                </a:moveTo>
                <a:lnTo>
                  <a:pt x="2409088" y="3512769"/>
                </a:lnTo>
                <a:lnTo>
                  <a:pt x="2406751" y="3508057"/>
                </a:lnTo>
                <a:lnTo>
                  <a:pt x="2404922" y="3506457"/>
                </a:lnTo>
                <a:lnTo>
                  <a:pt x="2399931" y="3504781"/>
                </a:lnTo>
                <a:lnTo>
                  <a:pt x="2397506" y="3504946"/>
                </a:lnTo>
                <a:lnTo>
                  <a:pt x="2392794" y="3507282"/>
                </a:lnTo>
                <a:lnTo>
                  <a:pt x="2391194" y="3509111"/>
                </a:lnTo>
                <a:lnTo>
                  <a:pt x="2389517" y="3514090"/>
                </a:lnTo>
                <a:lnTo>
                  <a:pt x="2389682" y="3516515"/>
                </a:lnTo>
                <a:lnTo>
                  <a:pt x="2392019" y="3521227"/>
                </a:lnTo>
                <a:lnTo>
                  <a:pt x="2393848" y="3522827"/>
                </a:lnTo>
                <a:lnTo>
                  <a:pt x="2398839" y="3524504"/>
                </a:lnTo>
                <a:lnTo>
                  <a:pt x="2401252" y="3524351"/>
                </a:lnTo>
                <a:lnTo>
                  <a:pt x="2405977" y="3522002"/>
                </a:lnTo>
                <a:lnTo>
                  <a:pt x="2407577" y="3520173"/>
                </a:lnTo>
                <a:lnTo>
                  <a:pt x="2409253" y="3515195"/>
                </a:lnTo>
                <a:close/>
              </a:path>
              <a:path w="9475470" h="4709795">
                <a:moveTo>
                  <a:pt x="2419489" y="1195235"/>
                </a:moveTo>
                <a:lnTo>
                  <a:pt x="2417813" y="1190244"/>
                </a:lnTo>
                <a:lnTo>
                  <a:pt x="2416213" y="1188415"/>
                </a:lnTo>
                <a:lnTo>
                  <a:pt x="2411501" y="1186078"/>
                </a:lnTo>
                <a:lnTo>
                  <a:pt x="2409075" y="1185913"/>
                </a:lnTo>
                <a:lnTo>
                  <a:pt x="2404097" y="1187589"/>
                </a:lnTo>
                <a:lnTo>
                  <a:pt x="2402268" y="1189189"/>
                </a:lnTo>
                <a:lnTo>
                  <a:pt x="2399919" y="1193901"/>
                </a:lnTo>
                <a:lnTo>
                  <a:pt x="2399754" y="1196314"/>
                </a:lnTo>
                <a:lnTo>
                  <a:pt x="2401443" y="1201305"/>
                </a:lnTo>
                <a:lnTo>
                  <a:pt x="2403030" y="1203134"/>
                </a:lnTo>
                <a:lnTo>
                  <a:pt x="2407755" y="1205471"/>
                </a:lnTo>
                <a:lnTo>
                  <a:pt x="2410168" y="1205636"/>
                </a:lnTo>
                <a:lnTo>
                  <a:pt x="2415159" y="1203960"/>
                </a:lnTo>
                <a:lnTo>
                  <a:pt x="2416987" y="1202372"/>
                </a:lnTo>
                <a:lnTo>
                  <a:pt x="2419324" y="1197660"/>
                </a:lnTo>
                <a:lnTo>
                  <a:pt x="2419489" y="1195235"/>
                </a:lnTo>
                <a:close/>
              </a:path>
              <a:path w="9475470" h="4709795">
                <a:moveTo>
                  <a:pt x="2443391" y="3498265"/>
                </a:moveTo>
                <a:lnTo>
                  <a:pt x="2443226" y="3495840"/>
                </a:lnTo>
                <a:lnTo>
                  <a:pt x="2440889" y="3491128"/>
                </a:lnTo>
                <a:lnTo>
                  <a:pt x="2439060" y="3489528"/>
                </a:lnTo>
                <a:lnTo>
                  <a:pt x="2434069" y="3487851"/>
                </a:lnTo>
                <a:lnTo>
                  <a:pt x="2431643" y="3488017"/>
                </a:lnTo>
                <a:lnTo>
                  <a:pt x="2426932" y="3490353"/>
                </a:lnTo>
                <a:lnTo>
                  <a:pt x="2425331" y="3492182"/>
                </a:lnTo>
                <a:lnTo>
                  <a:pt x="2423655" y="3497173"/>
                </a:lnTo>
                <a:lnTo>
                  <a:pt x="2423820" y="3499586"/>
                </a:lnTo>
                <a:lnTo>
                  <a:pt x="2426157" y="3504311"/>
                </a:lnTo>
                <a:lnTo>
                  <a:pt x="2427986" y="3505898"/>
                </a:lnTo>
                <a:lnTo>
                  <a:pt x="2432964" y="3507587"/>
                </a:lnTo>
                <a:lnTo>
                  <a:pt x="2435390" y="3507422"/>
                </a:lnTo>
                <a:lnTo>
                  <a:pt x="2440114" y="3505085"/>
                </a:lnTo>
                <a:lnTo>
                  <a:pt x="2441702" y="3503257"/>
                </a:lnTo>
                <a:lnTo>
                  <a:pt x="2443391" y="3498265"/>
                </a:lnTo>
                <a:close/>
              </a:path>
              <a:path w="9475470" h="4709795">
                <a:moveTo>
                  <a:pt x="2453627" y="1212176"/>
                </a:moveTo>
                <a:lnTo>
                  <a:pt x="2451951" y="1207185"/>
                </a:lnTo>
                <a:lnTo>
                  <a:pt x="2450350" y="1205357"/>
                </a:lnTo>
                <a:lnTo>
                  <a:pt x="2445639" y="1203020"/>
                </a:lnTo>
                <a:lnTo>
                  <a:pt x="2443213" y="1202855"/>
                </a:lnTo>
                <a:lnTo>
                  <a:pt x="2438222" y="1204531"/>
                </a:lnTo>
                <a:lnTo>
                  <a:pt x="2436393" y="1206119"/>
                </a:lnTo>
                <a:lnTo>
                  <a:pt x="2434056" y="1210843"/>
                </a:lnTo>
                <a:lnTo>
                  <a:pt x="2433891" y="1213256"/>
                </a:lnTo>
                <a:lnTo>
                  <a:pt x="2435568" y="1218247"/>
                </a:lnTo>
                <a:lnTo>
                  <a:pt x="2437168" y="1220076"/>
                </a:lnTo>
                <a:lnTo>
                  <a:pt x="2441879" y="1222413"/>
                </a:lnTo>
                <a:lnTo>
                  <a:pt x="2444305" y="1222578"/>
                </a:lnTo>
                <a:lnTo>
                  <a:pt x="2449284" y="1220901"/>
                </a:lnTo>
                <a:lnTo>
                  <a:pt x="2451112" y="1219314"/>
                </a:lnTo>
                <a:lnTo>
                  <a:pt x="2453462" y="1214602"/>
                </a:lnTo>
                <a:lnTo>
                  <a:pt x="2453627" y="1212176"/>
                </a:lnTo>
                <a:close/>
              </a:path>
              <a:path w="9475470" h="4709795">
                <a:moveTo>
                  <a:pt x="2477528" y="3481336"/>
                </a:moveTo>
                <a:lnTo>
                  <a:pt x="2477363" y="3478911"/>
                </a:lnTo>
                <a:lnTo>
                  <a:pt x="2475026" y="3474199"/>
                </a:lnTo>
                <a:lnTo>
                  <a:pt x="2473185" y="3472599"/>
                </a:lnTo>
                <a:lnTo>
                  <a:pt x="2468207" y="3470922"/>
                </a:lnTo>
                <a:lnTo>
                  <a:pt x="2465781" y="3471087"/>
                </a:lnTo>
                <a:lnTo>
                  <a:pt x="2461069" y="3473424"/>
                </a:lnTo>
                <a:lnTo>
                  <a:pt x="2459469" y="3475253"/>
                </a:lnTo>
                <a:lnTo>
                  <a:pt x="2457793" y="3480244"/>
                </a:lnTo>
                <a:lnTo>
                  <a:pt x="2457958" y="3482670"/>
                </a:lnTo>
                <a:lnTo>
                  <a:pt x="2460294" y="3487382"/>
                </a:lnTo>
                <a:lnTo>
                  <a:pt x="2462123" y="3488982"/>
                </a:lnTo>
                <a:lnTo>
                  <a:pt x="2467102" y="3490658"/>
                </a:lnTo>
                <a:lnTo>
                  <a:pt x="2469527" y="3490493"/>
                </a:lnTo>
                <a:lnTo>
                  <a:pt x="2474239" y="3488156"/>
                </a:lnTo>
                <a:lnTo>
                  <a:pt x="2475839" y="3486327"/>
                </a:lnTo>
                <a:lnTo>
                  <a:pt x="2477528" y="3481336"/>
                </a:lnTo>
                <a:close/>
              </a:path>
              <a:path w="9475470" h="4709795">
                <a:moveTo>
                  <a:pt x="2487752" y="1229118"/>
                </a:moveTo>
                <a:lnTo>
                  <a:pt x="2486075" y="1224127"/>
                </a:lnTo>
                <a:lnTo>
                  <a:pt x="2484475" y="1222298"/>
                </a:lnTo>
                <a:lnTo>
                  <a:pt x="2479764" y="1219962"/>
                </a:lnTo>
                <a:lnTo>
                  <a:pt x="2477338" y="1219796"/>
                </a:lnTo>
                <a:lnTo>
                  <a:pt x="2472347" y="1221473"/>
                </a:lnTo>
                <a:lnTo>
                  <a:pt x="2470518" y="1223060"/>
                </a:lnTo>
                <a:lnTo>
                  <a:pt x="2468181" y="1227772"/>
                </a:lnTo>
                <a:lnTo>
                  <a:pt x="2468016" y="1230198"/>
                </a:lnTo>
                <a:lnTo>
                  <a:pt x="2469692" y="1235189"/>
                </a:lnTo>
                <a:lnTo>
                  <a:pt x="2471293" y="1237018"/>
                </a:lnTo>
                <a:lnTo>
                  <a:pt x="2476004" y="1239354"/>
                </a:lnTo>
                <a:lnTo>
                  <a:pt x="2478430" y="1239520"/>
                </a:lnTo>
                <a:lnTo>
                  <a:pt x="2483421" y="1237843"/>
                </a:lnTo>
                <a:lnTo>
                  <a:pt x="2485250" y="1236256"/>
                </a:lnTo>
                <a:lnTo>
                  <a:pt x="2487587" y="1231544"/>
                </a:lnTo>
                <a:lnTo>
                  <a:pt x="2487752" y="1229118"/>
                </a:lnTo>
                <a:close/>
              </a:path>
              <a:path w="9475470" h="4709795">
                <a:moveTo>
                  <a:pt x="2511653" y="3464420"/>
                </a:moveTo>
                <a:lnTo>
                  <a:pt x="2511501" y="3461994"/>
                </a:lnTo>
                <a:lnTo>
                  <a:pt x="2509164" y="3457283"/>
                </a:lnTo>
                <a:lnTo>
                  <a:pt x="2507323" y="3455682"/>
                </a:lnTo>
                <a:lnTo>
                  <a:pt x="2502344" y="3453993"/>
                </a:lnTo>
                <a:lnTo>
                  <a:pt x="2499918" y="3454158"/>
                </a:lnTo>
                <a:lnTo>
                  <a:pt x="2495207" y="3456495"/>
                </a:lnTo>
                <a:lnTo>
                  <a:pt x="2493607" y="3458337"/>
                </a:lnTo>
                <a:lnTo>
                  <a:pt x="2491930" y="3463315"/>
                </a:lnTo>
                <a:lnTo>
                  <a:pt x="2492083" y="3465741"/>
                </a:lnTo>
                <a:lnTo>
                  <a:pt x="2494432" y="3470452"/>
                </a:lnTo>
                <a:lnTo>
                  <a:pt x="2496261" y="3472053"/>
                </a:lnTo>
                <a:lnTo>
                  <a:pt x="2501239" y="3473729"/>
                </a:lnTo>
                <a:lnTo>
                  <a:pt x="2503665" y="3473564"/>
                </a:lnTo>
                <a:lnTo>
                  <a:pt x="2508377" y="3471227"/>
                </a:lnTo>
                <a:lnTo>
                  <a:pt x="2509977" y="3469398"/>
                </a:lnTo>
                <a:lnTo>
                  <a:pt x="2511653" y="3464420"/>
                </a:lnTo>
                <a:close/>
              </a:path>
              <a:path w="9475470" h="4709795">
                <a:moveTo>
                  <a:pt x="2521877" y="1246060"/>
                </a:moveTo>
                <a:lnTo>
                  <a:pt x="2520200" y="1241069"/>
                </a:lnTo>
                <a:lnTo>
                  <a:pt x="2518600" y="1239240"/>
                </a:lnTo>
                <a:lnTo>
                  <a:pt x="2513888" y="1236903"/>
                </a:lnTo>
                <a:lnTo>
                  <a:pt x="2511463" y="1236738"/>
                </a:lnTo>
                <a:lnTo>
                  <a:pt x="2506484" y="1238415"/>
                </a:lnTo>
                <a:lnTo>
                  <a:pt x="2504643" y="1240002"/>
                </a:lnTo>
                <a:lnTo>
                  <a:pt x="2502306" y="1244714"/>
                </a:lnTo>
                <a:lnTo>
                  <a:pt x="2502141" y="1247140"/>
                </a:lnTo>
                <a:lnTo>
                  <a:pt x="2503817" y="1252131"/>
                </a:lnTo>
                <a:lnTo>
                  <a:pt x="2505418" y="1253959"/>
                </a:lnTo>
                <a:lnTo>
                  <a:pt x="2510129" y="1256296"/>
                </a:lnTo>
                <a:lnTo>
                  <a:pt x="2512555" y="1256461"/>
                </a:lnTo>
                <a:lnTo>
                  <a:pt x="2517546" y="1254785"/>
                </a:lnTo>
                <a:lnTo>
                  <a:pt x="2519375" y="1253197"/>
                </a:lnTo>
                <a:lnTo>
                  <a:pt x="2521712" y="1248473"/>
                </a:lnTo>
                <a:lnTo>
                  <a:pt x="2521877" y="1246060"/>
                </a:lnTo>
                <a:close/>
              </a:path>
              <a:path w="9475470" h="4709795">
                <a:moveTo>
                  <a:pt x="2545791" y="3447491"/>
                </a:moveTo>
                <a:lnTo>
                  <a:pt x="2545626" y="3445065"/>
                </a:lnTo>
                <a:lnTo>
                  <a:pt x="2543289" y="3440353"/>
                </a:lnTo>
                <a:lnTo>
                  <a:pt x="2541460" y="3438753"/>
                </a:lnTo>
                <a:lnTo>
                  <a:pt x="2536482" y="3437077"/>
                </a:lnTo>
                <a:lnTo>
                  <a:pt x="2534056" y="3437242"/>
                </a:lnTo>
                <a:lnTo>
                  <a:pt x="2529344" y="3439579"/>
                </a:lnTo>
                <a:lnTo>
                  <a:pt x="2527744" y="3441408"/>
                </a:lnTo>
                <a:lnTo>
                  <a:pt x="2526055" y="3446386"/>
                </a:lnTo>
                <a:lnTo>
                  <a:pt x="2526220" y="3448812"/>
                </a:lnTo>
                <a:lnTo>
                  <a:pt x="2528557" y="3453523"/>
                </a:lnTo>
                <a:lnTo>
                  <a:pt x="2530398" y="3455124"/>
                </a:lnTo>
                <a:lnTo>
                  <a:pt x="2535377" y="3456800"/>
                </a:lnTo>
                <a:lnTo>
                  <a:pt x="2537803" y="3456648"/>
                </a:lnTo>
                <a:lnTo>
                  <a:pt x="2542514" y="3454298"/>
                </a:lnTo>
                <a:lnTo>
                  <a:pt x="2544114" y="3452469"/>
                </a:lnTo>
                <a:lnTo>
                  <a:pt x="2545791" y="3447491"/>
                </a:lnTo>
                <a:close/>
              </a:path>
              <a:path w="9475470" h="4709795">
                <a:moveTo>
                  <a:pt x="2556002" y="1263002"/>
                </a:moveTo>
                <a:lnTo>
                  <a:pt x="2554325" y="1258011"/>
                </a:lnTo>
                <a:lnTo>
                  <a:pt x="2552738" y="1256182"/>
                </a:lnTo>
                <a:lnTo>
                  <a:pt x="2548013" y="1253845"/>
                </a:lnTo>
                <a:lnTo>
                  <a:pt x="2545588" y="1253680"/>
                </a:lnTo>
                <a:lnTo>
                  <a:pt x="2540609" y="1255356"/>
                </a:lnTo>
                <a:lnTo>
                  <a:pt x="2538780" y="1256944"/>
                </a:lnTo>
                <a:lnTo>
                  <a:pt x="2536444" y="1261656"/>
                </a:lnTo>
                <a:lnTo>
                  <a:pt x="2536279" y="1264081"/>
                </a:lnTo>
                <a:lnTo>
                  <a:pt x="2537955" y="1269072"/>
                </a:lnTo>
                <a:lnTo>
                  <a:pt x="2539542" y="1270901"/>
                </a:lnTo>
                <a:lnTo>
                  <a:pt x="2544267" y="1273238"/>
                </a:lnTo>
                <a:lnTo>
                  <a:pt x="2546680" y="1273403"/>
                </a:lnTo>
                <a:lnTo>
                  <a:pt x="2551671" y="1271727"/>
                </a:lnTo>
                <a:lnTo>
                  <a:pt x="2553500" y="1270127"/>
                </a:lnTo>
                <a:lnTo>
                  <a:pt x="2555837" y="1265415"/>
                </a:lnTo>
                <a:lnTo>
                  <a:pt x="2556002" y="1263002"/>
                </a:lnTo>
                <a:close/>
              </a:path>
              <a:path w="9475470" h="4709795">
                <a:moveTo>
                  <a:pt x="2579928" y="3430562"/>
                </a:moveTo>
                <a:lnTo>
                  <a:pt x="2579763" y="3428136"/>
                </a:lnTo>
                <a:lnTo>
                  <a:pt x="2577427" y="3423424"/>
                </a:lnTo>
                <a:lnTo>
                  <a:pt x="2575598" y="3421824"/>
                </a:lnTo>
                <a:lnTo>
                  <a:pt x="2570619" y="3420148"/>
                </a:lnTo>
                <a:lnTo>
                  <a:pt x="2568194" y="3420313"/>
                </a:lnTo>
                <a:lnTo>
                  <a:pt x="2563469" y="3422650"/>
                </a:lnTo>
                <a:lnTo>
                  <a:pt x="2561882" y="3424478"/>
                </a:lnTo>
                <a:lnTo>
                  <a:pt x="2560193" y="3429470"/>
                </a:lnTo>
                <a:lnTo>
                  <a:pt x="2560358" y="3431883"/>
                </a:lnTo>
                <a:lnTo>
                  <a:pt x="2562695" y="3436607"/>
                </a:lnTo>
                <a:lnTo>
                  <a:pt x="2564523" y="3438194"/>
                </a:lnTo>
                <a:lnTo>
                  <a:pt x="2569514" y="3439884"/>
                </a:lnTo>
                <a:lnTo>
                  <a:pt x="2571940" y="3439718"/>
                </a:lnTo>
                <a:lnTo>
                  <a:pt x="2576652" y="3437382"/>
                </a:lnTo>
                <a:lnTo>
                  <a:pt x="2578252" y="3435553"/>
                </a:lnTo>
                <a:lnTo>
                  <a:pt x="2579928" y="3430562"/>
                </a:lnTo>
                <a:close/>
              </a:path>
              <a:path w="9475470" h="4709795">
                <a:moveTo>
                  <a:pt x="2590139" y="1279944"/>
                </a:moveTo>
                <a:lnTo>
                  <a:pt x="2588463" y="1274953"/>
                </a:lnTo>
                <a:lnTo>
                  <a:pt x="2586863" y="1273124"/>
                </a:lnTo>
                <a:lnTo>
                  <a:pt x="2582151" y="1270787"/>
                </a:lnTo>
                <a:lnTo>
                  <a:pt x="2579725" y="1270622"/>
                </a:lnTo>
                <a:lnTo>
                  <a:pt x="2574734" y="1272298"/>
                </a:lnTo>
                <a:lnTo>
                  <a:pt x="2572905" y="1273886"/>
                </a:lnTo>
                <a:lnTo>
                  <a:pt x="2570569" y="1278597"/>
                </a:lnTo>
                <a:lnTo>
                  <a:pt x="2570403" y="1281023"/>
                </a:lnTo>
                <a:lnTo>
                  <a:pt x="2572080" y="1286014"/>
                </a:lnTo>
                <a:lnTo>
                  <a:pt x="2573680" y="1287843"/>
                </a:lnTo>
                <a:lnTo>
                  <a:pt x="2578392" y="1290180"/>
                </a:lnTo>
                <a:lnTo>
                  <a:pt x="2580817" y="1290345"/>
                </a:lnTo>
                <a:lnTo>
                  <a:pt x="2585796" y="1288669"/>
                </a:lnTo>
                <a:lnTo>
                  <a:pt x="2587625" y="1287068"/>
                </a:lnTo>
                <a:lnTo>
                  <a:pt x="2589974" y="1282357"/>
                </a:lnTo>
                <a:lnTo>
                  <a:pt x="2590139" y="1279944"/>
                </a:lnTo>
                <a:close/>
              </a:path>
              <a:path w="9475470" h="4709795">
                <a:moveTo>
                  <a:pt x="2614066" y="3413633"/>
                </a:moveTo>
                <a:lnTo>
                  <a:pt x="2613901" y="3411207"/>
                </a:lnTo>
                <a:lnTo>
                  <a:pt x="2611564" y="3406495"/>
                </a:lnTo>
                <a:lnTo>
                  <a:pt x="2609735" y="3404895"/>
                </a:lnTo>
                <a:lnTo>
                  <a:pt x="2604744" y="3403219"/>
                </a:lnTo>
                <a:lnTo>
                  <a:pt x="2602331" y="3403384"/>
                </a:lnTo>
                <a:lnTo>
                  <a:pt x="2597607" y="3405721"/>
                </a:lnTo>
                <a:lnTo>
                  <a:pt x="2596007" y="3407549"/>
                </a:lnTo>
                <a:lnTo>
                  <a:pt x="2594330" y="3412540"/>
                </a:lnTo>
                <a:lnTo>
                  <a:pt x="2594495" y="3414966"/>
                </a:lnTo>
                <a:lnTo>
                  <a:pt x="2596832" y="3419678"/>
                </a:lnTo>
                <a:lnTo>
                  <a:pt x="2598661" y="3421278"/>
                </a:lnTo>
                <a:lnTo>
                  <a:pt x="2603652" y="3422954"/>
                </a:lnTo>
                <a:lnTo>
                  <a:pt x="2606078" y="3422789"/>
                </a:lnTo>
                <a:lnTo>
                  <a:pt x="2610789" y="3420453"/>
                </a:lnTo>
                <a:lnTo>
                  <a:pt x="2612390" y="3418624"/>
                </a:lnTo>
                <a:lnTo>
                  <a:pt x="2614066" y="3413633"/>
                </a:lnTo>
                <a:close/>
              </a:path>
              <a:path w="9475470" h="4709795">
                <a:moveTo>
                  <a:pt x="2624264" y="1296885"/>
                </a:moveTo>
                <a:lnTo>
                  <a:pt x="2622588" y="1291894"/>
                </a:lnTo>
                <a:lnTo>
                  <a:pt x="2620988" y="1290066"/>
                </a:lnTo>
                <a:lnTo>
                  <a:pt x="2616276" y="1287729"/>
                </a:lnTo>
                <a:lnTo>
                  <a:pt x="2613850" y="1287551"/>
                </a:lnTo>
                <a:lnTo>
                  <a:pt x="2608859" y="1289240"/>
                </a:lnTo>
                <a:lnTo>
                  <a:pt x="2607030" y="1290828"/>
                </a:lnTo>
                <a:lnTo>
                  <a:pt x="2604693" y="1295539"/>
                </a:lnTo>
                <a:lnTo>
                  <a:pt x="2604528" y="1297965"/>
                </a:lnTo>
                <a:lnTo>
                  <a:pt x="2606205" y="1302956"/>
                </a:lnTo>
                <a:lnTo>
                  <a:pt x="2607805" y="1304785"/>
                </a:lnTo>
                <a:lnTo>
                  <a:pt x="2612517" y="1307122"/>
                </a:lnTo>
                <a:lnTo>
                  <a:pt x="2614942" y="1307287"/>
                </a:lnTo>
                <a:lnTo>
                  <a:pt x="2619933" y="1305610"/>
                </a:lnTo>
                <a:lnTo>
                  <a:pt x="2621762" y="1304010"/>
                </a:lnTo>
                <a:lnTo>
                  <a:pt x="2624099" y="1299298"/>
                </a:lnTo>
                <a:lnTo>
                  <a:pt x="2624264" y="1296885"/>
                </a:lnTo>
                <a:close/>
              </a:path>
              <a:path w="9475470" h="4709795">
                <a:moveTo>
                  <a:pt x="2648204" y="3396704"/>
                </a:moveTo>
                <a:lnTo>
                  <a:pt x="2648039" y="3394291"/>
                </a:lnTo>
                <a:lnTo>
                  <a:pt x="2645702" y="3389566"/>
                </a:lnTo>
                <a:lnTo>
                  <a:pt x="2643873" y="3387979"/>
                </a:lnTo>
                <a:lnTo>
                  <a:pt x="2638882" y="3386290"/>
                </a:lnTo>
                <a:lnTo>
                  <a:pt x="2636456" y="3386455"/>
                </a:lnTo>
                <a:lnTo>
                  <a:pt x="2631744" y="3388791"/>
                </a:lnTo>
                <a:lnTo>
                  <a:pt x="2630144" y="3390620"/>
                </a:lnTo>
                <a:lnTo>
                  <a:pt x="2628468" y="3395611"/>
                </a:lnTo>
                <a:lnTo>
                  <a:pt x="2628633" y="3398037"/>
                </a:lnTo>
                <a:lnTo>
                  <a:pt x="2630970" y="3402749"/>
                </a:lnTo>
                <a:lnTo>
                  <a:pt x="2632799" y="3404349"/>
                </a:lnTo>
                <a:lnTo>
                  <a:pt x="2637790" y="3406025"/>
                </a:lnTo>
                <a:lnTo>
                  <a:pt x="2640215" y="3405860"/>
                </a:lnTo>
                <a:lnTo>
                  <a:pt x="2644927" y="3403523"/>
                </a:lnTo>
                <a:lnTo>
                  <a:pt x="2646527" y="3401695"/>
                </a:lnTo>
                <a:lnTo>
                  <a:pt x="2648204" y="3396704"/>
                </a:lnTo>
                <a:close/>
              </a:path>
              <a:path w="9475470" h="4709795">
                <a:moveTo>
                  <a:pt x="2658389" y="1313827"/>
                </a:moveTo>
                <a:lnTo>
                  <a:pt x="2656713" y="1308836"/>
                </a:lnTo>
                <a:lnTo>
                  <a:pt x="2655112" y="1307007"/>
                </a:lnTo>
                <a:lnTo>
                  <a:pt x="2650401" y="1304658"/>
                </a:lnTo>
                <a:lnTo>
                  <a:pt x="2647975" y="1304493"/>
                </a:lnTo>
                <a:lnTo>
                  <a:pt x="2642997" y="1306182"/>
                </a:lnTo>
                <a:lnTo>
                  <a:pt x="2641168" y="1307769"/>
                </a:lnTo>
                <a:lnTo>
                  <a:pt x="2638818" y="1312481"/>
                </a:lnTo>
                <a:lnTo>
                  <a:pt x="2638653" y="1314907"/>
                </a:lnTo>
                <a:lnTo>
                  <a:pt x="2640330" y="1319898"/>
                </a:lnTo>
                <a:lnTo>
                  <a:pt x="2641930" y="1321727"/>
                </a:lnTo>
                <a:lnTo>
                  <a:pt x="2646642" y="1324063"/>
                </a:lnTo>
                <a:lnTo>
                  <a:pt x="2649067" y="1324229"/>
                </a:lnTo>
                <a:lnTo>
                  <a:pt x="2654058" y="1322552"/>
                </a:lnTo>
                <a:lnTo>
                  <a:pt x="2655887" y="1320952"/>
                </a:lnTo>
                <a:lnTo>
                  <a:pt x="2658224" y="1316240"/>
                </a:lnTo>
                <a:lnTo>
                  <a:pt x="2658389" y="1313827"/>
                </a:lnTo>
                <a:close/>
              </a:path>
              <a:path w="9475470" h="4709795">
                <a:moveTo>
                  <a:pt x="2682341" y="3379787"/>
                </a:moveTo>
                <a:lnTo>
                  <a:pt x="2682176" y="3377361"/>
                </a:lnTo>
                <a:lnTo>
                  <a:pt x="2679839" y="3372650"/>
                </a:lnTo>
                <a:lnTo>
                  <a:pt x="2678011" y="3371050"/>
                </a:lnTo>
                <a:lnTo>
                  <a:pt x="2673019" y="3369373"/>
                </a:lnTo>
                <a:lnTo>
                  <a:pt x="2670594" y="3369538"/>
                </a:lnTo>
                <a:lnTo>
                  <a:pt x="2665882" y="3371875"/>
                </a:lnTo>
                <a:lnTo>
                  <a:pt x="2664282" y="3373704"/>
                </a:lnTo>
                <a:lnTo>
                  <a:pt x="2662605" y="3378682"/>
                </a:lnTo>
                <a:lnTo>
                  <a:pt x="2662771" y="3381108"/>
                </a:lnTo>
                <a:lnTo>
                  <a:pt x="2665107" y="3385820"/>
                </a:lnTo>
                <a:lnTo>
                  <a:pt x="2666936" y="3387420"/>
                </a:lnTo>
                <a:lnTo>
                  <a:pt x="2671927" y="3389096"/>
                </a:lnTo>
                <a:lnTo>
                  <a:pt x="2674340" y="3388931"/>
                </a:lnTo>
                <a:lnTo>
                  <a:pt x="2679065" y="3386594"/>
                </a:lnTo>
                <a:lnTo>
                  <a:pt x="2680665" y="3384766"/>
                </a:lnTo>
                <a:lnTo>
                  <a:pt x="2682341" y="3379787"/>
                </a:lnTo>
                <a:close/>
              </a:path>
              <a:path w="9475470" h="4709795">
                <a:moveTo>
                  <a:pt x="2692514" y="1330756"/>
                </a:moveTo>
                <a:lnTo>
                  <a:pt x="2690838" y="1325778"/>
                </a:lnTo>
                <a:lnTo>
                  <a:pt x="2689250" y="1323949"/>
                </a:lnTo>
                <a:lnTo>
                  <a:pt x="2684526" y="1321600"/>
                </a:lnTo>
                <a:lnTo>
                  <a:pt x="2682113" y="1321435"/>
                </a:lnTo>
                <a:lnTo>
                  <a:pt x="2677122" y="1323124"/>
                </a:lnTo>
                <a:lnTo>
                  <a:pt x="2675293" y="1324711"/>
                </a:lnTo>
                <a:lnTo>
                  <a:pt x="2672956" y="1329423"/>
                </a:lnTo>
                <a:lnTo>
                  <a:pt x="2672791" y="1331849"/>
                </a:lnTo>
                <a:lnTo>
                  <a:pt x="2674467" y="1336840"/>
                </a:lnTo>
                <a:lnTo>
                  <a:pt x="2676055" y="1338668"/>
                </a:lnTo>
                <a:lnTo>
                  <a:pt x="2680779" y="1341005"/>
                </a:lnTo>
                <a:lnTo>
                  <a:pt x="2683205" y="1341170"/>
                </a:lnTo>
                <a:lnTo>
                  <a:pt x="2688183" y="1339494"/>
                </a:lnTo>
                <a:lnTo>
                  <a:pt x="2690012" y="1337894"/>
                </a:lnTo>
                <a:lnTo>
                  <a:pt x="2692362" y="1333182"/>
                </a:lnTo>
                <a:lnTo>
                  <a:pt x="2692514" y="1330756"/>
                </a:lnTo>
                <a:close/>
              </a:path>
              <a:path w="9475470" h="4709795">
                <a:moveTo>
                  <a:pt x="2716479" y="3362858"/>
                </a:moveTo>
                <a:lnTo>
                  <a:pt x="2716314" y="3360432"/>
                </a:lnTo>
                <a:lnTo>
                  <a:pt x="2713977" y="3355721"/>
                </a:lnTo>
                <a:lnTo>
                  <a:pt x="2712148" y="3354120"/>
                </a:lnTo>
                <a:lnTo>
                  <a:pt x="2707157" y="3352444"/>
                </a:lnTo>
                <a:lnTo>
                  <a:pt x="2704731" y="3352609"/>
                </a:lnTo>
                <a:lnTo>
                  <a:pt x="2700020" y="3354946"/>
                </a:lnTo>
                <a:lnTo>
                  <a:pt x="2698419" y="3356775"/>
                </a:lnTo>
                <a:lnTo>
                  <a:pt x="2696743" y="3361753"/>
                </a:lnTo>
                <a:lnTo>
                  <a:pt x="2696908" y="3364179"/>
                </a:lnTo>
                <a:lnTo>
                  <a:pt x="2699245" y="3368891"/>
                </a:lnTo>
                <a:lnTo>
                  <a:pt x="2701074" y="3370491"/>
                </a:lnTo>
                <a:lnTo>
                  <a:pt x="2706052" y="3372180"/>
                </a:lnTo>
                <a:lnTo>
                  <a:pt x="2708478" y="3372015"/>
                </a:lnTo>
                <a:lnTo>
                  <a:pt x="2713202" y="3369678"/>
                </a:lnTo>
                <a:lnTo>
                  <a:pt x="2714790" y="3367836"/>
                </a:lnTo>
                <a:lnTo>
                  <a:pt x="2716479" y="3362858"/>
                </a:lnTo>
                <a:close/>
              </a:path>
              <a:path w="9475470" h="4709795">
                <a:moveTo>
                  <a:pt x="2726652" y="1347698"/>
                </a:moveTo>
                <a:lnTo>
                  <a:pt x="2724975" y="1342720"/>
                </a:lnTo>
                <a:lnTo>
                  <a:pt x="2723375" y="1340891"/>
                </a:lnTo>
                <a:lnTo>
                  <a:pt x="2718663" y="1338541"/>
                </a:lnTo>
                <a:lnTo>
                  <a:pt x="2716238" y="1338376"/>
                </a:lnTo>
                <a:lnTo>
                  <a:pt x="2711246" y="1340065"/>
                </a:lnTo>
                <a:lnTo>
                  <a:pt x="2709418" y="1341653"/>
                </a:lnTo>
                <a:lnTo>
                  <a:pt x="2707081" y="1346365"/>
                </a:lnTo>
                <a:lnTo>
                  <a:pt x="2706916" y="1348790"/>
                </a:lnTo>
                <a:lnTo>
                  <a:pt x="2708592" y="1353781"/>
                </a:lnTo>
                <a:lnTo>
                  <a:pt x="2710192" y="1355610"/>
                </a:lnTo>
                <a:lnTo>
                  <a:pt x="2714904" y="1357947"/>
                </a:lnTo>
                <a:lnTo>
                  <a:pt x="2717330" y="1358112"/>
                </a:lnTo>
                <a:lnTo>
                  <a:pt x="2722308" y="1356436"/>
                </a:lnTo>
                <a:lnTo>
                  <a:pt x="2724150" y="1354836"/>
                </a:lnTo>
                <a:lnTo>
                  <a:pt x="2726486" y="1350124"/>
                </a:lnTo>
                <a:lnTo>
                  <a:pt x="2726652" y="1347698"/>
                </a:lnTo>
                <a:close/>
              </a:path>
              <a:path w="9475470" h="4709795">
                <a:moveTo>
                  <a:pt x="2750616" y="3345929"/>
                </a:moveTo>
                <a:lnTo>
                  <a:pt x="2750451" y="3343503"/>
                </a:lnTo>
                <a:lnTo>
                  <a:pt x="2748115" y="3338792"/>
                </a:lnTo>
                <a:lnTo>
                  <a:pt x="2746273" y="3337191"/>
                </a:lnTo>
                <a:lnTo>
                  <a:pt x="2741295" y="3335515"/>
                </a:lnTo>
                <a:lnTo>
                  <a:pt x="2738869" y="3335680"/>
                </a:lnTo>
                <a:lnTo>
                  <a:pt x="2734157" y="3338017"/>
                </a:lnTo>
                <a:lnTo>
                  <a:pt x="2732557" y="3339846"/>
                </a:lnTo>
                <a:lnTo>
                  <a:pt x="2730881" y="3344837"/>
                </a:lnTo>
                <a:lnTo>
                  <a:pt x="2731046" y="3347262"/>
                </a:lnTo>
                <a:lnTo>
                  <a:pt x="2733383" y="3351974"/>
                </a:lnTo>
                <a:lnTo>
                  <a:pt x="2735211" y="3353574"/>
                </a:lnTo>
                <a:lnTo>
                  <a:pt x="2740190" y="3355251"/>
                </a:lnTo>
                <a:lnTo>
                  <a:pt x="2742615" y="3355086"/>
                </a:lnTo>
                <a:lnTo>
                  <a:pt x="2747327" y="3352749"/>
                </a:lnTo>
                <a:lnTo>
                  <a:pt x="2748927" y="3350920"/>
                </a:lnTo>
                <a:lnTo>
                  <a:pt x="2750616" y="3345929"/>
                </a:lnTo>
                <a:close/>
              </a:path>
              <a:path w="9475470" h="4709795">
                <a:moveTo>
                  <a:pt x="2760776" y="1364640"/>
                </a:moveTo>
                <a:lnTo>
                  <a:pt x="2759100" y="1359662"/>
                </a:lnTo>
                <a:lnTo>
                  <a:pt x="2757500" y="1357833"/>
                </a:lnTo>
                <a:lnTo>
                  <a:pt x="2752788" y="1355483"/>
                </a:lnTo>
                <a:lnTo>
                  <a:pt x="2750362" y="1355318"/>
                </a:lnTo>
                <a:lnTo>
                  <a:pt x="2745371" y="1357007"/>
                </a:lnTo>
                <a:lnTo>
                  <a:pt x="2743543" y="1358595"/>
                </a:lnTo>
                <a:lnTo>
                  <a:pt x="2741206" y="1363306"/>
                </a:lnTo>
                <a:lnTo>
                  <a:pt x="2741041" y="1365732"/>
                </a:lnTo>
                <a:lnTo>
                  <a:pt x="2742717" y="1370723"/>
                </a:lnTo>
                <a:lnTo>
                  <a:pt x="2744317" y="1372552"/>
                </a:lnTo>
                <a:lnTo>
                  <a:pt x="2749029" y="1374889"/>
                </a:lnTo>
                <a:lnTo>
                  <a:pt x="2751455" y="1375054"/>
                </a:lnTo>
                <a:lnTo>
                  <a:pt x="2756446" y="1373378"/>
                </a:lnTo>
                <a:lnTo>
                  <a:pt x="2758275" y="1371777"/>
                </a:lnTo>
                <a:lnTo>
                  <a:pt x="2760611" y="1367066"/>
                </a:lnTo>
                <a:lnTo>
                  <a:pt x="2760776" y="1364640"/>
                </a:lnTo>
                <a:close/>
              </a:path>
              <a:path w="9475470" h="4709795">
                <a:moveTo>
                  <a:pt x="2784741" y="3329000"/>
                </a:moveTo>
                <a:lnTo>
                  <a:pt x="2784576" y="3326587"/>
                </a:lnTo>
                <a:lnTo>
                  <a:pt x="2782239" y="3321862"/>
                </a:lnTo>
                <a:lnTo>
                  <a:pt x="2780411" y="3320275"/>
                </a:lnTo>
                <a:lnTo>
                  <a:pt x="2775432" y="3318586"/>
                </a:lnTo>
                <a:lnTo>
                  <a:pt x="2773007" y="3318751"/>
                </a:lnTo>
                <a:lnTo>
                  <a:pt x="2768295" y="3321088"/>
                </a:lnTo>
                <a:lnTo>
                  <a:pt x="2766695" y="3322917"/>
                </a:lnTo>
                <a:lnTo>
                  <a:pt x="2765018" y="3327908"/>
                </a:lnTo>
                <a:lnTo>
                  <a:pt x="2765171" y="3330333"/>
                </a:lnTo>
                <a:lnTo>
                  <a:pt x="2767507" y="3335045"/>
                </a:lnTo>
                <a:lnTo>
                  <a:pt x="2769349" y="3336645"/>
                </a:lnTo>
                <a:lnTo>
                  <a:pt x="2774327" y="3338322"/>
                </a:lnTo>
                <a:lnTo>
                  <a:pt x="2776753" y="3338157"/>
                </a:lnTo>
                <a:lnTo>
                  <a:pt x="2781465" y="3335820"/>
                </a:lnTo>
                <a:lnTo>
                  <a:pt x="2783065" y="3333991"/>
                </a:lnTo>
                <a:lnTo>
                  <a:pt x="2784741" y="3329000"/>
                </a:lnTo>
                <a:close/>
              </a:path>
              <a:path w="9475470" h="4709795">
                <a:moveTo>
                  <a:pt x="2794901" y="1381582"/>
                </a:moveTo>
                <a:lnTo>
                  <a:pt x="2793225" y="1376603"/>
                </a:lnTo>
                <a:lnTo>
                  <a:pt x="2791625" y="1374775"/>
                </a:lnTo>
                <a:lnTo>
                  <a:pt x="2786913" y="1372425"/>
                </a:lnTo>
                <a:lnTo>
                  <a:pt x="2784487" y="1372260"/>
                </a:lnTo>
                <a:lnTo>
                  <a:pt x="2779509" y="1373949"/>
                </a:lnTo>
                <a:lnTo>
                  <a:pt x="2777680" y="1375537"/>
                </a:lnTo>
                <a:lnTo>
                  <a:pt x="2775331" y="1380248"/>
                </a:lnTo>
                <a:lnTo>
                  <a:pt x="2775166" y="1382674"/>
                </a:lnTo>
                <a:lnTo>
                  <a:pt x="2776855" y="1387665"/>
                </a:lnTo>
                <a:lnTo>
                  <a:pt x="2778442" y="1389494"/>
                </a:lnTo>
                <a:lnTo>
                  <a:pt x="2783154" y="1391831"/>
                </a:lnTo>
                <a:lnTo>
                  <a:pt x="2785580" y="1391996"/>
                </a:lnTo>
                <a:lnTo>
                  <a:pt x="2790571" y="1390319"/>
                </a:lnTo>
                <a:lnTo>
                  <a:pt x="2792399" y="1388719"/>
                </a:lnTo>
                <a:lnTo>
                  <a:pt x="2794736" y="1384007"/>
                </a:lnTo>
                <a:lnTo>
                  <a:pt x="2794901" y="1381582"/>
                </a:lnTo>
                <a:close/>
              </a:path>
              <a:path w="9475470" h="4709795">
                <a:moveTo>
                  <a:pt x="2818879" y="3312083"/>
                </a:moveTo>
                <a:lnTo>
                  <a:pt x="2818714" y="3309658"/>
                </a:lnTo>
                <a:lnTo>
                  <a:pt x="2816377" y="3304946"/>
                </a:lnTo>
                <a:lnTo>
                  <a:pt x="2814548" y="3303346"/>
                </a:lnTo>
                <a:lnTo>
                  <a:pt x="2809570" y="3301669"/>
                </a:lnTo>
                <a:lnTo>
                  <a:pt x="2807144" y="3301822"/>
                </a:lnTo>
                <a:lnTo>
                  <a:pt x="2802432" y="3304171"/>
                </a:lnTo>
                <a:lnTo>
                  <a:pt x="2800832" y="3306000"/>
                </a:lnTo>
                <a:lnTo>
                  <a:pt x="2799143" y="3310979"/>
                </a:lnTo>
                <a:lnTo>
                  <a:pt x="2799308" y="3313404"/>
                </a:lnTo>
                <a:lnTo>
                  <a:pt x="2801645" y="3318116"/>
                </a:lnTo>
                <a:lnTo>
                  <a:pt x="2803474" y="3319716"/>
                </a:lnTo>
                <a:lnTo>
                  <a:pt x="2808465" y="3321393"/>
                </a:lnTo>
                <a:lnTo>
                  <a:pt x="2810891" y="3321227"/>
                </a:lnTo>
                <a:lnTo>
                  <a:pt x="2815602" y="3318891"/>
                </a:lnTo>
                <a:lnTo>
                  <a:pt x="2817203" y="3317062"/>
                </a:lnTo>
                <a:lnTo>
                  <a:pt x="2818879" y="3312083"/>
                </a:lnTo>
                <a:close/>
              </a:path>
              <a:path w="9475470" h="4709795">
                <a:moveTo>
                  <a:pt x="2829039" y="1398524"/>
                </a:moveTo>
                <a:lnTo>
                  <a:pt x="2827350" y="1393545"/>
                </a:lnTo>
                <a:lnTo>
                  <a:pt x="2825762" y="1391716"/>
                </a:lnTo>
                <a:lnTo>
                  <a:pt x="2821051" y="1389367"/>
                </a:lnTo>
                <a:lnTo>
                  <a:pt x="2818625" y="1389202"/>
                </a:lnTo>
                <a:lnTo>
                  <a:pt x="2813634" y="1390878"/>
                </a:lnTo>
                <a:lnTo>
                  <a:pt x="2811805" y="1392478"/>
                </a:lnTo>
                <a:lnTo>
                  <a:pt x="2809468" y="1397190"/>
                </a:lnTo>
                <a:lnTo>
                  <a:pt x="2809303" y="1399616"/>
                </a:lnTo>
                <a:lnTo>
                  <a:pt x="2810980" y="1404607"/>
                </a:lnTo>
                <a:lnTo>
                  <a:pt x="2812580" y="1406436"/>
                </a:lnTo>
                <a:lnTo>
                  <a:pt x="2817291" y="1408772"/>
                </a:lnTo>
                <a:lnTo>
                  <a:pt x="2819717" y="1408938"/>
                </a:lnTo>
                <a:lnTo>
                  <a:pt x="2824696" y="1407261"/>
                </a:lnTo>
                <a:lnTo>
                  <a:pt x="2826524" y="1405661"/>
                </a:lnTo>
                <a:lnTo>
                  <a:pt x="2828874" y="1400949"/>
                </a:lnTo>
                <a:lnTo>
                  <a:pt x="2829039" y="1398524"/>
                </a:lnTo>
                <a:close/>
              </a:path>
              <a:path w="9475470" h="4709795">
                <a:moveTo>
                  <a:pt x="2853017" y="3295154"/>
                </a:moveTo>
                <a:lnTo>
                  <a:pt x="2852851" y="3292729"/>
                </a:lnTo>
                <a:lnTo>
                  <a:pt x="2850515" y="3288017"/>
                </a:lnTo>
                <a:lnTo>
                  <a:pt x="2848686" y="3286417"/>
                </a:lnTo>
                <a:lnTo>
                  <a:pt x="2843707" y="3284740"/>
                </a:lnTo>
                <a:lnTo>
                  <a:pt x="2841282" y="3284905"/>
                </a:lnTo>
                <a:lnTo>
                  <a:pt x="2836557" y="3287242"/>
                </a:lnTo>
                <a:lnTo>
                  <a:pt x="2834970" y="3289071"/>
                </a:lnTo>
                <a:lnTo>
                  <a:pt x="2833281" y="3294049"/>
                </a:lnTo>
                <a:lnTo>
                  <a:pt x="2833446" y="3296475"/>
                </a:lnTo>
                <a:lnTo>
                  <a:pt x="2835783" y="3301187"/>
                </a:lnTo>
                <a:lnTo>
                  <a:pt x="2837611" y="3302787"/>
                </a:lnTo>
                <a:lnTo>
                  <a:pt x="2842603" y="3304476"/>
                </a:lnTo>
                <a:lnTo>
                  <a:pt x="2845028" y="3304311"/>
                </a:lnTo>
                <a:lnTo>
                  <a:pt x="2849740" y="3301974"/>
                </a:lnTo>
                <a:lnTo>
                  <a:pt x="2851340" y="3300133"/>
                </a:lnTo>
                <a:lnTo>
                  <a:pt x="2853017" y="3295154"/>
                </a:lnTo>
                <a:close/>
              </a:path>
              <a:path w="9475470" h="4709795">
                <a:moveTo>
                  <a:pt x="2863164" y="1415465"/>
                </a:moveTo>
                <a:lnTo>
                  <a:pt x="2861487" y="1410487"/>
                </a:lnTo>
                <a:lnTo>
                  <a:pt x="2859887" y="1408658"/>
                </a:lnTo>
                <a:lnTo>
                  <a:pt x="2855176" y="1406309"/>
                </a:lnTo>
                <a:lnTo>
                  <a:pt x="2852750" y="1406144"/>
                </a:lnTo>
                <a:lnTo>
                  <a:pt x="2847759" y="1407820"/>
                </a:lnTo>
                <a:lnTo>
                  <a:pt x="2845930" y="1409420"/>
                </a:lnTo>
                <a:lnTo>
                  <a:pt x="2843593" y="1414132"/>
                </a:lnTo>
                <a:lnTo>
                  <a:pt x="2843428" y="1416558"/>
                </a:lnTo>
                <a:lnTo>
                  <a:pt x="2845104" y="1421549"/>
                </a:lnTo>
                <a:lnTo>
                  <a:pt x="2846705" y="1423377"/>
                </a:lnTo>
                <a:lnTo>
                  <a:pt x="2851416" y="1425714"/>
                </a:lnTo>
                <a:lnTo>
                  <a:pt x="2853842" y="1425879"/>
                </a:lnTo>
                <a:lnTo>
                  <a:pt x="2858820" y="1424203"/>
                </a:lnTo>
                <a:lnTo>
                  <a:pt x="2860662" y="1422603"/>
                </a:lnTo>
                <a:lnTo>
                  <a:pt x="2862999" y="1417891"/>
                </a:lnTo>
                <a:lnTo>
                  <a:pt x="2863164" y="1415465"/>
                </a:lnTo>
                <a:close/>
              </a:path>
              <a:path w="9475470" h="4709795">
                <a:moveTo>
                  <a:pt x="2887154" y="3278225"/>
                </a:moveTo>
                <a:lnTo>
                  <a:pt x="2886989" y="3275800"/>
                </a:lnTo>
                <a:lnTo>
                  <a:pt x="2884652" y="3271088"/>
                </a:lnTo>
                <a:lnTo>
                  <a:pt x="2882823" y="3269488"/>
                </a:lnTo>
                <a:lnTo>
                  <a:pt x="2877832" y="3267811"/>
                </a:lnTo>
                <a:lnTo>
                  <a:pt x="2875419" y="3267976"/>
                </a:lnTo>
                <a:lnTo>
                  <a:pt x="2870695" y="3270313"/>
                </a:lnTo>
                <a:lnTo>
                  <a:pt x="2869095" y="3272142"/>
                </a:lnTo>
                <a:lnTo>
                  <a:pt x="2867418" y="3277133"/>
                </a:lnTo>
                <a:lnTo>
                  <a:pt x="2867583" y="3279559"/>
                </a:lnTo>
                <a:lnTo>
                  <a:pt x="2869920" y="3284270"/>
                </a:lnTo>
                <a:lnTo>
                  <a:pt x="2871749" y="3285871"/>
                </a:lnTo>
                <a:lnTo>
                  <a:pt x="2876740" y="3287547"/>
                </a:lnTo>
                <a:lnTo>
                  <a:pt x="2879166" y="3287382"/>
                </a:lnTo>
                <a:lnTo>
                  <a:pt x="2883878" y="3285045"/>
                </a:lnTo>
                <a:lnTo>
                  <a:pt x="2885478" y="3283216"/>
                </a:lnTo>
                <a:lnTo>
                  <a:pt x="2887154" y="3278225"/>
                </a:lnTo>
                <a:close/>
              </a:path>
              <a:path w="9475470" h="4709795">
                <a:moveTo>
                  <a:pt x="2897289" y="1432407"/>
                </a:moveTo>
                <a:lnTo>
                  <a:pt x="2895612" y="1427429"/>
                </a:lnTo>
                <a:lnTo>
                  <a:pt x="2894012" y="1425600"/>
                </a:lnTo>
                <a:lnTo>
                  <a:pt x="2889300" y="1423250"/>
                </a:lnTo>
                <a:lnTo>
                  <a:pt x="2886875" y="1423085"/>
                </a:lnTo>
                <a:lnTo>
                  <a:pt x="2881896" y="1424762"/>
                </a:lnTo>
                <a:lnTo>
                  <a:pt x="2880055" y="1426362"/>
                </a:lnTo>
                <a:lnTo>
                  <a:pt x="2877718" y="1431074"/>
                </a:lnTo>
                <a:lnTo>
                  <a:pt x="2877553" y="1433499"/>
                </a:lnTo>
                <a:lnTo>
                  <a:pt x="2879229" y="1438490"/>
                </a:lnTo>
                <a:lnTo>
                  <a:pt x="2880830" y="1440319"/>
                </a:lnTo>
                <a:lnTo>
                  <a:pt x="2885541" y="1442656"/>
                </a:lnTo>
                <a:lnTo>
                  <a:pt x="2887967" y="1442821"/>
                </a:lnTo>
                <a:lnTo>
                  <a:pt x="2892958" y="1441145"/>
                </a:lnTo>
                <a:lnTo>
                  <a:pt x="2894787" y="1439545"/>
                </a:lnTo>
                <a:lnTo>
                  <a:pt x="2897124" y="1434833"/>
                </a:lnTo>
                <a:lnTo>
                  <a:pt x="2897289" y="1432407"/>
                </a:lnTo>
                <a:close/>
              </a:path>
              <a:path w="9475470" h="4709795">
                <a:moveTo>
                  <a:pt x="2921292" y="3261296"/>
                </a:moveTo>
                <a:lnTo>
                  <a:pt x="2921127" y="3258883"/>
                </a:lnTo>
                <a:lnTo>
                  <a:pt x="2918790" y="3254159"/>
                </a:lnTo>
                <a:lnTo>
                  <a:pt x="2916961" y="3252571"/>
                </a:lnTo>
                <a:lnTo>
                  <a:pt x="2911970" y="3250882"/>
                </a:lnTo>
                <a:lnTo>
                  <a:pt x="2909544" y="3251047"/>
                </a:lnTo>
                <a:lnTo>
                  <a:pt x="2904833" y="3253384"/>
                </a:lnTo>
                <a:lnTo>
                  <a:pt x="2903232" y="3255213"/>
                </a:lnTo>
                <a:lnTo>
                  <a:pt x="2901556" y="3260204"/>
                </a:lnTo>
                <a:lnTo>
                  <a:pt x="2901721" y="3262630"/>
                </a:lnTo>
                <a:lnTo>
                  <a:pt x="2904058" y="3267341"/>
                </a:lnTo>
                <a:lnTo>
                  <a:pt x="2905887" y="3268942"/>
                </a:lnTo>
                <a:lnTo>
                  <a:pt x="2910878" y="3270618"/>
                </a:lnTo>
                <a:lnTo>
                  <a:pt x="2913303" y="3270453"/>
                </a:lnTo>
                <a:lnTo>
                  <a:pt x="2918015" y="3268116"/>
                </a:lnTo>
                <a:lnTo>
                  <a:pt x="2919615" y="3266287"/>
                </a:lnTo>
                <a:lnTo>
                  <a:pt x="2921292" y="3261296"/>
                </a:lnTo>
                <a:close/>
              </a:path>
              <a:path w="9475470" h="4709795">
                <a:moveTo>
                  <a:pt x="2931414" y="1449349"/>
                </a:moveTo>
                <a:lnTo>
                  <a:pt x="2929737" y="1444371"/>
                </a:lnTo>
                <a:lnTo>
                  <a:pt x="2928137" y="1442542"/>
                </a:lnTo>
                <a:lnTo>
                  <a:pt x="2923425" y="1440192"/>
                </a:lnTo>
                <a:lnTo>
                  <a:pt x="2921000" y="1440027"/>
                </a:lnTo>
                <a:lnTo>
                  <a:pt x="2916021" y="1441704"/>
                </a:lnTo>
                <a:lnTo>
                  <a:pt x="2914192" y="1443304"/>
                </a:lnTo>
                <a:lnTo>
                  <a:pt x="2911843" y="1448015"/>
                </a:lnTo>
                <a:lnTo>
                  <a:pt x="2911678" y="1450441"/>
                </a:lnTo>
                <a:lnTo>
                  <a:pt x="2913367" y="1455432"/>
                </a:lnTo>
                <a:lnTo>
                  <a:pt x="2914954" y="1457261"/>
                </a:lnTo>
                <a:lnTo>
                  <a:pt x="2919679" y="1459598"/>
                </a:lnTo>
                <a:lnTo>
                  <a:pt x="2922092" y="1459763"/>
                </a:lnTo>
                <a:lnTo>
                  <a:pt x="2927083" y="1458087"/>
                </a:lnTo>
                <a:lnTo>
                  <a:pt x="2928912" y="1456486"/>
                </a:lnTo>
                <a:lnTo>
                  <a:pt x="2931249" y="1451775"/>
                </a:lnTo>
                <a:lnTo>
                  <a:pt x="2931414" y="1449349"/>
                </a:lnTo>
                <a:close/>
              </a:path>
              <a:path w="9475470" h="4709795">
                <a:moveTo>
                  <a:pt x="2955429" y="3244380"/>
                </a:moveTo>
                <a:lnTo>
                  <a:pt x="2955264" y="3241954"/>
                </a:lnTo>
                <a:lnTo>
                  <a:pt x="2952927" y="3237242"/>
                </a:lnTo>
                <a:lnTo>
                  <a:pt x="2951099" y="3235642"/>
                </a:lnTo>
                <a:lnTo>
                  <a:pt x="2946108" y="3233953"/>
                </a:lnTo>
                <a:lnTo>
                  <a:pt x="2943682" y="3234118"/>
                </a:lnTo>
                <a:lnTo>
                  <a:pt x="2938970" y="3236455"/>
                </a:lnTo>
                <a:lnTo>
                  <a:pt x="2937370" y="3238296"/>
                </a:lnTo>
                <a:lnTo>
                  <a:pt x="2935694" y="3243275"/>
                </a:lnTo>
                <a:lnTo>
                  <a:pt x="2935859" y="3245701"/>
                </a:lnTo>
                <a:lnTo>
                  <a:pt x="2938195" y="3250412"/>
                </a:lnTo>
                <a:lnTo>
                  <a:pt x="2940024" y="3252012"/>
                </a:lnTo>
                <a:lnTo>
                  <a:pt x="2945003" y="3253689"/>
                </a:lnTo>
                <a:lnTo>
                  <a:pt x="2947428" y="3253524"/>
                </a:lnTo>
                <a:lnTo>
                  <a:pt x="2952153" y="3251187"/>
                </a:lnTo>
                <a:lnTo>
                  <a:pt x="2953740" y="3249358"/>
                </a:lnTo>
                <a:lnTo>
                  <a:pt x="2955429" y="3244380"/>
                </a:lnTo>
                <a:close/>
              </a:path>
              <a:path w="9475470" h="4709795">
                <a:moveTo>
                  <a:pt x="2965551" y="1466291"/>
                </a:moveTo>
                <a:lnTo>
                  <a:pt x="2963875" y="1461312"/>
                </a:lnTo>
                <a:lnTo>
                  <a:pt x="2962275" y="1459484"/>
                </a:lnTo>
                <a:lnTo>
                  <a:pt x="2957563" y="1457134"/>
                </a:lnTo>
                <a:lnTo>
                  <a:pt x="2955137" y="1456969"/>
                </a:lnTo>
                <a:lnTo>
                  <a:pt x="2950146" y="1458645"/>
                </a:lnTo>
                <a:lnTo>
                  <a:pt x="2948317" y="1460246"/>
                </a:lnTo>
                <a:lnTo>
                  <a:pt x="2945981" y="1464957"/>
                </a:lnTo>
                <a:lnTo>
                  <a:pt x="2945815" y="1467383"/>
                </a:lnTo>
                <a:lnTo>
                  <a:pt x="2947492" y="1472374"/>
                </a:lnTo>
                <a:lnTo>
                  <a:pt x="2949092" y="1474203"/>
                </a:lnTo>
                <a:lnTo>
                  <a:pt x="2953804" y="1476540"/>
                </a:lnTo>
                <a:lnTo>
                  <a:pt x="2956229" y="1476705"/>
                </a:lnTo>
                <a:lnTo>
                  <a:pt x="2961208" y="1475028"/>
                </a:lnTo>
                <a:lnTo>
                  <a:pt x="2963037" y="1473428"/>
                </a:lnTo>
                <a:lnTo>
                  <a:pt x="2965386" y="1468716"/>
                </a:lnTo>
                <a:lnTo>
                  <a:pt x="2965551" y="1466291"/>
                </a:lnTo>
                <a:close/>
              </a:path>
              <a:path w="9475470" h="4709795">
                <a:moveTo>
                  <a:pt x="2989567" y="3227451"/>
                </a:moveTo>
                <a:lnTo>
                  <a:pt x="2989402" y="3225025"/>
                </a:lnTo>
                <a:lnTo>
                  <a:pt x="2987065" y="3220313"/>
                </a:lnTo>
                <a:lnTo>
                  <a:pt x="2985236" y="3218713"/>
                </a:lnTo>
                <a:lnTo>
                  <a:pt x="2980245" y="3217037"/>
                </a:lnTo>
                <a:lnTo>
                  <a:pt x="2977819" y="3217202"/>
                </a:lnTo>
                <a:lnTo>
                  <a:pt x="2973108" y="3219539"/>
                </a:lnTo>
                <a:lnTo>
                  <a:pt x="2971508" y="3221367"/>
                </a:lnTo>
                <a:lnTo>
                  <a:pt x="2969831" y="3226346"/>
                </a:lnTo>
                <a:lnTo>
                  <a:pt x="2969996" y="3228771"/>
                </a:lnTo>
                <a:lnTo>
                  <a:pt x="2972333" y="3233483"/>
                </a:lnTo>
                <a:lnTo>
                  <a:pt x="2974162" y="3235083"/>
                </a:lnTo>
                <a:lnTo>
                  <a:pt x="2979140" y="3236772"/>
                </a:lnTo>
                <a:lnTo>
                  <a:pt x="2981566" y="3236607"/>
                </a:lnTo>
                <a:lnTo>
                  <a:pt x="2986290" y="3234271"/>
                </a:lnTo>
                <a:lnTo>
                  <a:pt x="2987878" y="3232429"/>
                </a:lnTo>
                <a:lnTo>
                  <a:pt x="2989567" y="3227451"/>
                </a:lnTo>
                <a:close/>
              </a:path>
              <a:path w="9475470" h="4709795">
                <a:moveTo>
                  <a:pt x="2999676" y="1483233"/>
                </a:moveTo>
                <a:lnTo>
                  <a:pt x="2998000" y="1478254"/>
                </a:lnTo>
                <a:lnTo>
                  <a:pt x="2996400" y="1476425"/>
                </a:lnTo>
                <a:lnTo>
                  <a:pt x="2991688" y="1474076"/>
                </a:lnTo>
                <a:lnTo>
                  <a:pt x="2989262" y="1473911"/>
                </a:lnTo>
                <a:lnTo>
                  <a:pt x="2984271" y="1475587"/>
                </a:lnTo>
                <a:lnTo>
                  <a:pt x="2982442" y="1477187"/>
                </a:lnTo>
                <a:lnTo>
                  <a:pt x="2980105" y="1481899"/>
                </a:lnTo>
                <a:lnTo>
                  <a:pt x="2979940" y="1484325"/>
                </a:lnTo>
                <a:lnTo>
                  <a:pt x="2981617" y="1489316"/>
                </a:lnTo>
                <a:lnTo>
                  <a:pt x="2983217" y="1491145"/>
                </a:lnTo>
                <a:lnTo>
                  <a:pt x="2987929" y="1493481"/>
                </a:lnTo>
                <a:lnTo>
                  <a:pt x="2990354" y="1493647"/>
                </a:lnTo>
                <a:lnTo>
                  <a:pt x="2995345" y="1491970"/>
                </a:lnTo>
                <a:lnTo>
                  <a:pt x="2997174" y="1490370"/>
                </a:lnTo>
                <a:lnTo>
                  <a:pt x="2999511" y="1485658"/>
                </a:lnTo>
                <a:lnTo>
                  <a:pt x="2999676" y="1483233"/>
                </a:lnTo>
                <a:close/>
              </a:path>
              <a:path w="9475470" h="4709795">
                <a:moveTo>
                  <a:pt x="3023705" y="3210522"/>
                </a:moveTo>
                <a:lnTo>
                  <a:pt x="3023539" y="3208096"/>
                </a:lnTo>
                <a:lnTo>
                  <a:pt x="3021203" y="3203384"/>
                </a:lnTo>
                <a:lnTo>
                  <a:pt x="3019361" y="3201784"/>
                </a:lnTo>
                <a:lnTo>
                  <a:pt x="3014383" y="3200108"/>
                </a:lnTo>
                <a:lnTo>
                  <a:pt x="3011957" y="3200273"/>
                </a:lnTo>
                <a:lnTo>
                  <a:pt x="3007245" y="3202609"/>
                </a:lnTo>
                <a:lnTo>
                  <a:pt x="3005645" y="3204438"/>
                </a:lnTo>
                <a:lnTo>
                  <a:pt x="3003969" y="3209429"/>
                </a:lnTo>
                <a:lnTo>
                  <a:pt x="3004134" y="3211855"/>
                </a:lnTo>
                <a:lnTo>
                  <a:pt x="3006471" y="3216567"/>
                </a:lnTo>
                <a:lnTo>
                  <a:pt x="3008299" y="3218154"/>
                </a:lnTo>
                <a:lnTo>
                  <a:pt x="3013278" y="3219843"/>
                </a:lnTo>
                <a:lnTo>
                  <a:pt x="3015704" y="3219678"/>
                </a:lnTo>
                <a:lnTo>
                  <a:pt x="3020415" y="3217341"/>
                </a:lnTo>
                <a:lnTo>
                  <a:pt x="3022015" y="3215513"/>
                </a:lnTo>
                <a:lnTo>
                  <a:pt x="3023705" y="3210522"/>
                </a:lnTo>
                <a:close/>
              </a:path>
              <a:path w="9475470" h="4709795">
                <a:moveTo>
                  <a:pt x="3033801" y="1500174"/>
                </a:moveTo>
                <a:lnTo>
                  <a:pt x="3032125" y="1495196"/>
                </a:lnTo>
                <a:lnTo>
                  <a:pt x="3030524" y="1493367"/>
                </a:lnTo>
                <a:lnTo>
                  <a:pt x="3025813" y="1491018"/>
                </a:lnTo>
                <a:lnTo>
                  <a:pt x="3023387" y="1490853"/>
                </a:lnTo>
                <a:lnTo>
                  <a:pt x="3018409" y="1492529"/>
                </a:lnTo>
                <a:lnTo>
                  <a:pt x="3016567" y="1494129"/>
                </a:lnTo>
                <a:lnTo>
                  <a:pt x="3014230" y="1498841"/>
                </a:lnTo>
                <a:lnTo>
                  <a:pt x="3014065" y="1501267"/>
                </a:lnTo>
                <a:lnTo>
                  <a:pt x="3015742" y="1506258"/>
                </a:lnTo>
                <a:lnTo>
                  <a:pt x="3017342" y="1508086"/>
                </a:lnTo>
                <a:lnTo>
                  <a:pt x="3022054" y="1510423"/>
                </a:lnTo>
                <a:lnTo>
                  <a:pt x="3024479" y="1510588"/>
                </a:lnTo>
                <a:lnTo>
                  <a:pt x="3029470" y="1508912"/>
                </a:lnTo>
                <a:lnTo>
                  <a:pt x="3031299" y="1507312"/>
                </a:lnTo>
                <a:lnTo>
                  <a:pt x="3033636" y="1502600"/>
                </a:lnTo>
                <a:lnTo>
                  <a:pt x="3033801" y="1500174"/>
                </a:lnTo>
                <a:close/>
              </a:path>
              <a:path w="9475470" h="4709795">
                <a:moveTo>
                  <a:pt x="3057829" y="3193592"/>
                </a:moveTo>
                <a:lnTo>
                  <a:pt x="3057664" y="3191167"/>
                </a:lnTo>
                <a:lnTo>
                  <a:pt x="3055328" y="3186455"/>
                </a:lnTo>
                <a:lnTo>
                  <a:pt x="3053499" y="3184855"/>
                </a:lnTo>
                <a:lnTo>
                  <a:pt x="3048520" y="3183178"/>
                </a:lnTo>
                <a:lnTo>
                  <a:pt x="3046095" y="3183344"/>
                </a:lnTo>
                <a:lnTo>
                  <a:pt x="3041383" y="3185680"/>
                </a:lnTo>
                <a:lnTo>
                  <a:pt x="3039783" y="3187509"/>
                </a:lnTo>
                <a:lnTo>
                  <a:pt x="3038094" y="3192500"/>
                </a:lnTo>
                <a:lnTo>
                  <a:pt x="3038259" y="3194926"/>
                </a:lnTo>
                <a:lnTo>
                  <a:pt x="3040596" y="3199638"/>
                </a:lnTo>
                <a:lnTo>
                  <a:pt x="3042437" y="3201238"/>
                </a:lnTo>
                <a:lnTo>
                  <a:pt x="3047415" y="3202914"/>
                </a:lnTo>
                <a:lnTo>
                  <a:pt x="3049841" y="3202749"/>
                </a:lnTo>
                <a:lnTo>
                  <a:pt x="3054553" y="3200412"/>
                </a:lnTo>
                <a:lnTo>
                  <a:pt x="3056153" y="3198584"/>
                </a:lnTo>
                <a:lnTo>
                  <a:pt x="3057829" y="3193592"/>
                </a:lnTo>
                <a:close/>
              </a:path>
              <a:path w="9475470" h="4709795">
                <a:moveTo>
                  <a:pt x="3067926" y="1517116"/>
                </a:moveTo>
                <a:lnTo>
                  <a:pt x="3066250" y="1512138"/>
                </a:lnTo>
                <a:lnTo>
                  <a:pt x="3064662" y="1510296"/>
                </a:lnTo>
                <a:lnTo>
                  <a:pt x="3059938" y="1507959"/>
                </a:lnTo>
                <a:lnTo>
                  <a:pt x="3057512" y="1507794"/>
                </a:lnTo>
                <a:lnTo>
                  <a:pt x="3052534" y="1509471"/>
                </a:lnTo>
                <a:lnTo>
                  <a:pt x="3050705" y="1511071"/>
                </a:lnTo>
                <a:lnTo>
                  <a:pt x="3048368" y="1515783"/>
                </a:lnTo>
                <a:lnTo>
                  <a:pt x="3048203" y="1518208"/>
                </a:lnTo>
                <a:lnTo>
                  <a:pt x="3049879" y="1523199"/>
                </a:lnTo>
                <a:lnTo>
                  <a:pt x="3051467" y="1525028"/>
                </a:lnTo>
                <a:lnTo>
                  <a:pt x="3056191" y="1527365"/>
                </a:lnTo>
                <a:lnTo>
                  <a:pt x="3058604" y="1527530"/>
                </a:lnTo>
                <a:lnTo>
                  <a:pt x="3063595" y="1525854"/>
                </a:lnTo>
                <a:lnTo>
                  <a:pt x="3065424" y="1524254"/>
                </a:lnTo>
                <a:lnTo>
                  <a:pt x="3067761" y="1519542"/>
                </a:lnTo>
                <a:lnTo>
                  <a:pt x="3067926" y="1517116"/>
                </a:lnTo>
                <a:close/>
              </a:path>
              <a:path w="9475470" h="4709795">
                <a:moveTo>
                  <a:pt x="3091967" y="3176676"/>
                </a:moveTo>
                <a:lnTo>
                  <a:pt x="3091802" y="3174250"/>
                </a:lnTo>
                <a:lnTo>
                  <a:pt x="3089465" y="3169539"/>
                </a:lnTo>
                <a:lnTo>
                  <a:pt x="3087636" y="3167938"/>
                </a:lnTo>
                <a:lnTo>
                  <a:pt x="3082658" y="3166249"/>
                </a:lnTo>
                <a:lnTo>
                  <a:pt x="3080232" y="3166414"/>
                </a:lnTo>
                <a:lnTo>
                  <a:pt x="3075521" y="3168751"/>
                </a:lnTo>
                <a:lnTo>
                  <a:pt x="3073920" y="3170593"/>
                </a:lnTo>
                <a:lnTo>
                  <a:pt x="3072231" y="3175571"/>
                </a:lnTo>
                <a:lnTo>
                  <a:pt x="3072396" y="3177997"/>
                </a:lnTo>
                <a:lnTo>
                  <a:pt x="3074733" y="3182709"/>
                </a:lnTo>
                <a:lnTo>
                  <a:pt x="3076562" y="3184309"/>
                </a:lnTo>
                <a:lnTo>
                  <a:pt x="3081553" y="3185985"/>
                </a:lnTo>
                <a:lnTo>
                  <a:pt x="3083979" y="3185820"/>
                </a:lnTo>
                <a:lnTo>
                  <a:pt x="3088690" y="3183483"/>
                </a:lnTo>
                <a:lnTo>
                  <a:pt x="3090291" y="3181654"/>
                </a:lnTo>
                <a:lnTo>
                  <a:pt x="3091967" y="3176676"/>
                </a:lnTo>
                <a:close/>
              </a:path>
              <a:path w="9475470" h="4709795">
                <a:moveTo>
                  <a:pt x="3102064" y="1534058"/>
                </a:moveTo>
                <a:lnTo>
                  <a:pt x="3100387" y="1529080"/>
                </a:lnTo>
                <a:lnTo>
                  <a:pt x="3098787" y="1527238"/>
                </a:lnTo>
                <a:lnTo>
                  <a:pt x="3094075" y="1524901"/>
                </a:lnTo>
                <a:lnTo>
                  <a:pt x="3091650" y="1524736"/>
                </a:lnTo>
                <a:lnTo>
                  <a:pt x="3086658" y="1526413"/>
                </a:lnTo>
                <a:lnTo>
                  <a:pt x="3084830" y="1528013"/>
                </a:lnTo>
                <a:lnTo>
                  <a:pt x="3082493" y="1532724"/>
                </a:lnTo>
                <a:lnTo>
                  <a:pt x="3082328" y="1535150"/>
                </a:lnTo>
                <a:lnTo>
                  <a:pt x="3084004" y="1540141"/>
                </a:lnTo>
                <a:lnTo>
                  <a:pt x="3085604" y="1541970"/>
                </a:lnTo>
                <a:lnTo>
                  <a:pt x="3090316" y="1544307"/>
                </a:lnTo>
                <a:lnTo>
                  <a:pt x="3092742" y="1544472"/>
                </a:lnTo>
                <a:lnTo>
                  <a:pt x="3097720" y="1542796"/>
                </a:lnTo>
                <a:lnTo>
                  <a:pt x="3099549" y="1541195"/>
                </a:lnTo>
                <a:lnTo>
                  <a:pt x="3101898" y="1536484"/>
                </a:lnTo>
                <a:lnTo>
                  <a:pt x="3102064" y="1534058"/>
                </a:lnTo>
                <a:close/>
              </a:path>
              <a:path w="9475470" h="4709795">
                <a:moveTo>
                  <a:pt x="3126105" y="3159747"/>
                </a:moveTo>
                <a:lnTo>
                  <a:pt x="3125940" y="3157321"/>
                </a:lnTo>
                <a:lnTo>
                  <a:pt x="3123603" y="3152610"/>
                </a:lnTo>
                <a:lnTo>
                  <a:pt x="3121774" y="3151009"/>
                </a:lnTo>
                <a:lnTo>
                  <a:pt x="3116796" y="3149333"/>
                </a:lnTo>
                <a:lnTo>
                  <a:pt x="3114370" y="3149498"/>
                </a:lnTo>
                <a:lnTo>
                  <a:pt x="3109645" y="3151835"/>
                </a:lnTo>
                <a:lnTo>
                  <a:pt x="3108058" y="3153664"/>
                </a:lnTo>
                <a:lnTo>
                  <a:pt x="3106369" y="3158642"/>
                </a:lnTo>
                <a:lnTo>
                  <a:pt x="3106534" y="3161068"/>
                </a:lnTo>
                <a:lnTo>
                  <a:pt x="3108871" y="3165779"/>
                </a:lnTo>
                <a:lnTo>
                  <a:pt x="3110700" y="3167380"/>
                </a:lnTo>
                <a:lnTo>
                  <a:pt x="3115691" y="3169069"/>
                </a:lnTo>
                <a:lnTo>
                  <a:pt x="3118116" y="3168904"/>
                </a:lnTo>
                <a:lnTo>
                  <a:pt x="3122828" y="3166554"/>
                </a:lnTo>
                <a:lnTo>
                  <a:pt x="3124428" y="3164725"/>
                </a:lnTo>
                <a:lnTo>
                  <a:pt x="3126105" y="3159747"/>
                </a:lnTo>
                <a:close/>
              </a:path>
              <a:path w="9475470" h="4709795">
                <a:moveTo>
                  <a:pt x="3136188" y="1551000"/>
                </a:moveTo>
                <a:lnTo>
                  <a:pt x="3134512" y="1546021"/>
                </a:lnTo>
                <a:lnTo>
                  <a:pt x="3132912" y="1544180"/>
                </a:lnTo>
                <a:lnTo>
                  <a:pt x="3128200" y="1541843"/>
                </a:lnTo>
                <a:lnTo>
                  <a:pt x="3125774" y="1541678"/>
                </a:lnTo>
                <a:lnTo>
                  <a:pt x="3120783" y="1543354"/>
                </a:lnTo>
                <a:lnTo>
                  <a:pt x="3118955" y="1544955"/>
                </a:lnTo>
                <a:lnTo>
                  <a:pt x="3116618" y="1549666"/>
                </a:lnTo>
                <a:lnTo>
                  <a:pt x="3116453" y="1552092"/>
                </a:lnTo>
                <a:lnTo>
                  <a:pt x="3118129" y="1557083"/>
                </a:lnTo>
                <a:lnTo>
                  <a:pt x="3119729" y="1558912"/>
                </a:lnTo>
                <a:lnTo>
                  <a:pt x="3124441" y="1561249"/>
                </a:lnTo>
                <a:lnTo>
                  <a:pt x="3126867" y="1561414"/>
                </a:lnTo>
                <a:lnTo>
                  <a:pt x="3131858" y="1559737"/>
                </a:lnTo>
                <a:lnTo>
                  <a:pt x="3133687" y="1558137"/>
                </a:lnTo>
                <a:lnTo>
                  <a:pt x="3136023" y="1553425"/>
                </a:lnTo>
                <a:lnTo>
                  <a:pt x="3136188" y="1551000"/>
                </a:lnTo>
                <a:close/>
              </a:path>
              <a:path w="9475470" h="4709795">
                <a:moveTo>
                  <a:pt x="3160242" y="3142818"/>
                </a:moveTo>
                <a:lnTo>
                  <a:pt x="3160077" y="3140392"/>
                </a:lnTo>
                <a:lnTo>
                  <a:pt x="3157740" y="3135680"/>
                </a:lnTo>
                <a:lnTo>
                  <a:pt x="3155912" y="3134080"/>
                </a:lnTo>
                <a:lnTo>
                  <a:pt x="3150920" y="3132404"/>
                </a:lnTo>
                <a:lnTo>
                  <a:pt x="3148507" y="3132569"/>
                </a:lnTo>
                <a:lnTo>
                  <a:pt x="3143783" y="3134906"/>
                </a:lnTo>
                <a:lnTo>
                  <a:pt x="3142183" y="3136735"/>
                </a:lnTo>
                <a:lnTo>
                  <a:pt x="3140506" y="3141726"/>
                </a:lnTo>
                <a:lnTo>
                  <a:pt x="3140672" y="3144139"/>
                </a:lnTo>
                <a:lnTo>
                  <a:pt x="3143008" y="3148863"/>
                </a:lnTo>
                <a:lnTo>
                  <a:pt x="3144837" y="3150451"/>
                </a:lnTo>
                <a:lnTo>
                  <a:pt x="3149828" y="3152140"/>
                </a:lnTo>
                <a:lnTo>
                  <a:pt x="3152254" y="3151975"/>
                </a:lnTo>
                <a:lnTo>
                  <a:pt x="3156966" y="3149638"/>
                </a:lnTo>
                <a:lnTo>
                  <a:pt x="3158566" y="3147809"/>
                </a:lnTo>
                <a:lnTo>
                  <a:pt x="3160242" y="3142818"/>
                </a:lnTo>
                <a:close/>
              </a:path>
              <a:path w="9475470" h="4709795">
                <a:moveTo>
                  <a:pt x="3170313" y="1567942"/>
                </a:moveTo>
                <a:lnTo>
                  <a:pt x="3168637" y="1562963"/>
                </a:lnTo>
                <a:lnTo>
                  <a:pt x="3167037" y="1561122"/>
                </a:lnTo>
                <a:lnTo>
                  <a:pt x="3162325" y="1558785"/>
                </a:lnTo>
                <a:lnTo>
                  <a:pt x="3159899" y="1558620"/>
                </a:lnTo>
                <a:lnTo>
                  <a:pt x="3154921" y="1560296"/>
                </a:lnTo>
                <a:lnTo>
                  <a:pt x="3153079" y="1561896"/>
                </a:lnTo>
                <a:lnTo>
                  <a:pt x="3150743" y="1566608"/>
                </a:lnTo>
                <a:lnTo>
                  <a:pt x="3150578" y="1569034"/>
                </a:lnTo>
                <a:lnTo>
                  <a:pt x="3152254" y="1574025"/>
                </a:lnTo>
                <a:lnTo>
                  <a:pt x="3153854" y="1575854"/>
                </a:lnTo>
                <a:lnTo>
                  <a:pt x="3158566" y="1578190"/>
                </a:lnTo>
                <a:lnTo>
                  <a:pt x="3160992" y="1578356"/>
                </a:lnTo>
                <a:lnTo>
                  <a:pt x="3165983" y="1576679"/>
                </a:lnTo>
                <a:lnTo>
                  <a:pt x="3167811" y="1575079"/>
                </a:lnTo>
                <a:lnTo>
                  <a:pt x="3170148" y="1570367"/>
                </a:lnTo>
                <a:lnTo>
                  <a:pt x="3170313" y="1567942"/>
                </a:lnTo>
                <a:close/>
              </a:path>
              <a:path w="9475470" h="4709795">
                <a:moveTo>
                  <a:pt x="3194380" y="3125889"/>
                </a:moveTo>
                <a:lnTo>
                  <a:pt x="3194215" y="3123463"/>
                </a:lnTo>
                <a:lnTo>
                  <a:pt x="3191878" y="3118751"/>
                </a:lnTo>
                <a:lnTo>
                  <a:pt x="3190049" y="3117151"/>
                </a:lnTo>
                <a:lnTo>
                  <a:pt x="3185058" y="3115475"/>
                </a:lnTo>
                <a:lnTo>
                  <a:pt x="3182632" y="3115640"/>
                </a:lnTo>
                <a:lnTo>
                  <a:pt x="3177921" y="3117977"/>
                </a:lnTo>
                <a:lnTo>
                  <a:pt x="3176320" y="3119805"/>
                </a:lnTo>
                <a:lnTo>
                  <a:pt x="3174644" y="3124797"/>
                </a:lnTo>
                <a:lnTo>
                  <a:pt x="3174809" y="3127222"/>
                </a:lnTo>
                <a:lnTo>
                  <a:pt x="3177146" y="3131934"/>
                </a:lnTo>
                <a:lnTo>
                  <a:pt x="3178975" y="3133534"/>
                </a:lnTo>
                <a:lnTo>
                  <a:pt x="3183966" y="3135211"/>
                </a:lnTo>
                <a:lnTo>
                  <a:pt x="3186379" y="3135045"/>
                </a:lnTo>
                <a:lnTo>
                  <a:pt x="3191103" y="3132709"/>
                </a:lnTo>
                <a:lnTo>
                  <a:pt x="3192703" y="3130880"/>
                </a:lnTo>
                <a:lnTo>
                  <a:pt x="3194380" y="3125889"/>
                </a:lnTo>
                <a:close/>
              </a:path>
              <a:path w="9475470" h="4709795">
                <a:moveTo>
                  <a:pt x="3204438" y="1584883"/>
                </a:moveTo>
                <a:lnTo>
                  <a:pt x="3202762" y="1579905"/>
                </a:lnTo>
                <a:lnTo>
                  <a:pt x="3201174" y="1578063"/>
                </a:lnTo>
                <a:lnTo>
                  <a:pt x="3196450" y="1575727"/>
                </a:lnTo>
                <a:lnTo>
                  <a:pt x="3194037" y="1575562"/>
                </a:lnTo>
                <a:lnTo>
                  <a:pt x="3189046" y="1577238"/>
                </a:lnTo>
                <a:lnTo>
                  <a:pt x="3187217" y="1578838"/>
                </a:lnTo>
                <a:lnTo>
                  <a:pt x="3184880" y="1583550"/>
                </a:lnTo>
                <a:lnTo>
                  <a:pt x="3184715" y="1585976"/>
                </a:lnTo>
                <a:lnTo>
                  <a:pt x="3186392" y="1590967"/>
                </a:lnTo>
                <a:lnTo>
                  <a:pt x="3187979" y="1592795"/>
                </a:lnTo>
                <a:lnTo>
                  <a:pt x="3192703" y="1595132"/>
                </a:lnTo>
                <a:lnTo>
                  <a:pt x="3195116" y="1595297"/>
                </a:lnTo>
                <a:lnTo>
                  <a:pt x="3200108" y="1593621"/>
                </a:lnTo>
                <a:lnTo>
                  <a:pt x="3201936" y="1592021"/>
                </a:lnTo>
                <a:lnTo>
                  <a:pt x="3204273" y="1587309"/>
                </a:lnTo>
                <a:lnTo>
                  <a:pt x="3204438" y="1584883"/>
                </a:lnTo>
                <a:close/>
              </a:path>
              <a:path w="9475470" h="4709795">
                <a:moveTo>
                  <a:pt x="3228517" y="3108972"/>
                </a:moveTo>
                <a:lnTo>
                  <a:pt x="3228352" y="3106547"/>
                </a:lnTo>
                <a:lnTo>
                  <a:pt x="3226016" y="3101835"/>
                </a:lnTo>
                <a:lnTo>
                  <a:pt x="3224187" y="3100235"/>
                </a:lnTo>
                <a:lnTo>
                  <a:pt x="3219196" y="3098546"/>
                </a:lnTo>
                <a:lnTo>
                  <a:pt x="3216770" y="3098711"/>
                </a:lnTo>
                <a:lnTo>
                  <a:pt x="3212058" y="3101048"/>
                </a:lnTo>
                <a:lnTo>
                  <a:pt x="3210458" y="3102889"/>
                </a:lnTo>
                <a:lnTo>
                  <a:pt x="3208782" y="3107867"/>
                </a:lnTo>
                <a:lnTo>
                  <a:pt x="3208947" y="3110293"/>
                </a:lnTo>
                <a:lnTo>
                  <a:pt x="3211284" y="3115005"/>
                </a:lnTo>
                <a:lnTo>
                  <a:pt x="3213112" y="3116605"/>
                </a:lnTo>
                <a:lnTo>
                  <a:pt x="3218091" y="3118281"/>
                </a:lnTo>
                <a:lnTo>
                  <a:pt x="3220516" y="3118116"/>
                </a:lnTo>
                <a:lnTo>
                  <a:pt x="3225241" y="3115780"/>
                </a:lnTo>
                <a:lnTo>
                  <a:pt x="3226828" y="3113951"/>
                </a:lnTo>
                <a:lnTo>
                  <a:pt x="3228517" y="3108972"/>
                </a:lnTo>
                <a:close/>
              </a:path>
              <a:path w="9475470" h="4709795">
                <a:moveTo>
                  <a:pt x="3238576" y="1601825"/>
                </a:moveTo>
                <a:lnTo>
                  <a:pt x="3236899" y="1596847"/>
                </a:lnTo>
                <a:lnTo>
                  <a:pt x="3235299" y="1595005"/>
                </a:lnTo>
                <a:lnTo>
                  <a:pt x="3230588" y="1592668"/>
                </a:lnTo>
                <a:lnTo>
                  <a:pt x="3228162" y="1592503"/>
                </a:lnTo>
                <a:lnTo>
                  <a:pt x="3223171" y="1594180"/>
                </a:lnTo>
                <a:lnTo>
                  <a:pt x="3221342" y="1595780"/>
                </a:lnTo>
                <a:lnTo>
                  <a:pt x="3219005" y="1600492"/>
                </a:lnTo>
                <a:lnTo>
                  <a:pt x="3218840" y="1602917"/>
                </a:lnTo>
                <a:lnTo>
                  <a:pt x="3220516" y="1607908"/>
                </a:lnTo>
                <a:lnTo>
                  <a:pt x="3222117" y="1609737"/>
                </a:lnTo>
                <a:lnTo>
                  <a:pt x="3226828" y="1612074"/>
                </a:lnTo>
                <a:lnTo>
                  <a:pt x="3229254" y="1612239"/>
                </a:lnTo>
                <a:lnTo>
                  <a:pt x="3234232" y="1610563"/>
                </a:lnTo>
                <a:lnTo>
                  <a:pt x="3236074" y="1608963"/>
                </a:lnTo>
                <a:lnTo>
                  <a:pt x="3238411" y="1604251"/>
                </a:lnTo>
                <a:lnTo>
                  <a:pt x="3238576" y="1601825"/>
                </a:lnTo>
                <a:close/>
              </a:path>
              <a:path w="9475470" h="4709795">
                <a:moveTo>
                  <a:pt x="3262655" y="3092043"/>
                </a:moveTo>
                <a:lnTo>
                  <a:pt x="3262490" y="3089618"/>
                </a:lnTo>
                <a:lnTo>
                  <a:pt x="3260153" y="3084906"/>
                </a:lnTo>
                <a:lnTo>
                  <a:pt x="3258324" y="3083306"/>
                </a:lnTo>
                <a:lnTo>
                  <a:pt x="3253333" y="3081629"/>
                </a:lnTo>
                <a:lnTo>
                  <a:pt x="3250908" y="3081794"/>
                </a:lnTo>
                <a:lnTo>
                  <a:pt x="3246196" y="3084131"/>
                </a:lnTo>
                <a:lnTo>
                  <a:pt x="3244596" y="3085960"/>
                </a:lnTo>
                <a:lnTo>
                  <a:pt x="3242919" y="3090938"/>
                </a:lnTo>
                <a:lnTo>
                  <a:pt x="3243084" y="3093364"/>
                </a:lnTo>
                <a:lnTo>
                  <a:pt x="3245421" y="3098076"/>
                </a:lnTo>
                <a:lnTo>
                  <a:pt x="3247250" y="3099676"/>
                </a:lnTo>
                <a:lnTo>
                  <a:pt x="3252228" y="3101352"/>
                </a:lnTo>
                <a:lnTo>
                  <a:pt x="3254654" y="3101200"/>
                </a:lnTo>
                <a:lnTo>
                  <a:pt x="3259366" y="3098850"/>
                </a:lnTo>
                <a:lnTo>
                  <a:pt x="3260966" y="3097022"/>
                </a:lnTo>
                <a:lnTo>
                  <a:pt x="3262655" y="3092043"/>
                </a:lnTo>
                <a:close/>
              </a:path>
              <a:path w="9475470" h="4709795">
                <a:moveTo>
                  <a:pt x="3272701" y="1618767"/>
                </a:moveTo>
                <a:lnTo>
                  <a:pt x="3271024" y="1613789"/>
                </a:lnTo>
                <a:lnTo>
                  <a:pt x="3269424" y="1611947"/>
                </a:lnTo>
                <a:lnTo>
                  <a:pt x="3264712" y="1609610"/>
                </a:lnTo>
                <a:lnTo>
                  <a:pt x="3262287" y="1609445"/>
                </a:lnTo>
                <a:lnTo>
                  <a:pt x="3257296" y="1611122"/>
                </a:lnTo>
                <a:lnTo>
                  <a:pt x="3255467" y="1612722"/>
                </a:lnTo>
                <a:lnTo>
                  <a:pt x="3253130" y="1617433"/>
                </a:lnTo>
                <a:lnTo>
                  <a:pt x="3252965" y="1619859"/>
                </a:lnTo>
                <a:lnTo>
                  <a:pt x="3254641" y="1624838"/>
                </a:lnTo>
                <a:lnTo>
                  <a:pt x="3256242" y="1626679"/>
                </a:lnTo>
                <a:lnTo>
                  <a:pt x="3260953" y="1629016"/>
                </a:lnTo>
                <a:lnTo>
                  <a:pt x="3263379" y="1629181"/>
                </a:lnTo>
                <a:lnTo>
                  <a:pt x="3268370" y="1627505"/>
                </a:lnTo>
                <a:lnTo>
                  <a:pt x="3270199" y="1625904"/>
                </a:lnTo>
                <a:lnTo>
                  <a:pt x="3272536" y="1621193"/>
                </a:lnTo>
                <a:lnTo>
                  <a:pt x="3272701" y="1618767"/>
                </a:lnTo>
                <a:close/>
              </a:path>
              <a:path w="9475470" h="4709795">
                <a:moveTo>
                  <a:pt x="3296780" y="3075114"/>
                </a:moveTo>
                <a:lnTo>
                  <a:pt x="3296628" y="3072688"/>
                </a:lnTo>
                <a:lnTo>
                  <a:pt x="3294291" y="3067977"/>
                </a:lnTo>
                <a:lnTo>
                  <a:pt x="3292449" y="3066377"/>
                </a:lnTo>
                <a:lnTo>
                  <a:pt x="3287471" y="3064700"/>
                </a:lnTo>
                <a:lnTo>
                  <a:pt x="3285045" y="3064865"/>
                </a:lnTo>
                <a:lnTo>
                  <a:pt x="3280333" y="3067202"/>
                </a:lnTo>
                <a:lnTo>
                  <a:pt x="3278733" y="3069031"/>
                </a:lnTo>
                <a:lnTo>
                  <a:pt x="3277057" y="3074022"/>
                </a:lnTo>
                <a:lnTo>
                  <a:pt x="3277222" y="3076435"/>
                </a:lnTo>
                <a:lnTo>
                  <a:pt x="3279559" y="3081159"/>
                </a:lnTo>
                <a:lnTo>
                  <a:pt x="3281388" y="3082747"/>
                </a:lnTo>
                <a:lnTo>
                  <a:pt x="3286366" y="3084436"/>
                </a:lnTo>
                <a:lnTo>
                  <a:pt x="3288792" y="3084271"/>
                </a:lnTo>
                <a:lnTo>
                  <a:pt x="3293503" y="3081934"/>
                </a:lnTo>
                <a:lnTo>
                  <a:pt x="3295104" y="3080105"/>
                </a:lnTo>
                <a:lnTo>
                  <a:pt x="3296780" y="3075114"/>
                </a:lnTo>
                <a:close/>
              </a:path>
              <a:path w="9475470" h="4709795">
                <a:moveTo>
                  <a:pt x="3306826" y="1635709"/>
                </a:moveTo>
                <a:lnTo>
                  <a:pt x="3305149" y="1630730"/>
                </a:lnTo>
                <a:lnTo>
                  <a:pt x="3303549" y="1628889"/>
                </a:lnTo>
                <a:lnTo>
                  <a:pt x="3298837" y="1626552"/>
                </a:lnTo>
                <a:lnTo>
                  <a:pt x="3296412" y="1626387"/>
                </a:lnTo>
                <a:lnTo>
                  <a:pt x="3291433" y="1628063"/>
                </a:lnTo>
                <a:lnTo>
                  <a:pt x="3289604" y="1629664"/>
                </a:lnTo>
                <a:lnTo>
                  <a:pt x="3287255" y="1634375"/>
                </a:lnTo>
                <a:lnTo>
                  <a:pt x="3287090" y="1636801"/>
                </a:lnTo>
                <a:lnTo>
                  <a:pt x="3288766" y="1641779"/>
                </a:lnTo>
                <a:lnTo>
                  <a:pt x="3290366" y="1643621"/>
                </a:lnTo>
                <a:lnTo>
                  <a:pt x="3295078" y="1645958"/>
                </a:lnTo>
                <a:lnTo>
                  <a:pt x="3297504" y="1646123"/>
                </a:lnTo>
                <a:lnTo>
                  <a:pt x="3302495" y="1644446"/>
                </a:lnTo>
                <a:lnTo>
                  <a:pt x="3304324" y="1642846"/>
                </a:lnTo>
                <a:lnTo>
                  <a:pt x="3306661" y="1638134"/>
                </a:lnTo>
                <a:lnTo>
                  <a:pt x="3306826" y="1635709"/>
                </a:lnTo>
                <a:close/>
              </a:path>
              <a:path w="9475470" h="4709795">
                <a:moveTo>
                  <a:pt x="3330918" y="3058185"/>
                </a:moveTo>
                <a:lnTo>
                  <a:pt x="3330752" y="3055759"/>
                </a:lnTo>
                <a:lnTo>
                  <a:pt x="3328416" y="3051048"/>
                </a:lnTo>
                <a:lnTo>
                  <a:pt x="3326587" y="3049447"/>
                </a:lnTo>
                <a:lnTo>
                  <a:pt x="3321608" y="3047771"/>
                </a:lnTo>
                <a:lnTo>
                  <a:pt x="3319183" y="3047936"/>
                </a:lnTo>
                <a:lnTo>
                  <a:pt x="3314471" y="3050273"/>
                </a:lnTo>
                <a:lnTo>
                  <a:pt x="3312871" y="3052102"/>
                </a:lnTo>
                <a:lnTo>
                  <a:pt x="3311182" y="3057093"/>
                </a:lnTo>
                <a:lnTo>
                  <a:pt x="3311347" y="3059519"/>
                </a:lnTo>
                <a:lnTo>
                  <a:pt x="3313684" y="3064230"/>
                </a:lnTo>
                <a:lnTo>
                  <a:pt x="3315525" y="3065830"/>
                </a:lnTo>
                <a:lnTo>
                  <a:pt x="3320504" y="3067507"/>
                </a:lnTo>
                <a:lnTo>
                  <a:pt x="3322929" y="3067342"/>
                </a:lnTo>
                <a:lnTo>
                  <a:pt x="3327641" y="3065005"/>
                </a:lnTo>
                <a:lnTo>
                  <a:pt x="3329241" y="3063176"/>
                </a:lnTo>
                <a:lnTo>
                  <a:pt x="3330918" y="3058185"/>
                </a:lnTo>
                <a:close/>
              </a:path>
              <a:path w="9475470" h="4709795">
                <a:moveTo>
                  <a:pt x="3340963" y="1652651"/>
                </a:moveTo>
                <a:lnTo>
                  <a:pt x="3339274" y="1647659"/>
                </a:lnTo>
                <a:lnTo>
                  <a:pt x="3337687" y="1645831"/>
                </a:lnTo>
                <a:lnTo>
                  <a:pt x="3332975" y="1643494"/>
                </a:lnTo>
                <a:lnTo>
                  <a:pt x="3330549" y="1643329"/>
                </a:lnTo>
                <a:lnTo>
                  <a:pt x="3325558" y="1645005"/>
                </a:lnTo>
                <a:lnTo>
                  <a:pt x="3323729" y="1646605"/>
                </a:lnTo>
                <a:lnTo>
                  <a:pt x="3321393" y="1651317"/>
                </a:lnTo>
                <a:lnTo>
                  <a:pt x="3321227" y="1653743"/>
                </a:lnTo>
                <a:lnTo>
                  <a:pt x="3322904" y="1658721"/>
                </a:lnTo>
                <a:lnTo>
                  <a:pt x="3324504" y="1660563"/>
                </a:lnTo>
                <a:lnTo>
                  <a:pt x="3329216" y="1662899"/>
                </a:lnTo>
                <a:lnTo>
                  <a:pt x="3331641" y="1663065"/>
                </a:lnTo>
                <a:lnTo>
                  <a:pt x="3336620" y="1661388"/>
                </a:lnTo>
                <a:lnTo>
                  <a:pt x="3338449" y="1659788"/>
                </a:lnTo>
                <a:lnTo>
                  <a:pt x="3340798" y="1655076"/>
                </a:lnTo>
                <a:lnTo>
                  <a:pt x="3340963" y="1652651"/>
                </a:lnTo>
                <a:close/>
              </a:path>
              <a:path w="9475470" h="4709795">
                <a:moveTo>
                  <a:pt x="3365055" y="3041269"/>
                </a:moveTo>
                <a:lnTo>
                  <a:pt x="3364890" y="3038843"/>
                </a:lnTo>
                <a:lnTo>
                  <a:pt x="3362553" y="3034131"/>
                </a:lnTo>
                <a:lnTo>
                  <a:pt x="3360724" y="3032531"/>
                </a:lnTo>
                <a:lnTo>
                  <a:pt x="3355746" y="3030842"/>
                </a:lnTo>
                <a:lnTo>
                  <a:pt x="3353320" y="3031007"/>
                </a:lnTo>
                <a:lnTo>
                  <a:pt x="3348596" y="3033344"/>
                </a:lnTo>
                <a:lnTo>
                  <a:pt x="3347008" y="3035185"/>
                </a:lnTo>
                <a:lnTo>
                  <a:pt x="3345319" y="3040164"/>
                </a:lnTo>
                <a:lnTo>
                  <a:pt x="3345484" y="3042589"/>
                </a:lnTo>
                <a:lnTo>
                  <a:pt x="3347821" y="3047301"/>
                </a:lnTo>
                <a:lnTo>
                  <a:pt x="3349650" y="3048901"/>
                </a:lnTo>
                <a:lnTo>
                  <a:pt x="3354641" y="3050578"/>
                </a:lnTo>
                <a:lnTo>
                  <a:pt x="3357067" y="3050413"/>
                </a:lnTo>
                <a:lnTo>
                  <a:pt x="3361779" y="3048076"/>
                </a:lnTo>
                <a:lnTo>
                  <a:pt x="3363379" y="3046247"/>
                </a:lnTo>
                <a:lnTo>
                  <a:pt x="3365055" y="3041269"/>
                </a:lnTo>
                <a:close/>
              </a:path>
              <a:path w="9475470" h="4709795">
                <a:moveTo>
                  <a:pt x="3375088" y="1669592"/>
                </a:moveTo>
                <a:lnTo>
                  <a:pt x="3373412" y="1664601"/>
                </a:lnTo>
                <a:lnTo>
                  <a:pt x="3371812" y="1662772"/>
                </a:lnTo>
                <a:lnTo>
                  <a:pt x="3367100" y="1660436"/>
                </a:lnTo>
                <a:lnTo>
                  <a:pt x="3364674" y="1660271"/>
                </a:lnTo>
                <a:lnTo>
                  <a:pt x="3359683" y="1661947"/>
                </a:lnTo>
                <a:lnTo>
                  <a:pt x="3357854" y="1663547"/>
                </a:lnTo>
                <a:lnTo>
                  <a:pt x="3355517" y="1668259"/>
                </a:lnTo>
                <a:lnTo>
                  <a:pt x="3355352" y="1670685"/>
                </a:lnTo>
                <a:lnTo>
                  <a:pt x="3357029" y="1675663"/>
                </a:lnTo>
                <a:lnTo>
                  <a:pt x="3358629" y="1677504"/>
                </a:lnTo>
                <a:lnTo>
                  <a:pt x="3363341" y="1679841"/>
                </a:lnTo>
                <a:lnTo>
                  <a:pt x="3365766" y="1680006"/>
                </a:lnTo>
                <a:lnTo>
                  <a:pt x="3370745" y="1678330"/>
                </a:lnTo>
                <a:lnTo>
                  <a:pt x="3372586" y="1676730"/>
                </a:lnTo>
                <a:lnTo>
                  <a:pt x="3374923" y="1672018"/>
                </a:lnTo>
                <a:lnTo>
                  <a:pt x="3375088" y="1669592"/>
                </a:lnTo>
                <a:close/>
              </a:path>
              <a:path w="9475470" h="4709795">
                <a:moveTo>
                  <a:pt x="3399193" y="3024340"/>
                </a:moveTo>
                <a:lnTo>
                  <a:pt x="3399028" y="3021914"/>
                </a:lnTo>
                <a:lnTo>
                  <a:pt x="3396691" y="3017202"/>
                </a:lnTo>
                <a:lnTo>
                  <a:pt x="3394862" y="3015602"/>
                </a:lnTo>
                <a:lnTo>
                  <a:pt x="3389884" y="3013926"/>
                </a:lnTo>
                <a:lnTo>
                  <a:pt x="3387458" y="3014091"/>
                </a:lnTo>
                <a:lnTo>
                  <a:pt x="3382734" y="3016427"/>
                </a:lnTo>
                <a:lnTo>
                  <a:pt x="3381133" y="3018256"/>
                </a:lnTo>
                <a:lnTo>
                  <a:pt x="3379457" y="3023235"/>
                </a:lnTo>
                <a:lnTo>
                  <a:pt x="3379622" y="3025660"/>
                </a:lnTo>
                <a:lnTo>
                  <a:pt x="3381959" y="3030372"/>
                </a:lnTo>
                <a:lnTo>
                  <a:pt x="3383788" y="3031972"/>
                </a:lnTo>
                <a:lnTo>
                  <a:pt x="3388779" y="3033649"/>
                </a:lnTo>
                <a:lnTo>
                  <a:pt x="3391204" y="3033484"/>
                </a:lnTo>
                <a:lnTo>
                  <a:pt x="3395916" y="3031147"/>
                </a:lnTo>
                <a:lnTo>
                  <a:pt x="3397516" y="3029318"/>
                </a:lnTo>
                <a:lnTo>
                  <a:pt x="3399193" y="3024340"/>
                </a:lnTo>
                <a:close/>
              </a:path>
              <a:path w="9475470" h="4709795">
                <a:moveTo>
                  <a:pt x="3409213" y="1686534"/>
                </a:moveTo>
                <a:lnTo>
                  <a:pt x="3407537" y="1681543"/>
                </a:lnTo>
                <a:lnTo>
                  <a:pt x="3405936" y="1679714"/>
                </a:lnTo>
                <a:lnTo>
                  <a:pt x="3401225" y="1677377"/>
                </a:lnTo>
                <a:lnTo>
                  <a:pt x="3398799" y="1677212"/>
                </a:lnTo>
                <a:lnTo>
                  <a:pt x="3393821" y="1678889"/>
                </a:lnTo>
                <a:lnTo>
                  <a:pt x="3391979" y="1680489"/>
                </a:lnTo>
                <a:lnTo>
                  <a:pt x="3389642" y="1685201"/>
                </a:lnTo>
                <a:lnTo>
                  <a:pt x="3389477" y="1687626"/>
                </a:lnTo>
                <a:lnTo>
                  <a:pt x="3391154" y="1692605"/>
                </a:lnTo>
                <a:lnTo>
                  <a:pt x="3392754" y="1694446"/>
                </a:lnTo>
                <a:lnTo>
                  <a:pt x="3397466" y="1696783"/>
                </a:lnTo>
                <a:lnTo>
                  <a:pt x="3399891" y="1696948"/>
                </a:lnTo>
                <a:lnTo>
                  <a:pt x="3404882" y="1695272"/>
                </a:lnTo>
                <a:lnTo>
                  <a:pt x="3406711" y="1693672"/>
                </a:lnTo>
                <a:lnTo>
                  <a:pt x="3409048" y="1688960"/>
                </a:lnTo>
                <a:lnTo>
                  <a:pt x="3409213" y="1686534"/>
                </a:lnTo>
                <a:close/>
              </a:path>
              <a:path w="9475470" h="4709795">
                <a:moveTo>
                  <a:pt x="3433330" y="3007410"/>
                </a:moveTo>
                <a:lnTo>
                  <a:pt x="3433165" y="3004985"/>
                </a:lnTo>
                <a:lnTo>
                  <a:pt x="3430828" y="3000273"/>
                </a:lnTo>
                <a:lnTo>
                  <a:pt x="3429000" y="2998673"/>
                </a:lnTo>
                <a:lnTo>
                  <a:pt x="3424009" y="2996996"/>
                </a:lnTo>
                <a:lnTo>
                  <a:pt x="3421583" y="2997162"/>
                </a:lnTo>
                <a:lnTo>
                  <a:pt x="3416871" y="2999498"/>
                </a:lnTo>
                <a:lnTo>
                  <a:pt x="3415271" y="3001327"/>
                </a:lnTo>
                <a:lnTo>
                  <a:pt x="3413595" y="3006318"/>
                </a:lnTo>
                <a:lnTo>
                  <a:pt x="3413760" y="3008731"/>
                </a:lnTo>
                <a:lnTo>
                  <a:pt x="3416096" y="3013456"/>
                </a:lnTo>
                <a:lnTo>
                  <a:pt x="3417925" y="3015043"/>
                </a:lnTo>
                <a:lnTo>
                  <a:pt x="3422916" y="3016732"/>
                </a:lnTo>
                <a:lnTo>
                  <a:pt x="3425342" y="3016567"/>
                </a:lnTo>
                <a:lnTo>
                  <a:pt x="3430054" y="3014230"/>
                </a:lnTo>
                <a:lnTo>
                  <a:pt x="3431654" y="3012402"/>
                </a:lnTo>
                <a:lnTo>
                  <a:pt x="3433330" y="3007410"/>
                </a:lnTo>
                <a:close/>
              </a:path>
              <a:path w="9475470" h="4709795">
                <a:moveTo>
                  <a:pt x="3443338" y="1703476"/>
                </a:moveTo>
                <a:lnTo>
                  <a:pt x="3441662" y="1698485"/>
                </a:lnTo>
                <a:lnTo>
                  <a:pt x="3440061" y="1696656"/>
                </a:lnTo>
                <a:lnTo>
                  <a:pt x="3435350" y="1694319"/>
                </a:lnTo>
                <a:lnTo>
                  <a:pt x="3432924" y="1694154"/>
                </a:lnTo>
                <a:lnTo>
                  <a:pt x="3427946" y="1695831"/>
                </a:lnTo>
                <a:lnTo>
                  <a:pt x="3426117" y="1697431"/>
                </a:lnTo>
                <a:lnTo>
                  <a:pt x="3423767" y="1702142"/>
                </a:lnTo>
                <a:lnTo>
                  <a:pt x="3423602" y="1704568"/>
                </a:lnTo>
                <a:lnTo>
                  <a:pt x="3425291" y="1709547"/>
                </a:lnTo>
                <a:lnTo>
                  <a:pt x="3426879" y="1711388"/>
                </a:lnTo>
                <a:lnTo>
                  <a:pt x="3431590" y="1713725"/>
                </a:lnTo>
                <a:lnTo>
                  <a:pt x="3434016" y="1713890"/>
                </a:lnTo>
                <a:lnTo>
                  <a:pt x="3439007" y="1712214"/>
                </a:lnTo>
                <a:lnTo>
                  <a:pt x="3440836" y="1710613"/>
                </a:lnTo>
                <a:lnTo>
                  <a:pt x="3443173" y="1705902"/>
                </a:lnTo>
                <a:lnTo>
                  <a:pt x="3443338" y="1703476"/>
                </a:lnTo>
                <a:close/>
              </a:path>
              <a:path w="9475470" h="4709795">
                <a:moveTo>
                  <a:pt x="3467468" y="2990481"/>
                </a:moveTo>
                <a:lnTo>
                  <a:pt x="3467303" y="2988056"/>
                </a:lnTo>
                <a:lnTo>
                  <a:pt x="3464966" y="2983344"/>
                </a:lnTo>
                <a:lnTo>
                  <a:pt x="3463137" y="2981744"/>
                </a:lnTo>
                <a:lnTo>
                  <a:pt x="3458146" y="2980067"/>
                </a:lnTo>
                <a:lnTo>
                  <a:pt x="3455720" y="2980232"/>
                </a:lnTo>
                <a:lnTo>
                  <a:pt x="3451009" y="2982569"/>
                </a:lnTo>
                <a:lnTo>
                  <a:pt x="3449409" y="2984398"/>
                </a:lnTo>
                <a:lnTo>
                  <a:pt x="3447732" y="2989389"/>
                </a:lnTo>
                <a:lnTo>
                  <a:pt x="3447897" y="2991815"/>
                </a:lnTo>
                <a:lnTo>
                  <a:pt x="3450234" y="2996527"/>
                </a:lnTo>
                <a:lnTo>
                  <a:pt x="3452063" y="2998127"/>
                </a:lnTo>
                <a:lnTo>
                  <a:pt x="3457054" y="2999803"/>
                </a:lnTo>
                <a:lnTo>
                  <a:pt x="3459467" y="2999638"/>
                </a:lnTo>
                <a:lnTo>
                  <a:pt x="3464191" y="2997301"/>
                </a:lnTo>
                <a:lnTo>
                  <a:pt x="3465779" y="2995472"/>
                </a:lnTo>
                <a:lnTo>
                  <a:pt x="3467468" y="2990481"/>
                </a:lnTo>
                <a:close/>
              </a:path>
              <a:path w="9475470" h="4709795">
                <a:moveTo>
                  <a:pt x="3477476" y="1720418"/>
                </a:moveTo>
                <a:lnTo>
                  <a:pt x="3475786" y="1715427"/>
                </a:lnTo>
                <a:lnTo>
                  <a:pt x="3474199" y="1713598"/>
                </a:lnTo>
                <a:lnTo>
                  <a:pt x="3469487" y="1711261"/>
                </a:lnTo>
                <a:lnTo>
                  <a:pt x="3467062" y="1711096"/>
                </a:lnTo>
                <a:lnTo>
                  <a:pt x="3462070" y="1712772"/>
                </a:lnTo>
                <a:lnTo>
                  <a:pt x="3460242" y="1714373"/>
                </a:lnTo>
                <a:lnTo>
                  <a:pt x="3457905" y="1719084"/>
                </a:lnTo>
                <a:lnTo>
                  <a:pt x="3457740" y="1721510"/>
                </a:lnTo>
                <a:lnTo>
                  <a:pt x="3459416" y="1726488"/>
                </a:lnTo>
                <a:lnTo>
                  <a:pt x="3461016" y="1728330"/>
                </a:lnTo>
                <a:lnTo>
                  <a:pt x="3465728" y="1730667"/>
                </a:lnTo>
                <a:lnTo>
                  <a:pt x="3468154" y="1730832"/>
                </a:lnTo>
                <a:lnTo>
                  <a:pt x="3473132" y="1729155"/>
                </a:lnTo>
                <a:lnTo>
                  <a:pt x="3474961" y="1727555"/>
                </a:lnTo>
                <a:lnTo>
                  <a:pt x="3477310" y="1722843"/>
                </a:lnTo>
                <a:lnTo>
                  <a:pt x="3477476" y="1720418"/>
                </a:lnTo>
                <a:close/>
              </a:path>
              <a:path w="9475470" h="4709795">
                <a:moveTo>
                  <a:pt x="3501606" y="2973552"/>
                </a:moveTo>
                <a:lnTo>
                  <a:pt x="3501440" y="2971139"/>
                </a:lnTo>
                <a:lnTo>
                  <a:pt x="3499104" y="2966415"/>
                </a:lnTo>
                <a:lnTo>
                  <a:pt x="3497275" y="2964827"/>
                </a:lnTo>
                <a:lnTo>
                  <a:pt x="3492284" y="2963138"/>
                </a:lnTo>
                <a:lnTo>
                  <a:pt x="3489858" y="2963303"/>
                </a:lnTo>
                <a:lnTo>
                  <a:pt x="3485146" y="2965640"/>
                </a:lnTo>
                <a:lnTo>
                  <a:pt x="3483546" y="2967469"/>
                </a:lnTo>
                <a:lnTo>
                  <a:pt x="3481870" y="2972460"/>
                </a:lnTo>
                <a:lnTo>
                  <a:pt x="3482035" y="2974886"/>
                </a:lnTo>
                <a:lnTo>
                  <a:pt x="3484372" y="2979597"/>
                </a:lnTo>
                <a:lnTo>
                  <a:pt x="3486200" y="2981198"/>
                </a:lnTo>
                <a:lnTo>
                  <a:pt x="3491179" y="2982874"/>
                </a:lnTo>
                <a:lnTo>
                  <a:pt x="3493605" y="2982709"/>
                </a:lnTo>
                <a:lnTo>
                  <a:pt x="3498329" y="2980372"/>
                </a:lnTo>
                <a:lnTo>
                  <a:pt x="3499916" y="2978543"/>
                </a:lnTo>
                <a:lnTo>
                  <a:pt x="3501606" y="2973552"/>
                </a:lnTo>
                <a:close/>
              </a:path>
              <a:path w="9475470" h="4709795">
                <a:moveTo>
                  <a:pt x="3511600" y="1737360"/>
                </a:moveTo>
                <a:lnTo>
                  <a:pt x="3509924" y="1732368"/>
                </a:lnTo>
                <a:lnTo>
                  <a:pt x="3508324" y="1730540"/>
                </a:lnTo>
                <a:lnTo>
                  <a:pt x="3503612" y="1728203"/>
                </a:lnTo>
                <a:lnTo>
                  <a:pt x="3501186" y="1728038"/>
                </a:lnTo>
                <a:lnTo>
                  <a:pt x="3496195" y="1729714"/>
                </a:lnTo>
                <a:lnTo>
                  <a:pt x="3494367" y="1731314"/>
                </a:lnTo>
                <a:lnTo>
                  <a:pt x="3492030" y="1736026"/>
                </a:lnTo>
                <a:lnTo>
                  <a:pt x="3491865" y="1738452"/>
                </a:lnTo>
                <a:lnTo>
                  <a:pt x="3493541" y="1743430"/>
                </a:lnTo>
                <a:lnTo>
                  <a:pt x="3495141" y="1745272"/>
                </a:lnTo>
                <a:lnTo>
                  <a:pt x="3499853" y="1747608"/>
                </a:lnTo>
                <a:lnTo>
                  <a:pt x="3502279" y="1747774"/>
                </a:lnTo>
                <a:lnTo>
                  <a:pt x="3507270" y="1746097"/>
                </a:lnTo>
                <a:lnTo>
                  <a:pt x="3509099" y="1744497"/>
                </a:lnTo>
                <a:lnTo>
                  <a:pt x="3511435" y="1739785"/>
                </a:lnTo>
                <a:lnTo>
                  <a:pt x="3511600" y="1737360"/>
                </a:lnTo>
                <a:close/>
              </a:path>
              <a:path w="9475470" h="4709795">
                <a:moveTo>
                  <a:pt x="3535743" y="2956636"/>
                </a:moveTo>
                <a:lnTo>
                  <a:pt x="3535578" y="2954210"/>
                </a:lnTo>
                <a:lnTo>
                  <a:pt x="3533241" y="2949498"/>
                </a:lnTo>
                <a:lnTo>
                  <a:pt x="3531412" y="2947898"/>
                </a:lnTo>
                <a:lnTo>
                  <a:pt x="3526421" y="2946222"/>
                </a:lnTo>
                <a:lnTo>
                  <a:pt x="3523996" y="2946374"/>
                </a:lnTo>
                <a:lnTo>
                  <a:pt x="3519284" y="2948724"/>
                </a:lnTo>
                <a:lnTo>
                  <a:pt x="3517684" y="2950553"/>
                </a:lnTo>
                <a:lnTo>
                  <a:pt x="3516007" y="2955531"/>
                </a:lnTo>
                <a:lnTo>
                  <a:pt x="3516172" y="2957957"/>
                </a:lnTo>
                <a:lnTo>
                  <a:pt x="3518509" y="2962668"/>
                </a:lnTo>
                <a:lnTo>
                  <a:pt x="3520338" y="2964269"/>
                </a:lnTo>
                <a:lnTo>
                  <a:pt x="3525316" y="2965945"/>
                </a:lnTo>
                <a:lnTo>
                  <a:pt x="3527742" y="2965780"/>
                </a:lnTo>
                <a:lnTo>
                  <a:pt x="3532454" y="2963443"/>
                </a:lnTo>
                <a:lnTo>
                  <a:pt x="3534054" y="2961614"/>
                </a:lnTo>
                <a:lnTo>
                  <a:pt x="3535743" y="2956636"/>
                </a:lnTo>
                <a:close/>
              </a:path>
              <a:path w="9475470" h="4709795">
                <a:moveTo>
                  <a:pt x="3545725" y="1754301"/>
                </a:moveTo>
                <a:lnTo>
                  <a:pt x="3544049" y="1749310"/>
                </a:lnTo>
                <a:lnTo>
                  <a:pt x="3542449" y="1747481"/>
                </a:lnTo>
                <a:lnTo>
                  <a:pt x="3537737" y="1745145"/>
                </a:lnTo>
                <a:lnTo>
                  <a:pt x="3535311" y="1744980"/>
                </a:lnTo>
                <a:lnTo>
                  <a:pt x="3530333" y="1746656"/>
                </a:lnTo>
                <a:lnTo>
                  <a:pt x="3528491" y="1748256"/>
                </a:lnTo>
                <a:lnTo>
                  <a:pt x="3526155" y="1752968"/>
                </a:lnTo>
                <a:lnTo>
                  <a:pt x="3525990" y="1755394"/>
                </a:lnTo>
                <a:lnTo>
                  <a:pt x="3527666" y="1760372"/>
                </a:lnTo>
                <a:lnTo>
                  <a:pt x="3529266" y="1762213"/>
                </a:lnTo>
                <a:lnTo>
                  <a:pt x="3533978" y="1764550"/>
                </a:lnTo>
                <a:lnTo>
                  <a:pt x="3536404" y="1764715"/>
                </a:lnTo>
                <a:lnTo>
                  <a:pt x="3541395" y="1763039"/>
                </a:lnTo>
                <a:lnTo>
                  <a:pt x="3543223" y="1761439"/>
                </a:lnTo>
                <a:lnTo>
                  <a:pt x="3545560" y="1756727"/>
                </a:lnTo>
                <a:lnTo>
                  <a:pt x="3545725" y="1754301"/>
                </a:lnTo>
                <a:close/>
              </a:path>
              <a:path w="9475470" h="4709795">
                <a:moveTo>
                  <a:pt x="3569868" y="2939707"/>
                </a:moveTo>
                <a:lnTo>
                  <a:pt x="3569716" y="2937281"/>
                </a:lnTo>
                <a:lnTo>
                  <a:pt x="3567366" y="2932569"/>
                </a:lnTo>
                <a:lnTo>
                  <a:pt x="3565537" y="2930969"/>
                </a:lnTo>
                <a:lnTo>
                  <a:pt x="3560559" y="2929293"/>
                </a:lnTo>
                <a:lnTo>
                  <a:pt x="3558133" y="2929458"/>
                </a:lnTo>
                <a:lnTo>
                  <a:pt x="3553422" y="2931795"/>
                </a:lnTo>
                <a:lnTo>
                  <a:pt x="3551821" y="2933623"/>
                </a:lnTo>
                <a:lnTo>
                  <a:pt x="3550145" y="2938602"/>
                </a:lnTo>
                <a:lnTo>
                  <a:pt x="3550297" y="2941028"/>
                </a:lnTo>
                <a:lnTo>
                  <a:pt x="3552647" y="2945739"/>
                </a:lnTo>
                <a:lnTo>
                  <a:pt x="3554476" y="2947339"/>
                </a:lnTo>
                <a:lnTo>
                  <a:pt x="3559454" y="2949029"/>
                </a:lnTo>
                <a:lnTo>
                  <a:pt x="3561880" y="2948863"/>
                </a:lnTo>
                <a:lnTo>
                  <a:pt x="3566591" y="2946527"/>
                </a:lnTo>
                <a:lnTo>
                  <a:pt x="3568192" y="2944685"/>
                </a:lnTo>
                <a:lnTo>
                  <a:pt x="3569868" y="2939707"/>
                </a:lnTo>
                <a:close/>
              </a:path>
              <a:path w="9475470" h="4709795">
                <a:moveTo>
                  <a:pt x="3579850" y="1771243"/>
                </a:moveTo>
                <a:lnTo>
                  <a:pt x="3578174" y="1766252"/>
                </a:lnTo>
                <a:lnTo>
                  <a:pt x="3576586" y="1764423"/>
                </a:lnTo>
                <a:lnTo>
                  <a:pt x="3571862" y="1762086"/>
                </a:lnTo>
                <a:lnTo>
                  <a:pt x="3569436" y="1761921"/>
                </a:lnTo>
                <a:lnTo>
                  <a:pt x="3564458" y="1763598"/>
                </a:lnTo>
                <a:lnTo>
                  <a:pt x="3562629" y="1765198"/>
                </a:lnTo>
                <a:lnTo>
                  <a:pt x="3560292" y="1769910"/>
                </a:lnTo>
                <a:lnTo>
                  <a:pt x="3560127" y="1772335"/>
                </a:lnTo>
                <a:lnTo>
                  <a:pt x="3561804" y="1777314"/>
                </a:lnTo>
                <a:lnTo>
                  <a:pt x="3563391" y="1779155"/>
                </a:lnTo>
                <a:lnTo>
                  <a:pt x="3568115" y="1781492"/>
                </a:lnTo>
                <a:lnTo>
                  <a:pt x="3570528" y="1781657"/>
                </a:lnTo>
                <a:lnTo>
                  <a:pt x="3575520" y="1779981"/>
                </a:lnTo>
                <a:lnTo>
                  <a:pt x="3577348" y="1778381"/>
                </a:lnTo>
                <a:lnTo>
                  <a:pt x="3579685" y="1773669"/>
                </a:lnTo>
                <a:lnTo>
                  <a:pt x="3579850" y="1771243"/>
                </a:lnTo>
                <a:close/>
              </a:path>
              <a:path w="9475470" h="4709795">
                <a:moveTo>
                  <a:pt x="3604006" y="2922778"/>
                </a:moveTo>
                <a:lnTo>
                  <a:pt x="3603841" y="2920352"/>
                </a:lnTo>
                <a:lnTo>
                  <a:pt x="3601504" y="2915640"/>
                </a:lnTo>
                <a:lnTo>
                  <a:pt x="3599675" y="2914040"/>
                </a:lnTo>
                <a:lnTo>
                  <a:pt x="3594697" y="2912364"/>
                </a:lnTo>
                <a:lnTo>
                  <a:pt x="3592271" y="2912529"/>
                </a:lnTo>
                <a:lnTo>
                  <a:pt x="3587559" y="2914866"/>
                </a:lnTo>
                <a:lnTo>
                  <a:pt x="3585959" y="2916694"/>
                </a:lnTo>
                <a:lnTo>
                  <a:pt x="3584270" y="2921685"/>
                </a:lnTo>
                <a:lnTo>
                  <a:pt x="3584435" y="2924111"/>
                </a:lnTo>
                <a:lnTo>
                  <a:pt x="3586772" y="2928823"/>
                </a:lnTo>
                <a:lnTo>
                  <a:pt x="3588601" y="2930423"/>
                </a:lnTo>
                <a:lnTo>
                  <a:pt x="3593592" y="2932099"/>
                </a:lnTo>
                <a:lnTo>
                  <a:pt x="3596017" y="2931934"/>
                </a:lnTo>
                <a:lnTo>
                  <a:pt x="3600729" y="2929598"/>
                </a:lnTo>
                <a:lnTo>
                  <a:pt x="3602329" y="2927769"/>
                </a:lnTo>
                <a:lnTo>
                  <a:pt x="3604006" y="2922778"/>
                </a:lnTo>
                <a:close/>
              </a:path>
              <a:path w="9475470" h="4709795">
                <a:moveTo>
                  <a:pt x="3613988" y="1788185"/>
                </a:moveTo>
                <a:lnTo>
                  <a:pt x="3612311" y="1783194"/>
                </a:lnTo>
                <a:lnTo>
                  <a:pt x="3610711" y="1781365"/>
                </a:lnTo>
                <a:lnTo>
                  <a:pt x="3606000" y="1779028"/>
                </a:lnTo>
                <a:lnTo>
                  <a:pt x="3603574" y="1778863"/>
                </a:lnTo>
                <a:lnTo>
                  <a:pt x="3598583" y="1780540"/>
                </a:lnTo>
                <a:lnTo>
                  <a:pt x="3596754" y="1782140"/>
                </a:lnTo>
                <a:lnTo>
                  <a:pt x="3594417" y="1786851"/>
                </a:lnTo>
                <a:lnTo>
                  <a:pt x="3594252" y="1789277"/>
                </a:lnTo>
                <a:lnTo>
                  <a:pt x="3595928" y="1794256"/>
                </a:lnTo>
                <a:lnTo>
                  <a:pt x="3597529" y="1796084"/>
                </a:lnTo>
                <a:lnTo>
                  <a:pt x="3602240" y="1798434"/>
                </a:lnTo>
                <a:lnTo>
                  <a:pt x="3604666" y="1798599"/>
                </a:lnTo>
                <a:lnTo>
                  <a:pt x="3609644" y="1796923"/>
                </a:lnTo>
                <a:lnTo>
                  <a:pt x="3611486" y="1795322"/>
                </a:lnTo>
                <a:lnTo>
                  <a:pt x="3613823" y="1790611"/>
                </a:lnTo>
                <a:lnTo>
                  <a:pt x="3613988" y="1788185"/>
                </a:lnTo>
                <a:close/>
              </a:path>
              <a:path w="9475470" h="4709795">
                <a:moveTo>
                  <a:pt x="3638143" y="2905849"/>
                </a:moveTo>
                <a:lnTo>
                  <a:pt x="3637978" y="2903436"/>
                </a:lnTo>
                <a:lnTo>
                  <a:pt x="3635641" y="2898711"/>
                </a:lnTo>
                <a:lnTo>
                  <a:pt x="3633813" y="2897124"/>
                </a:lnTo>
                <a:lnTo>
                  <a:pt x="3628834" y="2895435"/>
                </a:lnTo>
                <a:lnTo>
                  <a:pt x="3626408" y="2895600"/>
                </a:lnTo>
                <a:lnTo>
                  <a:pt x="3621684" y="2897936"/>
                </a:lnTo>
                <a:lnTo>
                  <a:pt x="3620097" y="2899765"/>
                </a:lnTo>
                <a:lnTo>
                  <a:pt x="3618407" y="2904756"/>
                </a:lnTo>
                <a:lnTo>
                  <a:pt x="3618573" y="2907182"/>
                </a:lnTo>
                <a:lnTo>
                  <a:pt x="3620909" y="2911894"/>
                </a:lnTo>
                <a:lnTo>
                  <a:pt x="3622738" y="2913494"/>
                </a:lnTo>
                <a:lnTo>
                  <a:pt x="3627729" y="2915170"/>
                </a:lnTo>
                <a:lnTo>
                  <a:pt x="3630155" y="2915005"/>
                </a:lnTo>
                <a:lnTo>
                  <a:pt x="3634867" y="2912668"/>
                </a:lnTo>
                <a:lnTo>
                  <a:pt x="3636467" y="2910840"/>
                </a:lnTo>
                <a:lnTo>
                  <a:pt x="3638143" y="2905849"/>
                </a:lnTo>
                <a:close/>
              </a:path>
              <a:path w="9475470" h="4709795">
                <a:moveTo>
                  <a:pt x="3648113" y="1805127"/>
                </a:moveTo>
                <a:lnTo>
                  <a:pt x="3646436" y="1800136"/>
                </a:lnTo>
                <a:lnTo>
                  <a:pt x="3644836" y="1798307"/>
                </a:lnTo>
                <a:lnTo>
                  <a:pt x="3640124" y="1795970"/>
                </a:lnTo>
                <a:lnTo>
                  <a:pt x="3637699" y="1795805"/>
                </a:lnTo>
                <a:lnTo>
                  <a:pt x="3632708" y="1797481"/>
                </a:lnTo>
                <a:lnTo>
                  <a:pt x="3630879" y="1799082"/>
                </a:lnTo>
                <a:lnTo>
                  <a:pt x="3628542" y="1803793"/>
                </a:lnTo>
                <a:lnTo>
                  <a:pt x="3628377" y="1806219"/>
                </a:lnTo>
                <a:lnTo>
                  <a:pt x="3630053" y="1811197"/>
                </a:lnTo>
                <a:lnTo>
                  <a:pt x="3631654" y="1813026"/>
                </a:lnTo>
                <a:lnTo>
                  <a:pt x="3636365" y="1815376"/>
                </a:lnTo>
                <a:lnTo>
                  <a:pt x="3638791" y="1815541"/>
                </a:lnTo>
                <a:lnTo>
                  <a:pt x="3643782" y="1813864"/>
                </a:lnTo>
                <a:lnTo>
                  <a:pt x="3645611" y="1812264"/>
                </a:lnTo>
                <a:lnTo>
                  <a:pt x="3647948" y="1807552"/>
                </a:lnTo>
                <a:lnTo>
                  <a:pt x="3648113" y="1805127"/>
                </a:lnTo>
                <a:close/>
              </a:path>
              <a:path w="9475470" h="4709795">
                <a:moveTo>
                  <a:pt x="3672281" y="2888932"/>
                </a:moveTo>
                <a:lnTo>
                  <a:pt x="3672116" y="2886506"/>
                </a:lnTo>
                <a:lnTo>
                  <a:pt x="3669779" y="2881795"/>
                </a:lnTo>
                <a:lnTo>
                  <a:pt x="3667950" y="2880195"/>
                </a:lnTo>
                <a:lnTo>
                  <a:pt x="3662959" y="2878518"/>
                </a:lnTo>
                <a:lnTo>
                  <a:pt x="3660546" y="2878671"/>
                </a:lnTo>
                <a:lnTo>
                  <a:pt x="3655822" y="2881020"/>
                </a:lnTo>
                <a:lnTo>
                  <a:pt x="3654221" y="2882849"/>
                </a:lnTo>
                <a:lnTo>
                  <a:pt x="3652545" y="2887827"/>
                </a:lnTo>
                <a:lnTo>
                  <a:pt x="3652710" y="2890253"/>
                </a:lnTo>
                <a:lnTo>
                  <a:pt x="3655047" y="2894965"/>
                </a:lnTo>
                <a:lnTo>
                  <a:pt x="3656876" y="2896565"/>
                </a:lnTo>
                <a:lnTo>
                  <a:pt x="3661867" y="2898241"/>
                </a:lnTo>
                <a:lnTo>
                  <a:pt x="3664293" y="2898076"/>
                </a:lnTo>
                <a:lnTo>
                  <a:pt x="3669004" y="2895739"/>
                </a:lnTo>
                <a:lnTo>
                  <a:pt x="3670604" y="2893911"/>
                </a:lnTo>
                <a:lnTo>
                  <a:pt x="3672281" y="2888932"/>
                </a:lnTo>
                <a:close/>
              </a:path>
              <a:path w="9475470" h="4709795">
                <a:moveTo>
                  <a:pt x="3682238" y="1822069"/>
                </a:moveTo>
                <a:lnTo>
                  <a:pt x="3680561" y="1817077"/>
                </a:lnTo>
                <a:lnTo>
                  <a:pt x="3678961" y="1815249"/>
                </a:lnTo>
                <a:lnTo>
                  <a:pt x="3674249" y="1812912"/>
                </a:lnTo>
                <a:lnTo>
                  <a:pt x="3671824" y="1812747"/>
                </a:lnTo>
                <a:lnTo>
                  <a:pt x="3666845" y="1814423"/>
                </a:lnTo>
                <a:lnTo>
                  <a:pt x="3665004" y="1816023"/>
                </a:lnTo>
                <a:lnTo>
                  <a:pt x="3662667" y="1820735"/>
                </a:lnTo>
                <a:lnTo>
                  <a:pt x="3662502" y="1823161"/>
                </a:lnTo>
                <a:lnTo>
                  <a:pt x="3664178" y="1828139"/>
                </a:lnTo>
                <a:lnTo>
                  <a:pt x="3665778" y="1829968"/>
                </a:lnTo>
                <a:lnTo>
                  <a:pt x="3670490" y="1832317"/>
                </a:lnTo>
                <a:lnTo>
                  <a:pt x="3672916" y="1832483"/>
                </a:lnTo>
                <a:lnTo>
                  <a:pt x="3677907" y="1830806"/>
                </a:lnTo>
                <a:lnTo>
                  <a:pt x="3679736" y="1829206"/>
                </a:lnTo>
                <a:lnTo>
                  <a:pt x="3682073" y="1824494"/>
                </a:lnTo>
                <a:lnTo>
                  <a:pt x="3682238" y="1822069"/>
                </a:lnTo>
                <a:close/>
              </a:path>
              <a:path w="9475470" h="4709795">
                <a:moveTo>
                  <a:pt x="3706418" y="2872003"/>
                </a:moveTo>
                <a:lnTo>
                  <a:pt x="3706253" y="2869577"/>
                </a:lnTo>
                <a:lnTo>
                  <a:pt x="3703917" y="2864866"/>
                </a:lnTo>
                <a:lnTo>
                  <a:pt x="3702088" y="2863265"/>
                </a:lnTo>
                <a:lnTo>
                  <a:pt x="3697097" y="2861589"/>
                </a:lnTo>
                <a:lnTo>
                  <a:pt x="3694671" y="2861754"/>
                </a:lnTo>
                <a:lnTo>
                  <a:pt x="3689959" y="2864091"/>
                </a:lnTo>
                <a:lnTo>
                  <a:pt x="3688359" y="2865920"/>
                </a:lnTo>
                <a:lnTo>
                  <a:pt x="3686683" y="2870898"/>
                </a:lnTo>
                <a:lnTo>
                  <a:pt x="3686848" y="2873324"/>
                </a:lnTo>
                <a:lnTo>
                  <a:pt x="3689185" y="2878036"/>
                </a:lnTo>
                <a:lnTo>
                  <a:pt x="3691013" y="2879636"/>
                </a:lnTo>
                <a:lnTo>
                  <a:pt x="3696004" y="2881325"/>
                </a:lnTo>
                <a:lnTo>
                  <a:pt x="3698430" y="2881160"/>
                </a:lnTo>
                <a:lnTo>
                  <a:pt x="3703142" y="2878823"/>
                </a:lnTo>
                <a:lnTo>
                  <a:pt x="3704742" y="2876981"/>
                </a:lnTo>
                <a:lnTo>
                  <a:pt x="3706418" y="2872003"/>
                </a:lnTo>
                <a:close/>
              </a:path>
              <a:path w="9475470" h="4709795">
                <a:moveTo>
                  <a:pt x="3716363" y="1839010"/>
                </a:moveTo>
                <a:lnTo>
                  <a:pt x="3714686" y="1834019"/>
                </a:lnTo>
                <a:lnTo>
                  <a:pt x="3713099" y="1832190"/>
                </a:lnTo>
                <a:lnTo>
                  <a:pt x="3708374" y="1829854"/>
                </a:lnTo>
                <a:lnTo>
                  <a:pt x="3705961" y="1829689"/>
                </a:lnTo>
                <a:lnTo>
                  <a:pt x="3700970" y="1831365"/>
                </a:lnTo>
                <a:lnTo>
                  <a:pt x="3699141" y="1832965"/>
                </a:lnTo>
                <a:lnTo>
                  <a:pt x="3696805" y="1837677"/>
                </a:lnTo>
                <a:lnTo>
                  <a:pt x="3696639" y="1840103"/>
                </a:lnTo>
                <a:lnTo>
                  <a:pt x="3698316" y="1845081"/>
                </a:lnTo>
                <a:lnTo>
                  <a:pt x="3699903" y="1846910"/>
                </a:lnTo>
                <a:lnTo>
                  <a:pt x="3704628" y="1849259"/>
                </a:lnTo>
                <a:lnTo>
                  <a:pt x="3707041" y="1849424"/>
                </a:lnTo>
                <a:lnTo>
                  <a:pt x="3712032" y="1847748"/>
                </a:lnTo>
                <a:lnTo>
                  <a:pt x="3713861" y="1846148"/>
                </a:lnTo>
                <a:lnTo>
                  <a:pt x="3716197" y="1841436"/>
                </a:lnTo>
                <a:lnTo>
                  <a:pt x="3716363" y="1839010"/>
                </a:lnTo>
                <a:close/>
              </a:path>
              <a:path w="9475470" h="4709795">
                <a:moveTo>
                  <a:pt x="3740556" y="2855074"/>
                </a:moveTo>
                <a:lnTo>
                  <a:pt x="3740391" y="2852648"/>
                </a:lnTo>
                <a:lnTo>
                  <a:pt x="3738054" y="2847937"/>
                </a:lnTo>
                <a:lnTo>
                  <a:pt x="3736225" y="2846336"/>
                </a:lnTo>
                <a:lnTo>
                  <a:pt x="3731234" y="2844660"/>
                </a:lnTo>
                <a:lnTo>
                  <a:pt x="3728809" y="2844825"/>
                </a:lnTo>
                <a:lnTo>
                  <a:pt x="3724097" y="2847162"/>
                </a:lnTo>
                <a:lnTo>
                  <a:pt x="3722497" y="2848991"/>
                </a:lnTo>
                <a:lnTo>
                  <a:pt x="3720820" y="2853982"/>
                </a:lnTo>
                <a:lnTo>
                  <a:pt x="3720985" y="2856407"/>
                </a:lnTo>
                <a:lnTo>
                  <a:pt x="3723322" y="2861119"/>
                </a:lnTo>
                <a:lnTo>
                  <a:pt x="3725151" y="2862719"/>
                </a:lnTo>
                <a:lnTo>
                  <a:pt x="3730129" y="2864396"/>
                </a:lnTo>
                <a:lnTo>
                  <a:pt x="3732555" y="2864231"/>
                </a:lnTo>
                <a:lnTo>
                  <a:pt x="3737279" y="2861894"/>
                </a:lnTo>
                <a:lnTo>
                  <a:pt x="3738880" y="2860065"/>
                </a:lnTo>
                <a:lnTo>
                  <a:pt x="3740556" y="2855074"/>
                </a:lnTo>
                <a:close/>
              </a:path>
              <a:path w="9475470" h="4709795">
                <a:moveTo>
                  <a:pt x="3750500" y="1855952"/>
                </a:moveTo>
                <a:lnTo>
                  <a:pt x="3748824" y="1850961"/>
                </a:lnTo>
                <a:lnTo>
                  <a:pt x="3747224" y="1849132"/>
                </a:lnTo>
                <a:lnTo>
                  <a:pt x="3742512" y="1846795"/>
                </a:lnTo>
                <a:lnTo>
                  <a:pt x="3740086" y="1846630"/>
                </a:lnTo>
                <a:lnTo>
                  <a:pt x="3735095" y="1848307"/>
                </a:lnTo>
                <a:lnTo>
                  <a:pt x="3733266" y="1849907"/>
                </a:lnTo>
                <a:lnTo>
                  <a:pt x="3730929" y="1854619"/>
                </a:lnTo>
                <a:lnTo>
                  <a:pt x="3730764" y="1857044"/>
                </a:lnTo>
                <a:lnTo>
                  <a:pt x="3732441" y="1862023"/>
                </a:lnTo>
                <a:lnTo>
                  <a:pt x="3734041" y="1863852"/>
                </a:lnTo>
                <a:lnTo>
                  <a:pt x="3738753" y="1866201"/>
                </a:lnTo>
                <a:lnTo>
                  <a:pt x="3741178" y="1866366"/>
                </a:lnTo>
                <a:lnTo>
                  <a:pt x="3746157" y="1864690"/>
                </a:lnTo>
                <a:lnTo>
                  <a:pt x="3747998" y="1863090"/>
                </a:lnTo>
                <a:lnTo>
                  <a:pt x="3750335" y="1858378"/>
                </a:lnTo>
                <a:lnTo>
                  <a:pt x="3750500" y="1855952"/>
                </a:lnTo>
                <a:close/>
              </a:path>
              <a:path w="9475470" h="4709795">
                <a:moveTo>
                  <a:pt x="3774694" y="2838145"/>
                </a:moveTo>
                <a:lnTo>
                  <a:pt x="3774529" y="2835719"/>
                </a:lnTo>
                <a:lnTo>
                  <a:pt x="3772192" y="2831007"/>
                </a:lnTo>
                <a:lnTo>
                  <a:pt x="3770363" y="2829420"/>
                </a:lnTo>
                <a:lnTo>
                  <a:pt x="3765372" y="2827731"/>
                </a:lnTo>
                <a:lnTo>
                  <a:pt x="3762946" y="2827896"/>
                </a:lnTo>
                <a:lnTo>
                  <a:pt x="3758234" y="2830233"/>
                </a:lnTo>
                <a:lnTo>
                  <a:pt x="3756634" y="2832062"/>
                </a:lnTo>
                <a:lnTo>
                  <a:pt x="3754958" y="2837053"/>
                </a:lnTo>
                <a:lnTo>
                  <a:pt x="3755123" y="2839478"/>
                </a:lnTo>
                <a:lnTo>
                  <a:pt x="3757460" y="2844190"/>
                </a:lnTo>
                <a:lnTo>
                  <a:pt x="3759289" y="2845790"/>
                </a:lnTo>
                <a:lnTo>
                  <a:pt x="3764267" y="2847467"/>
                </a:lnTo>
                <a:lnTo>
                  <a:pt x="3766693" y="2847302"/>
                </a:lnTo>
                <a:lnTo>
                  <a:pt x="3771417" y="2844965"/>
                </a:lnTo>
                <a:lnTo>
                  <a:pt x="3773005" y="2843136"/>
                </a:lnTo>
                <a:lnTo>
                  <a:pt x="3774694" y="2838145"/>
                </a:lnTo>
                <a:close/>
              </a:path>
              <a:path w="9475470" h="4709795">
                <a:moveTo>
                  <a:pt x="3784625" y="1872894"/>
                </a:moveTo>
                <a:lnTo>
                  <a:pt x="3782949" y="1867903"/>
                </a:lnTo>
                <a:lnTo>
                  <a:pt x="3781348" y="1866074"/>
                </a:lnTo>
                <a:lnTo>
                  <a:pt x="3776637" y="1863737"/>
                </a:lnTo>
                <a:lnTo>
                  <a:pt x="3774211" y="1863572"/>
                </a:lnTo>
                <a:lnTo>
                  <a:pt x="3769220" y="1865249"/>
                </a:lnTo>
                <a:lnTo>
                  <a:pt x="3767391" y="1866849"/>
                </a:lnTo>
                <a:lnTo>
                  <a:pt x="3765054" y="1871560"/>
                </a:lnTo>
                <a:lnTo>
                  <a:pt x="3764889" y="1873986"/>
                </a:lnTo>
                <a:lnTo>
                  <a:pt x="3766566" y="1878965"/>
                </a:lnTo>
                <a:lnTo>
                  <a:pt x="3768166" y="1880793"/>
                </a:lnTo>
                <a:lnTo>
                  <a:pt x="3772878" y="1883143"/>
                </a:lnTo>
                <a:lnTo>
                  <a:pt x="3775303" y="1883308"/>
                </a:lnTo>
                <a:lnTo>
                  <a:pt x="3780294" y="1881632"/>
                </a:lnTo>
                <a:lnTo>
                  <a:pt x="3782123" y="1880031"/>
                </a:lnTo>
                <a:lnTo>
                  <a:pt x="3784460" y="1875320"/>
                </a:lnTo>
                <a:lnTo>
                  <a:pt x="3784625" y="1872894"/>
                </a:lnTo>
                <a:close/>
              </a:path>
              <a:path w="9475470" h="4709795">
                <a:moveTo>
                  <a:pt x="3808831" y="2821228"/>
                </a:moveTo>
                <a:lnTo>
                  <a:pt x="3808666" y="2818803"/>
                </a:lnTo>
                <a:lnTo>
                  <a:pt x="3806329" y="2814091"/>
                </a:lnTo>
                <a:lnTo>
                  <a:pt x="3804488" y="2812491"/>
                </a:lnTo>
                <a:lnTo>
                  <a:pt x="3799509" y="2810802"/>
                </a:lnTo>
                <a:lnTo>
                  <a:pt x="3797084" y="2810967"/>
                </a:lnTo>
                <a:lnTo>
                  <a:pt x="3792372" y="2813304"/>
                </a:lnTo>
                <a:lnTo>
                  <a:pt x="3790772" y="2815145"/>
                </a:lnTo>
                <a:lnTo>
                  <a:pt x="3789095" y="2820124"/>
                </a:lnTo>
                <a:lnTo>
                  <a:pt x="3789261" y="2822549"/>
                </a:lnTo>
                <a:lnTo>
                  <a:pt x="3791597" y="2827261"/>
                </a:lnTo>
                <a:lnTo>
                  <a:pt x="3793426" y="2828861"/>
                </a:lnTo>
                <a:lnTo>
                  <a:pt x="3798405" y="2830538"/>
                </a:lnTo>
                <a:lnTo>
                  <a:pt x="3800830" y="2830372"/>
                </a:lnTo>
                <a:lnTo>
                  <a:pt x="3805542" y="2828036"/>
                </a:lnTo>
                <a:lnTo>
                  <a:pt x="3807142" y="2826207"/>
                </a:lnTo>
                <a:lnTo>
                  <a:pt x="3808831" y="2821228"/>
                </a:lnTo>
                <a:close/>
              </a:path>
              <a:path w="9475470" h="4709795">
                <a:moveTo>
                  <a:pt x="3818750" y="1889836"/>
                </a:moveTo>
                <a:lnTo>
                  <a:pt x="3817074" y="1884845"/>
                </a:lnTo>
                <a:lnTo>
                  <a:pt x="3815473" y="1883016"/>
                </a:lnTo>
                <a:lnTo>
                  <a:pt x="3810762" y="1880679"/>
                </a:lnTo>
                <a:lnTo>
                  <a:pt x="3808336" y="1880514"/>
                </a:lnTo>
                <a:lnTo>
                  <a:pt x="3803358" y="1882190"/>
                </a:lnTo>
                <a:lnTo>
                  <a:pt x="3801529" y="1883791"/>
                </a:lnTo>
                <a:lnTo>
                  <a:pt x="3799179" y="1888502"/>
                </a:lnTo>
                <a:lnTo>
                  <a:pt x="3799014" y="1890928"/>
                </a:lnTo>
                <a:lnTo>
                  <a:pt x="3800691" y="1895906"/>
                </a:lnTo>
                <a:lnTo>
                  <a:pt x="3802291" y="1897735"/>
                </a:lnTo>
                <a:lnTo>
                  <a:pt x="3807002" y="1900085"/>
                </a:lnTo>
                <a:lnTo>
                  <a:pt x="3809428" y="1900250"/>
                </a:lnTo>
                <a:lnTo>
                  <a:pt x="3814419" y="1898561"/>
                </a:lnTo>
                <a:lnTo>
                  <a:pt x="3816248" y="1896973"/>
                </a:lnTo>
                <a:lnTo>
                  <a:pt x="3818585" y="1892261"/>
                </a:lnTo>
                <a:lnTo>
                  <a:pt x="3818750" y="1889836"/>
                </a:lnTo>
                <a:close/>
              </a:path>
              <a:path w="9475470" h="4709795">
                <a:moveTo>
                  <a:pt x="3842956" y="2804299"/>
                </a:moveTo>
                <a:lnTo>
                  <a:pt x="3842791" y="2801874"/>
                </a:lnTo>
                <a:lnTo>
                  <a:pt x="3840454" y="2797162"/>
                </a:lnTo>
                <a:lnTo>
                  <a:pt x="3838625" y="2795562"/>
                </a:lnTo>
                <a:lnTo>
                  <a:pt x="3833647" y="2793885"/>
                </a:lnTo>
                <a:lnTo>
                  <a:pt x="3831221" y="2794050"/>
                </a:lnTo>
                <a:lnTo>
                  <a:pt x="3826510" y="2796387"/>
                </a:lnTo>
                <a:lnTo>
                  <a:pt x="3824909" y="2798216"/>
                </a:lnTo>
                <a:lnTo>
                  <a:pt x="3823233" y="2803194"/>
                </a:lnTo>
                <a:lnTo>
                  <a:pt x="3823385" y="2805620"/>
                </a:lnTo>
                <a:lnTo>
                  <a:pt x="3825722" y="2810332"/>
                </a:lnTo>
                <a:lnTo>
                  <a:pt x="3827564" y="2811932"/>
                </a:lnTo>
                <a:lnTo>
                  <a:pt x="3832542" y="2813621"/>
                </a:lnTo>
                <a:lnTo>
                  <a:pt x="3834968" y="2813456"/>
                </a:lnTo>
                <a:lnTo>
                  <a:pt x="3839680" y="2811107"/>
                </a:lnTo>
                <a:lnTo>
                  <a:pt x="3841280" y="2809278"/>
                </a:lnTo>
                <a:lnTo>
                  <a:pt x="3842956" y="2804299"/>
                </a:lnTo>
                <a:close/>
              </a:path>
              <a:path w="9475470" h="4709795">
                <a:moveTo>
                  <a:pt x="3852888" y="1906778"/>
                </a:moveTo>
                <a:lnTo>
                  <a:pt x="3851198" y="1901786"/>
                </a:lnTo>
                <a:lnTo>
                  <a:pt x="3849611" y="1899958"/>
                </a:lnTo>
                <a:lnTo>
                  <a:pt x="3844887" y="1897621"/>
                </a:lnTo>
                <a:lnTo>
                  <a:pt x="3842474" y="1897456"/>
                </a:lnTo>
                <a:lnTo>
                  <a:pt x="3837482" y="1899132"/>
                </a:lnTo>
                <a:lnTo>
                  <a:pt x="3835654" y="1900732"/>
                </a:lnTo>
                <a:lnTo>
                  <a:pt x="3833317" y="1905444"/>
                </a:lnTo>
                <a:lnTo>
                  <a:pt x="3833152" y="1907870"/>
                </a:lnTo>
                <a:lnTo>
                  <a:pt x="3834828" y="1912848"/>
                </a:lnTo>
                <a:lnTo>
                  <a:pt x="3836428" y="1914677"/>
                </a:lnTo>
                <a:lnTo>
                  <a:pt x="3841140" y="1917026"/>
                </a:lnTo>
                <a:lnTo>
                  <a:pt x="3843566" y="1917192"/>
                </a:lnTo>
                <a:lnTo>
                  <a:pt x="3848544" y="1915502"/>
                </a:lnTo>
                <a:lnTo>
                  <a:pt x="3850373" y="1913915"/>
                </a:lnTo>
                <a:lnTo>
                  <a:pt x="3852722" y="1909203"/>
                </a:lnTo>
                <a:lnTo>
                  <a:pt x="3852888" y="1906778"/>
                </a:lnTo>
                <a:close/>
              </a:path>
              <a:path w="9475470" h="4709795">
                <a:moveTo>
                  <a:pt x="3877094" y="2787370"/>
                </a:moveTo>
                <a:lnTo>
                  <a:pt x="3876929" y="2784945"/>
                </a:lnTo>
                <a:lnTo>
                  <a:pt x="3874592" y="2780233"/>
                </a:lnTo>
                <a:lnTo>
                  <a:pt x="3872763" y="2778633"/>
                </a:lnTo>
                <a:lnTo>
                  <a:pt x="3867785" y="2776956"/>
                </a:lnTo>
                <a:lnTo>
                  <a:pt x="3865359" y="2777121"/>
                </a:lnTo>
                <a:lnTo>
                  <a:pt x="3860647" y="2779458"/>
                </a:lnTo>
                <a:lnTo>
                  <a:pt x="3859047" y="2781287"/>
                </a:lnTo>
                <a:lnTo>
                  <a:pt x="3857358" y="2786278"/>
                </a:lnTo>
                <a:lnTo>
                  <a:pt x="3857523" y="2788704"/>
                </a:lnTo>
                <a:lnTo>
                  <a:pt x="3859860" y="2793415"/>
                </a:lnTo>
                <a:lnTo>
                  <a:pt x="3861689" y="2795003"/>
                </a:lnTo>
                <a:lnTo>
                  <a:pt x="3866680" y="2796692"/>
                </a:lnTo>
                <a:lnTo>
                  <a:pt x="3869105" y="2796527"/>
                </a:lnTo>
                <a:lnTo>
                  <a:pt x="3873817" y="2794190"/>
                </a:lnTo>
                <a:lnTo>
                  <a:pt x="3875417" y="2792361"/>
                </a:lnTo>
                <a:lnTo>
                  <a:pt x="3877094" y="2787370"/>
                </a:lnTo>
                <a:close/>
              </a:path>
              <a:path w="9475470" h="4709795">
                <a:moveTo>
                  <a:pt x="3887012" y="1923719"/>
                </a:moveTo>
                <a:lnTo>
                  <a:pt x="3885336" y="1918728"/>
                </a:lnTo>
                <a:lnTo>
                  <a:pt x="3883736" y="1916899"/>
                </a:lnTo>
                <a:lnTo>
                  <a:pt x="3879024" y="1914563"/>
                </a:lnTo>
                <a:lnTo>
                  <a:pt x="3876598" y="1914398"/>
                </a:lnTo>
                <a:lnTo>
                  <a:pt x="3871607" y="1916074"/>
                </a:lnTo>
                <a:lnTo>
                  <a:pt x="3869779" y="1917674"/>
                </a:lnTo>
                <a:lnTo>
                  <a:pt x="3867442" y="1922386"/>
                </a:lnTo>
                <a:lnTo>
                  <a:pt x="3867277" y="1924812"/>
                </a:lnTo>
                <a:lnTo>
                  <a:pt x="3868953" y="1929790"/>
                </a:lnTo>
                <a:lnTo>
                  <a:pt x="3870553" y="1931619"/>
                </a:lnTo>
                <a:lnTo>
                  <a:pt x="3875265" y="1933968"/>
                </a:lnTo>
                <a:lnTo>
                  <a:pt x="3877691" y="1934133"/>
                </a:lnTo>
                <a:lnTo>
                  <a:pt x="3882669" y="1932444"/>
                </a:lnTo>
                <a:lnTo>
                  <a:pt x="3884511" y="1930857"/>
                </a:lnTo>
                <a:lnTo>
                  <a:pt x="3886847" y="1926145"/>
                </a:lnTo>
                <a:lnTo>
                  <a:pt x="3887012" y="1923719"/>
                </a:lnTo>
                <a:close/>
              </a:path>
              <a:path w="9475470" h="4709795">
                <a:moveTo>
                  <a:pt x="3911231" y="2770441"/>
                </a:moveTo>
                <a:lnTo>
                  <a:pt x="3911066" y="2768015"/>
                </a:lnTo>
                <a:lnTo>
                  <a:pt x="3908729" y="2763304"/>
                </a:lnTo>
                <a:lnTo>
                  <a:pt x="3906901" y="2761704"/>
                </a:lnTo>
                <a:lnTo>
                  <a:pt x="3901922" y="2760027"/>
                </a:lnTo>
                <a:lnTo>
                  <a:pt x="3899497" y="2760192"/>
                </a:lnTo>
                <a:lnTo>
                  <a:pt x="3894772" y="2762529"/>
                </a:lnTo>
                <a:lnTo>
                  <a:pt x="3893185" y="2764358"/>
                </a:lnTo>
                <a:lnTo>
                  <a:pt x="3891496" y="2769349"/>
                </a:lnTo>
                <a:lnTo>
                  <a:pt x="3891661" y="2771775"/>
                </a:lnTo>
                <a:lnTo>
                  <a:pt x="3893997" y="2776486"/>
                </a:lnTo>
                <a:lnTo>
                  <a:pt x="3895826" y="2778087"/>
                </a:lnTo>
                <a:lnTo>
                  <a:pt x="3900817" y="2779763"/>
                </a:lnTo>
                <a:lnTo>
                  <a:pt x="3903243" y="2779598"/>
                </a:lnTo>
                <a:lnTo>
                  <a:pt x="3907955" y="2777261"/>
                </a:lnTo>
                <a:lnTo>
                  <a:pt x="3909555" y="2775432"/>
                </a:lnTo>
                <a:lnTo>
                  <a:pt x="3911231" y="2770441"/>
                </a:lnTo>
                <a:close/>
              </a:path>
              <a:path w="9475470" h="4709795">
                <a:moveTo>
                  <a:pt x="3921137" y="1940661"/>
                </a:moveTo>
                <a:lnTo>
                  <a:pt x="3919461" y="1935670"/>
                </a:lnTo>
                <a:lnTo>
                  <a:pt x="3917861" y="1933841"/>
                </a:lnTo>
                <a:lnTo>
                  <a:pt x="3913149" y="1931504"/>
                </a:lnTo>
                <a:lnTo>
                  <a:pt x="3910723" y="1931339"/>
                </a:lnTo>
                <a:lnTo>
                  <a:pt x="3905745" y="1933016"/>
                </a:lnTo>
                <a:lnTo>
                  <a:pt x="3903903" y="1934616"/>
                </a:lnTo>
                <a:lnTo>
                  <a:pt x="3901567" y="1939328"/>
                </a:lnTo>
                <a:lnTo>
                  <a:pt x="3901402" y="1941753"/>
                </a:lnTo>
                <a:lnTo>
                  <a:pt x="3903078" y="1946732"/>
                </a:lnTo>
                <a:lnTo>
                  <a:pt x="3904678" y="1948561"/>
                </a:lnTo>
                <a:lnTo>
                  <a:pt x="3909390" y="1950910"/>
                </a:lnTo>
                <a:lnTo>
                  <a:pt x="3911816" y="1951075"/>
                </a:lnTo>
                <a:lnTo>
                  <a:pt x="3916807" y="1949386"/>
                </a:lnTo>
                <a:lnTo>
                  <a:pt x="3918635" y="1947799"/>
                </a:lnTo>
                <a:lnTo>
                  <a:pt x="3920972" y="1943087"/>
                </a:lnTo>
                <a:lnTo>
                  <a:pt x="3921137" y="1940661"/>
                </a:lnTo>
                <a:close/>
              </a:path>
              <a:path w="9475470" h="4709795">
                <a:moveTo>
                  <a:pt x="3945369" y="2753525"/>
                </a:moveTo>
                <a:lnTo>
                  <a:pt x="3945204" y="2751099"/>
                </a:lnTo>
                <a:lnTo>
                  <a:pt x="3942867" y="2746387"/>
                </a:lnTo>
                <a:lnTo>
                  <a:pt x="3941038" y="2744787"/>
                </a:lnTo>
                <a:lnTo>
                  <a:pt x="3936047" y="2743098"/>
                </a:lnTo>
                <a:lnTo>
                  <a:pt x="3933634" y="2743263"/>
                </a:lnTo>
                <a:lnTo>
                  <a:pt x="3928910" y="2745600"/>
                </a:lnTo>
                <a:lnTo>
                  <a:pt x="3927310" y="2747441"/>
                </a:lnTo>
                <a:lnTo>
                  <a:pt x="3925633" y="2752420"/>
                </a:lnTo>
                <a:lnTo>
                  <a:pt x="3925798" y="2754846"/>
                </a:lnTo>
                <a:lnTo>
                  <a:pt x="3928135" y="2759557"/>
                </a:lnTo>
                <a:lnTo>
                  <a:pt x="3929964" y="2761157"/>
                </a:lnTo>
                <a:lnTo>
                  <a:pt x="3934955" y="2762834"/>
                </a:lnTo>
                <a:lnTo>
                  <a:pt x="3937381" y="2762669"/>
                </a:lnTo>
                <a:lnTo>
                  <a:pt x="3942092" y="2760332"/>
                </a:lnTo>
                <a:lnTo>
                  <a:pt x="3943693" y="2758503"/>
                </a:lnTo>
                <a:lnTo>
                  <a:pt x="3945369" y="2753525"/>
                </a:lnTo>
                <a:close/>
              </a:path>
              <a:path w="9475470" h="4709795">
                <a:moveTo>
                  <a:pt x="3955262" y="1957603"/>
                </a:moveTo>
                <a:lnTo>
                  <a:pt x="3953586" y="1952612"/>
                </a:lnTo>
                <a:lnTo>
                  <a:pt x="3951986" y="1950783"/>
                </a:lnTo>
                <a:lnTo>
                  <a:pt x="3947274" y="1948446"/>
                </a:lnTo>
                <a:lnTo>
                  <a:pt x="3944848" y="1948281"/>
                </a:lnTo>
                <a:lnTo>
                  <a:pt x="3939870" y="1949958"/>
                </a:lnTo>
                <a:lnTo>
                  <a:pt x="3938041" y="1951558"/>
                </a:lnTo>
                <a:lnTo>
                  <a:pt x="3935692" y="1956269"/>
                </a:lnTo>
                <a:lnTo>
                  <a:pt x="3935526" y="1958682"/>
                </a:lnTo>
                <a:lnTo>
                  <a:pt x="3937216" y="1963674"/>
                </a:lnTo>
                <a:lnTo>
                  <a:pt x="3938803" y="1965502"/>
                </a:lnTo>
                <a:lnTo>
                  <a:pt x="3943515" y="1967852"/>
                </a:lnTo>
                <a:lnTo>
                  <a:pt x="3945940" y="1968017"/>
                </a:lnTo>
                <a:lnTo>
                  <a:pt x="3950932" y="1966328"/>
                </a:lnTo>
                <a:lnTo>
                  <a:pt x="3952760" y="1964740"/>
                </a:lnTo>
                <a:lnTo>
                  <a:pt x="3955097" y="1960029"/>
                </a:lnTo>
                <a:lnTo>
                  <a:pt x="3955262" y="1957603"/>
                </a:lnTo>
                <a:close/>
              </a:path>
              <a:path w="9475470" h="4709795">
                <a:moveTo>
                  <a:pt x="3979507" y="2736596"/>
                </a:moveTo>
                <a:lnTo>
                  <a:pt x="3979341" y="2734170"/>
                </a:lnTo>
                <a:lnTo>
                  <a:pt x="3977005" y="2729458"/>
                </a:lnTo>
                <a:lnTo>
                  <a:pt x="3975176" y="2727858"/>
                </a:lnTo>
                <a:lnTo>
                  <a:pt x="3970185" y="2726182"/>
                </a:lnTo>
                <a:lnTo>
                  <a:pt x="3967759" y="2726347"/>
                </a:lnTo>
                <a:lnTo>
                  <a:pt x="3963047" y="2728684"/>
                </a:lnTo>
                <a:lnTo>
                  <a:pt x="3961447" y="2730512"/>
                </a:lnTo>
                <a:lnTo>
                  <a:pt x="3959771" y="2735491"/>
                </a:lnTo>
                <a:lnTo>
                  <a:pt x="3959936" y="2737916"/>
                </a:lnTo>
                <a:lnTo>
                  <a:pt x="3962273" y="2742628"/>
                </a:lnTo>
                <a:lnTo>
                  <a:pt x="3964101" y="2744228"/>
                </a:lnTo>
                <a:lnTo>
                  <a:pt x="3969093" y="2745905"/>
                </a:lnTo>
                <a:lnTo>
                  <a:pt x="3971518" y="2745752"/>
                </a:lnTo>
                <a:lnTo>
                  <a:pt x="3976230" y="2743403"/>
                </a:lnTo>
                <a:lnTo>
                  <a:pt x="3977830" y="2741574"/>
                </a:lnTo>
                <a:lnTo>
                  <a:pt x="3979507" y="2736596"/>
                </a:lnTo>
                <a:close/>
              </a:path>
              <a:path w="9475470" h="4709795">
                <a:moveTo>
                  <a:pt x="3989400" y="1974545"/>
                </a:moveTo>
                <a:lnTo>
                  <a:pt x="3987723" y="1969554"/>
                </a:lnTo>
                <a:lnTo>
                  <a:pt x="3986123" y="1967725"/>
                </a:lnTo>
                <a:lnTo>
                  <a:pt x="3981412" y="1965388"/>
                </a:lnTo>
                <a:lnTo>
                  <a:pt x="3978986" y="1965223"/>
                </a:lnTo>
                <a:lnTo>
                  <a:pt x="3973995" y="1966899"/>
                </a:lnTo>
                <a:lnTo>
                  <a:pt x="3972166" y="1968500"/>
                </a:lnTo>
                <a:lnTo>
                  <a:pt x="3969829" y="1973211"/>
                </a:lnTo>
                <a:lnTo>
                  <a:pt x="3969664" y="1975624"/>
                </a:lnTo>
                <a:lnTo>
                  <a:pt x="3971340" y="1980615"/>
                </a:lnTo>
                <a:lnTo>
                  <a:pt x="3972941" y="1982444"/>
                </a:lnTo>
                <a:lnTo>
                  <a:pt x="3977652" y="1984794"/>
                </a:lnTo>
                <a:lnTo>
                  <a:pt x="3980078" y="1984959"/>
                </a:lnTo>
                <a:lnTo>
                  <a:pt x="3985056" y="1983270"/>
                </a:lnTo>
                <a:lnTo>
                  <a:pt x="3986885" y="1981682"/>
                </a:lnTo>
                <a:lnTo>
                  <a:pt x="3989235" y="1976970"/>
                </a:lnTo>
                <a:lnTo>
                  <a:pt x="3989400" y="1974545"/>
                </a:lnTo>
                <a:close/>
              </a:path>
              <a:path w="9475470" h="4709795">
                <a:moveTo>
                  <a:pt x="4013644" y="2719667"/>
                </a:moveTo>
                <a:lnTo>
                  <a:pt x="4013479" y="2717241"/>
                </a:lnTo>
                <a:lnTo>
                  <a:pt x="4011142" y="2712529"/>
                </a:lnTo>
                <a:lnTo>
                  <a:pt x="4009313" y="2710929"/>
                </a:lnTo>
                <a:lnTo>
                  <a:pt x="4004322" y="2709253"/>
                </a:lnTo>
                <a:lnTo>
                  <a:pt x="4001897" y="2709418"/>
                </a:lnTo>
                <a:lnTo>
                  <a:pt x="3997185" y="2711754"/>
                </a:lnTo>
                <a:lnTo>
                  <a:pt x="3995585" y="2713583"/>
                </a:lnTo>
                <a:lnTo>
                  <a:pt x="3993908" y="2718574"/>
                </a:lnTo>
                <a:lnTo>
                  <a:pt x="3994073" y="2720987"/>
                </a:lnTo>
                <a:lnTo>
                  <a:pt x="3996410" y="2725712"/>
                </a:lnTo>
                <a:lnTo>
                  <a:pt x="3998239" y="2727299"/>
                </a:lnTo>
                <a:lnTo>
                  <a:pt x="4003217" y="2728988"/>
                </a:lnTo>
                <a:lnTo>
                  <a:pt x="4005643" y="2728823"/>
                </a:lnTo>
                <a:lnTo>
                  <a:pt x="4010368" y="2726486"/>
                </a:lnTo>
                <a:lnTo>
                  <a:pt x="4011955" y="2724658"/>
                </a:lnTo>
                <a:lnTo>
                  <a:pt x="4013644" y="2719667"/>
                </a:lnTo>
                <a:close/>
              </a:path>
              <a:path w="9475470" h="4709795">
                <a:moveTo>
                  <a:pt x="4023525" y="1991487"/>
                </a:moveTo>
                <a:lnTo>
                  <a:pt x="4021848" y="1986495"/>
                </a:lnTo>
                <a:lnTo>
                  <a:pt x="4020248" y="1984667"/>
                </a:lnTo>
                <a:lnTo>
                  <a:pt x="4015536" y="1982330"/>
                </a:lnTo>
                <a:lnTo>
                  <a:pt x="4013111" y="1982165"/>
                </a:lnTo>
                <a:lnTo>
                  <a:pt x="4008120" y="1983841"/>
                </a:lnTo>
                <a:lnTo>
                  <a:pt x="4006291" y="1985441"/>
                </a:lnTo>
                <a:lnTo>
                  <a:pt x="4003954" y="1990153"/>
                </a:lnTo>
                <a:lnTo>
                  <a:pt x="4003789" y="1992566"/>
                </a:lnTo>
                <a:lnTo>
                  <a:pt x="4005465" y="1997557"/>
                </a:lnTo>
                <a:lnTo>
                  <a:pt x="4007066" y="1999386"/>
                </a:lnTo>
                <a:lnTo>
                  <a:pt x="4011777" y="2001723"/>
                </a:lnTo>
                <a:lnTo>
                  <a:pt x="4014203" y="2001888"/>
                </a:lnTo>
                <a:lnTo>
                  <a:pt x="4019181" y="2000211"/>
                </a:lnTo>
                <a:lnTo>
                  <a:pt x="4021023" y="1998624"/>
                </a:lnTo>
                <a:lnTo>
                  <a:pt x="4023360" y="1993912"/>
                </a:lnTo>
                <a:lnTo>
                  <a:pt x="4023525" y="1991487"/>
                </a:lnTo>
                <a:close/>
              </a:path>
              <a:path w="9475470" h="4709795">
                <a:moveTo>
                  <a:pt x="4047782" y="2702737"/>
                </a:moveTo>
                <a:lnTo>
                  <a:pt x="4047617" y="2700312"/>
                </a:lnTo>
                <a:lnTo>
                  <a:pt x="4045280" y="2695600"/>
                </a:lnTo>
                <a:lnTo>
                  <a:pt x="4043451" y="2694000"/>
                </a:lnTo>
                <a:lnTo>
                  <a:pt x="4038460" y="2692323"/>
                </a:lnTo>
                <a:lnTo>
                  <a:pt x="4036034" y="2692489"/>
                </a:lnTo>
                <a:lnTo>
                  <a:pt x="4031323" y="2694825"/>
                </a:lnTo>
                <a:lnTo>
                  <a:pt x="4029722" y="2696654"/>
                </a:lnTo>
                <a:lnTo>
                  <a:pt x="4028046" y="2701645"/>
                </a:lnTo>
                <a:lnTo>
                  <a:pt x="4028211" y="2704071"/>
                </a:lnTo>
                <a:lnTo>
                  <a:pt x="4030548" y="2708783"/>
                </a:lnTo>
                <a:lnTo>
                  <a:pt x="4032377" y="2710383"/>
                </a:lnTo>
                <a:lnTo>
                  <a:pt x="4037355" y="2712059"/>
                </a:lnTo>
                <a:lnTo>
                  <a:pt x="4039781" y="2711894"/>
                </a:lnTo>
                <a:lnTo>
                  <a:pt x="4044492" y="2709557"/>
                </a:lnTo>
                <a:lnTo>
                  <a:pt x="4046093" y="2707729"/>
                </a:lnTo>
                <a:lnTo>
                  <a:pt x="4047782" y="2702737"/>
                </a:lnTo>
                <a:close/>
              </a:path>
              <a:path w="9475470" h="4709795">
                <a:moveTo>
                  <a:pt x="4057650" y="2008428"/>
                </a:moveTo>
                <a:lnTo>
                  <a:pt x="4055973" y="2003437"/>
                </a:lnTo>
                <a:lnTo>
                  <a:pt x="4054373" y="2001608"/>
                </a:lnTo>
                <a:lnTo>
                  <a:pt x="4049661" y="1999272"/>
                </a:lnTo>
                <a:lnTo>
                  <a:pt x="4047236" y="1999107"/>
                </a:lnTo>
                <a:lnTo>
                  <a:pt x="4042257" y="2000783"/>
                </a:lnTo>
                <a:lnTo>
                  <a:pt x="4040416" y="2002383"/>
                </a:lnTo>
                <a:lnTo>
                  <a:pt x="4038079" y="2007095"/>
                </a:lnTo>
                <a:lnTo>
                  <a:pt x="4037914" y="2009508"/>
                </a:lnTo>
                <a:lnTo>
                  <a:pt x="4039590" y="2014499"/>
                </a:lnTo>
                <a:lnTo>
                  <a:pt x="4041190" y="2016328"/>
                </a:lnTo>
                <a:lnTo>
                  <a:pt x="4045902" y="2018665"/>
                </a:lnTo>
                <a:lnTo>
                  <a:pt x="4048328" y="2018830"/>
                </a:lnTo>
                <a:lnTo>
                  <a:pt x="4053319" y="2017153"/>
                </a:lnTo>
                <a:lnTo>
                  <a:pt x="4055148" y="2015566"/>
                </a:lnTo>
                <a:lnTo>
                  <a:pt x="4057485" y="2010854"/>
                </a:lnTo>
                <a:lnTo>
                  <a:pt x="4057650" y="2008428"/>
                </a:lnTo>
                <a:close/>
              </a:path>
              <a:path w="9475470" h="4709795">
                <a:moveTo>
                  <a:pt x="4081907" y="2685821"/>
                </a:moveTo>
                <a:lnTo>
                  <a:pt x="4081754" y="2683395"/>
                </a:lnTo>
                <a:lnTo>
                  <a:pt x="4079417" y="2678684"/>
                </a:lnTo>
                <a:lnTo>
                  <a:pt x="4077576" y="2677083"/>
                </a:lnTo>
                <a:lnTo>
                  <a:pt x="4072598" y="2675394"/>
                </a:lnTo>
                <a:lnTo>
                  <a:pt x="4070172" y="2675559"/>
                </a:lnTo>
                <a:lnTo>
                  <a:pt x="4065460" y="2677896"/>
                </a:lnTo>
                <a:lnTo>
                  <a:pt x="4063860" y="2679738"/>
                </a:lnTo>
                <a:lnTo>
                  <a:pt x="4062184" y="2684716"/>
                </a:lnTo>
                <a:lnTo>
                  <a:pt x="4062349" y="2687142"/>
                </a:lnTo>
                <a:lnTo>
                  <a:pt x="4064685" y="2691854"/>
                </a:lnTo>
                <a:lnTo>
                  <a:pt x="4066514" y="2693454"/>
                </a:lnTo>
                <a:lnTo>
                  <a:pt x="4071493" y="2695130"/>
                </a:lnTo>
                <a:lnTo>
                  <a:pt x="4073918" y="2694965"/>
                </a:lnTo>
                <a:lnTo>
                  <a:pt x="4078630" y="2692628"/>
                </a:lnTo>
                <a:lnTo>
                  <a:pt x="4080230" y="2690799"/>
                </a:lnTo>
                <a:lnTo>
                  <a:pt x="4081907" y="2685821"/>
                </a:lnTo>
                <a:close/>
              </a:path>
              <a:path w="9475470" h="4709795">
                <a:moveTo>
                  <a:pt x="4091775" y="2025370"/>
                </a:moveTo>
                <a:lnTo>
                  <a:pt x="4090098" y="2020379"/>
                </a:lnTo>
                <a:lnTo>
                  <a:pt x="4088498" y="2018550"/>
                </a:lnTo>
                <a:lnTo>
                  <a:pt x="4083786" y="2016213"/>
                </a:lnTo>
                <a:lnTo>
                  <a:pt x="4081361" y="2016048"/>
                </a:lnTo>
                <a:lnTo>
                  <a:pt x="4076382" y="2017725"/>
                </a:lnTo>
                <a:lnTo>
                  <a:pt x="4074553" y="2019325"/>
                </a:lnTo>
                <a:lnTo>
                  <a:pt x="4072217" y="2024037"/>
                </a:lnTo>
                <a:lnTo>
                  <a:pt x="4072039" y="2026450"/>
                </a:lnTo>
                <a:lnTo>
                  <a:pt x="4073728" y="2031441"/>
                </a:lnTo>
                <a:lnTo>
                  <a:pt x="4075315" y="2033270"/>
                </a:lnTo>
                <a:lnTo>
                  <a:pt x="4080040" y="2035606"/>
                </a:lnTo>
                <a:lnTo>
                  <a:pt x="4082453" y="2035771"/>
                </a:lnTo>
                <a:lnTo>
                  <a:pt x="4087444" y="2034095"/>
                </a:lnTo>
                <a:lnTo>
                  <a:pt x="4089273" y="2032508"/>
                </a:lnTo>
                <a:lnTo>
                  <a:pt x="4091609" y="2027796"/>
                </a:lnTo>
                <a:lnTo>
                  <a:pt x="4091775" y="2025370"/>
                </a:lnTo>
                <a:close/>
              </a:path>
              <a:path w="9475470" h="4709795">
                <a:moveTo>
                  <a:pt x="4116044" y="2668892"/>
                </a:moveTo>
                <a:lnTo>
                  <a:pt x="4115879" y="2666466"/>
                </a:lnTo>
                <a:lnTo>
                  <a:pt x="4113542" y="2661755"/>
                </a:lnTo>
                <a:lnTo>
                  <a:pt x="4111714" y="2660154"/>
                </a:lnTo>
                <a:lnTo>
                  <a:pt x="4106735" y="2658478"/>
                </a:lnTo>
                <a:lnTo>
                  <a:pt x="4104309" y="2658643"/>
                </a:lnTo>
                <a:lnTo>
                  <a:pt x="4099598" y="2660980"/>
                </a:lnTo>
                <a:lnTo>
                  <a:pt x="4097998" y="2662809"/>
                </a:lnTo>
                <a:lnTo>
                  <a:pt x="4096308" y="2667787"/>
                </a:lnTo>
                <a:lnTo>
                  <a:pt x="4096474" y="2670213"/>
                </a:lnTo>
                <a:lnTo>
                  <a:pt x="4098810" y="2674924"/>
                </a:lnTo>
                <a:lnTo>
                  <a:pt x="4100652" y="2676525"/>
                </a:lnTo>
                <a:lnTo>
                  <a:pt x="4105630" y="2678201"/>
                </a:lnTo>
                <a:lnTo>
                  <a:pt x="4108056" y="2678049"/>
                </a:lnTo>
                <a:lnTo>
                  <a:pt x="4112768" y="2675699"/>
                </a:lnTo>
                <a:lnTo>
                  <a:pt x="4114368" y="2673870"/>
                </a:lnTo>
                <a:lnTo>
                  <a:pt x="4116044" y="2668892"/>
                </a:lnTo>
                <a:close/>
              </a:path>
              <a:path w="9475470" h="4709795">
                <a:moveTo>
                  <a:pt x="4125912" y="2042312"/>
                </a:moveTo>
                <a:lnTo>
                  <a:pt x="4124236" y="2037321"/>
                </a:lnTo>
                <a:lnTo>
                  <a:pt x="4122636" y="2035492"/>
                </a:lnTo>
                <a:lnTo>
                  <a:pt x="4117924" y="2033155"/>
                </a:lnTo>
                <a:lnTo>
                  <a:pt x="4115498" y="2032990"/>
                </a:lnTo>
                <a:lnTo>
                  <a:pt x="4110507" y="2034667"/>
                </a:lnTo>
                <a:lnTo>
                  <a:pt x="4108678" y="2036254"/>
                </a:lnTo>
                <a:lnTo>
                  <a:pt x="4106341" y="2040966"/>
                </a:lnTo>
                <a:lnTo>
                  <a:pt x="4106176" y="2043391"/>
                </a:lnTo>
                <a:lnTo>
                  <a:pt x="4107853" y="2048383"/>
                </a:lnTo>
                <a:lnTo>
                  <a:pt x="4109453" y="2050211"/>
                </a:lnTo>
                <a:lnTo>
                  <a:pt x="4114165" y="2052548"/>
                </a:lnTo>
                <a:lnTo>
                  <a:pt x="4116590" y="2052713"/>
                </a:lnTo>
                <a:lnTo>
                  <a:pt x="4121569" y="2051037"/>
                </a:lnTo>
                <a:lnTo>
                  <a:pt x="4123398" y="2049449"/>
                </a:lnTo>
                <a:lnTo>
                  <a:pt x="4125747" y="2044738"/>
                </a:lnTo>
                <a:lnTo>
                  <a:pt x="4125912" y="2042312"/>
                </a:lnTo>
                <a:close/>
              </a:path>
              <a:path w="9475470" h="4709795">
                <a:moveTo>
                  <a:pt x="4150182" y="2651963"/>
                </a:moveTo>
                <a:lnTo>
                  <a:pt x="4150017" y="2649537"/>
                </a:lnTo>
                <a:lnTo>
                  <a:pt x="4147680" y="2644825"/>
                </a:lnTo>
                <a:lnTo>
                  <a:pt x="4145851" y="2643225"/>
                </a:lnTo>
                <a:lnTo>
                  <a:pt x="4140873" y="2641549"/>
                </a:lnTo>
                <a:lnTo>
                  <a:pt x="4138447" y="2641714"/>
                </a:lnTo>
                <a:lnTo>
                  <a:pt x="4133735" y="2644051"/>
                </a:lnTo>
                <a:lnTo>
                  <a:pt x="4132135" y="2645880"/>
                </a:lnTo>
                <a:lnTo>
                  <a:pt x="4130446" y="2650871"/>
                </a:lnTo>
                <a:lnTo>
                  <a:pt x="4130611" y="2653284"/>
                </a:lnTo>
                <a:lnTo>
                  <a:pt x="4132948" y="2658008"/>
                </a:lnTo>
                <a:lnTo>
                  <a:pt x="4134777" y="2659596"/>
                </a:lnTo>
                <a:lnTo>
                  <a:pt x="4139768" y="2661285"/>
                </a:lnTo>
                <a:lnTo>
                  <a:pt x="4142194" y="2661120"/>
                </a:lnTo>
                <a:lnTo>
                  <a:pt x="4146905" y="2658783"/>
                </a:lnTo>
                <a:lnTo>
                  <a:pt x="4148505" y="2656954"/>
                </a:lnTo>
                <a:lnTo>
                  <a:pt x="4150182" y="2651963"/>
                </a:lnTo>
                <a:close/>
              </a:path>
              <a:path w="9475470" h="4709795">
                <a:moveTo>
                  <a:pt x="4160037" y="2059254"/>
                </a:moveTo>
                <a:lnTo>
                  <a:pt x="4158361" y="2054263"/>
                </a:lnTo>
                <a:lnTo>
                  <a:pt x="4156760" y="2052434"/>
                </a:lnTo>
                <a:lnTo>
                  <a:pt x="4152049" y="2050097"/>
                </a:lnTo>
                <a:lnTo>
                  <a:pt x="4149623" y="2049932"/>
                </a:lnTo>
                <a:lnTo>
                  <a:pt x="4144632" y="2051608"/>
                </a:lnTo>
                <a:lnTo>
                  <a:pt x="4142803" y="2053196"/>
                </a:lnTo>
                <a:lnTo>
                  <a:pt x="4140466" y="2057908"/>
                </a:lnTo>
                <a:lnTo>
                  <a:pt x="4140301" y="2060333"/>
                </a:lnTo>
                <a:lnTo>
                  <a:pt x="4141978" y="2065324"/>
                </a:lnTo>
                <a:lnTo>
                  <a:pt x="4143578" y="2067153"/>
                </a:lnTo>
                <a:lnTo>
                  <a:pt x="4148290" y="2069490"/>
                </a:lnTo>
                <a:lnTo>
                  <a:pt x="4150715" y="2069655"/>
                </a:lnTo>
                <a:lnTo>
                  <a:pt x="4155706" y="2067979"/>
                </a:lnTo>
                <a:lnTo>
                  <a:pt x="4157535" y="2066391"/>
                </a:lnTo>
                <a:lnTo>
                  <a:pt x="4159872" y="2061667"/>
                </a:lnTo>
                <a:lnTo>
                  <a:pt x="4160037" y="2059254"/>
                </a:lnTo>
                <a:close/>
              </a:path>
              <a:path w="9475470" h="4709795">
                <a:moveTo>
                  <a:pt x="4184319" y="2635034"/>
                </a:moveTo>
                <a:lnTo>
                  <a:pt x="4184154" y="2632608"/>
                </a:lnTo>
                <a:lnTo>
                  <a:pt x="4181818" y="2627896"/>
                </a:lnTo>
                <a:lnTo>
                  <a:pt x="4179989" y="2626296"/>
                </a:lnTo>
                <a:lnTo>
                  <a:pt x="4175010" y="2624620"/>
                </a:lnTo>
                <a:lnTo>
                  <a:pt x="4172585" y="2624785"/>
                </a:lnTo>
                <a:lnTo>
                  <a:pt x="4167860" y="2627122"/>
                </a:lnTo>
                <a:lnTo>
                  <a:pt x="4166273" y="2628950"/>
                </a:lnTo>
                <a:lnTo>
                  <a:pt x="4164584" y="2633942"/>
                </a:lnTo>
                <a:lnTo>
                  <a:pt x="4164749" y="2636367"/>
                </a:lnTo>
                <a:lnTo>
                  <a:pt x="4167086" y="2641079"/>
                </a:lnTo>
                <a:lnTo>
                  <a:pt x="4168914" y="2642679"/>
                </a:lnTo>
                <a:lnTo>
                  <a:pt x="4173905" y="2644356"/>
                </a:lnTo>
                <a:lnTo>
                  <a:pt x="4176331" y="2644190"/>
                </a:lnTo>
                <a:lnTo>
                  <a:pt x="4181043" y="2641854"/>
                </a:lnTo>
                <a:lnTo>
                  <a:pt x="4182643" y="2640025"/>
                </a:lnTo>
                <a:lnTo>
                  <a:pt x="4184319" y="2635034"/>
                </a:lnTo>
                <a:close/>
              </a:path>
              <a:path w="9475470" h="4709795">
                <a:moveTo>
                  <a:pt x="4194162" y="2076196"/>
                </a:moveTo>
                <a:lnTo>
                  <a:pt x="4192486" y="2071204"/>
                </a:lnTo>
                <a:lnTo>
                  <a:pt x="4190885" y="2069376"/>
                </a:lnTo>
                <a:lnTo>
                  <a:pt x="4186174" y="2067039"/>
                </a:lnTo>
                <a:lnTo>
                  <a:pt x="4183748" y="2066874"/>
                </a:lnTo>
                <a:lnTo>
                  <a:pt x="4178770" y="2068550"/>
                </a:lnTo>
                <a:lnTo>
                  <a:pt x="4176928" y="2070138"/>
                </a:lnTo>
                <a:lnTo>
                  <a:pt x="4174591" y="2074849"/>
                </a:lnTo>
                <a:lnTo>
                  <a:pt x="4174426" y="2077275"/>
                </a:lnTo>
                <a:lnTo>
                  <a:pt x="4176103" y="2082266"/>
                </a:lnTo>
                <a:lnTo>
                  <a:pt x="4177703" y="2084095"/>
                </a:lnTo>
                <a:lnTo>
                  <a:pt x="4182414" y="2086432"/>
                </a:lnTo>
                <a:lnTo>
                  <a:pt x="4184840" y="2086597"/>
                </a:lnTo>
                <a:lnTo>
                  <a:pt x="4189831" y="2084920"/>
                </a:lnTo>
                <a:lnTo>
                  <a:pt x="4191660" y="2083320"/>
                </a:lnTo>
                <a:lnTo>
                  <a:pt x="4193997" y="2078609"/>
                </a:lnTo>
                <a:lnTo>
                  <a:pt x="4194162" y="2076196"/>
                </a:lnTo>
                <a:close/>
              </a:path>
              <a:path w="9475470" h="4709795">
                <a:moveTo>
                  <a:pt x="4218457" y="2618117"/>
                </a:moveTo>
                <a:lnTo>
                  <a:pt x="4218292" y="2615692"/>
                </a:lnTo>
                <a:lnTo>
                  <a:pt x="4215955" y="2610967"/>
                </a:lnTo>
                <a:lnTo>
                  <a:pt x="4214126" y="2609380"/>
                </a:lnTo>
                <a:lnTo>
                  <a:pt x="4209135" y="2607691"/>
                </a:lnTo>
                <a:lnTo>
                  <a:pt x="4206710" y="2607856"/>
                </a:lnTo>
                <a:lnTo>
                  <a:pt x="4201998" y="2610193"/>
                </a:lnTo>
                <a:lnTo>
                  <a:pt x="4200398" y="2612021"/>
                </a:lnTo>
                <a:lnTo>
                  <a:pt x="4198721" y="2617012"/>
                </a:lnTo>
                <a:lnTo>
                  <a:pt x="4198886" y="2619438"/>
                </a:lnTo>
                <a:lnTo>
                  <a:pt x="4201223" y="2624150"/>
                </a:lnTo>
                <a:lnTo>
                  <a:pt x="4203052" y="2625750"/>
                </a:lnTo>
                <a:lnTo>
                  <a:pt x="4208043" y="2627426"/>
                </a:lnTo>
                <a:lnTo>
                  <a:pt x="4210469" y="2627261"/>
                </a:lnTo>
                <a:lnTo>
                  <a:pt x="4215181" y="2624925"/>
                </a:lnTo>
                <a:lnTo>
                  <a:pt x="4216781" y="2623096"/>
                </a:lnTo>
                <a:lnTo>
                  <a:pt x="4218457" y="2618117"/>
                </a:lnTo>
                <a:close/>
              </a:path>
              <a:path w="9475470" h="4709795">
                <a:moveTo>
                  <a:pt x="4228287" y="2093137"/>
                </a:moveTo>
                <a:lnTo>
                  <a:pt x="4226611" y="2088146"/>
                </a:lnTo>
                <a:lnTo>
                  <a:pt x="4225023" y="2086317"/>
                </a:lnTo>
                <a:lnTo>
                  <a:pt x="4220299" y="2083981"/>
                </a:lnTo>
                <a:lnTo>
                  <a:pt x="4217873" y="2083816"/>
                </a:lnTo>
                <a:lnTo>
                  <a:pt x="4212895" y="2085492"/>
                </a:lnTo>
                <a:lnTo>
                  <a:pt x="4211066" y="2087079"/>
                </a:lnTo>
                <a:lnTo>
                  <a:pt x="4208729" y="2091791"/>
                </a:lnTo>
                <a:lnTo>
                  <a:pt x="4208564" y="2094217"/>
                </a:lnTo>
                <a:lnTo>
                  <a:pt x="4210240" y="2099208"/>
                </a:lnTo>
                <a:lnTo>
                  <a:pt x="4211828" y="2101037"/>
                </a:lnTo>
                <a:lnTo>
                  <a:pt x="4216552" y="2103374"/>
                </a:lnTo>
                <a:lnTo>
                  <a:pt x="4218978" y="2103539"/>
                </a:lnTo>
                <a:lnTo>
                  <a:pt x="4223956" y="2101862"/>
                </a:lnTo>
                <a:lnTo>
                  <a:pt x="4225785" y="2100262"/>
                </a:lnTo>
                <a:lnTo>
                  <a:pt x="4228122" y="2095550"/>
                </a:lnTo>
                <a:lnTo>
                  <a:pt x="4228287" y="2093137"/>
                </a:lnTo>
                <a:close/>
              </a:path>
              <a:path w="9475470" h="4709795">
                <a:moveTo>
                  <a:pt x="4252595" y="2601188"/>
                </a:moveTo>
                <a:lnTo>
                  <a:pt x="4252430" y="2598763"/>
                </a:lnTo>
                <a:lnTo>
                  <a:pt x="4250093" y="2594051"/>
                </a:lnTo>
                <a:lnTo>
                  <a:pt x="4248264" y="2592451"/>
                </a:lnTo>
                <a:lnTo>
                  <a:pt x="4243273" y="2590774"/>
                </a:lnTo>
                <a:lnTo>
                  <a:pt x="4240847" y="2590939"/>
                </a:lnTo>
                <a:lnTo>
                  <a:pt x="4236136" y="2593276"/>
                </a:lnTo>
                <a:lnTo>
                  <a:pt x="4234535" y="2595105"/>
                </a:lnTo>
                <a:lnTo>
                  <a:pt x="4232859" y="2600083"/>
                </a:lnTo>
                <a:lnTo>
                  <a:pt x="4233024" y="2602509"/>
                </a:lnTo>
                <a:lnTo>
                  <a:pt x="4235361" y="2607221"/>
                </a:lnTo>
                <a:lnTo>
                  <a:pt x="4237190" y="2608821"/>
                </a:lnTo>
                <a:lnTo>
                  <a:pt x="4242181" y="2610497"/>
                </a:lnTo>
                <a:lnTo>
                  <a:pt x="4244594" y="2610332"/>
                </a:lnTo>
                <a:lnTo>
                  <a:pt x="4249318" y="2607995"/>
                </a:lnTo>
                <a:lnTo>
                  <a:pt x="4250918" y="2606167"/>
                </a:lnTo>
                <a:lnTo>
                  <a:pt x="4252595" y="2601188"/>
                </a:lnTo>
                <a:close/>
              </a:path>
              <a:path w="9475470" h="4709795">
                <a:moveTo>
                  <a:pt x="4262425" y="2110079"/>
                </a:moveTo>
                <a:lnTo>
                  <a:pt x="4260748" y="2105088"/>
                </a:lnTo>
                <a:lnTo>
                  <a:pt x="4259148" y="2103259"/>
                </a:lnTo>
                <a:lnTo>
                  <a:pt x="4254436" y="2100922"/>
                </a:lnTo>
                <a:lnTo>
                  <a:pt x="4252011" y="2100757"/>
                </a:lnTo>
                <a:lnTo>
                  <a:pt x="4247019" y="2102434"/>
                </a:lnTo>
                <a:lnTo>
                  <a:pt x="4245191" y="2104021"/>
                </a:lnTo>
                <a:lnTo>
                  <a:pt x="4242854" y="2108733"/>
                </a:lnTo>
                <a:lnTo>
                  <a:pt x="4242689" y="2111159"/>
                </a:lnTo>
                <a:lnTo>
                  <a:pt x="4244365" y="2116150"/>
                </a:lnTo>
                <a:lnTo>
                  <a:pt x="4245965" y="2117979"/>
                </a:lnTo>
                <a:lnTo>
                  <a:pt x="4250677" y="2120315"/>
                </a:lnTo>
                <a:lnTo>
                  <a:pt x="4253103" y="2120481"/>
                </a:lnTo>
                <a:lnTo>
                  <a:pt x="4258081" y="2118804"/>
                </a:lnTo>
                <a:lnTo>
                  <a:pt x="4259923" y="2117204"/>
                </a:lnTo>
                <a:lnTo>
                  <a:pt x="4262259" y="2112492"/>
                </a:lnTo>
                <a:lnTo>
                  <a:pt x="4262425" y="2110079"/>
                </a:lnTo>
                <a:close/>
              </a:path>
              <a:path w="9475470" h="4709795">
                <a:moveTo>
                  <a:pt x="4286732" y="2584259"/>
                </a:moveTo>
                <a:lnTo>
                  <a:pt x="4286567" y="2581833"/>
                </a:lnTo>
                <a:lnTo>
                  <a:pt x="4284230" y="2577122"/>
                </a:lnTo>
                <a:lnTo>
                  <a:pt x="4282402" y="2575522"/>
                </a:lnTo>
                <a:lnTo>
                  <a:pt x="4277411" y="2573845"/>
                </a:lnTo>
                <a:lnTo>
                  <a:pt x="4274985" y="2574010"/>
                </a:lnTo>
                <a:lnTo>
                  <a:pt x="4270273" y="2576347"/>
                </a:lnTo>
                <a:lnTo>
                  <a:pt x="4268673" y="2578176"/>
                </a:lnTo>
                <a:lnTo>
                  <a:pt x="4266997" y="2583154"/>
                </a:lnTo>
                <a:lnTo>
                  <a:pt x="4267162" y="2585580"/>
                </a:lnTo>
                <a:lnTo>
                  <a:pt x="4269498" y="2590292"/>
                </a:lnTo>
                <a:lnTo>
                  <a:pt x="4271327" y="2591892"/>
                </a:lnTo>
                <a:lnTo>
                  <a:pt x="4276306" y="2593581"/>
                </a:lnTo>
                <a:lnTo>
                  <a:pt x="4278731" y="2593416"/>
                </a:lnTo>
                <a:lnTo>
                  <a:pt x="4283456" y="2591079"/>
                </a:lnTo>
                <a:lnTo>
                  <a:pt x="4285043" y="2589238"/>
                </a:lnTo>
                <a:lnTo>
                  <a:pt x="4286732" y="2584259"/>
                </a:lnTo>
                <a:close/>
              </a:path>
              <a:path w="9475470" h="4709795">
                <a:moveTo>
                  <a:pt x="4296549" y="2127021"/>
                </a:moveTo>
                <a:lnTo>
                  <a:pt x="4294873" y="2122030"/>
                </a:lnTo>
                <a:lnTo>
                  <a:pt x="4293273" y="2120201"/>
                </a:lnTo>
                <a:lnTo>
                  <a:pt x="4288561" y="2117864"/>
                </a:lnTo>
                <a:lnTo>
                  <a:pt x="4286135" y="2117687"/>
                </a:lnTo>
                <a:lnTo>
                  <a:pt x="4281144" y="2119376"/>
                </a:lnTo>
                <a:lnTo>
                  <a:pt x="4279316" y="2120963"/>
                </a:lnTo>
                <a:lnTo>
                  <a:pt x="4276979" y="2125675"/>
                </a:lnTo>
                <a:lnTo>
                  <a:pt x="4276814" y="2128101"/>
                </a:lnTo>
                <a:lnTo>
                  <a:pt x="4278490" y="2133092"/>
                </a:lnTo>
                <a:lnTo>
                  <a:pt x="4280090" y="2134920"/>
                </a:lnTo>
                <a:lnTo>
                  <a:pt x="4284802" y="2137257"/>
                </a:lnTo>
                <a:lnTo>
                  <a:pt x="4287228" y="2137422"/>
                </a:lnTo>
                <a:lnTo>
                  <a:pt x="4292219" y="2135746"/>
                </a:lnTo>
                <a:lnTo>
                  <a:pt x="4294048" y="2134146"/>
                </a:lnTo>
                <a:lnTo>
                  <a:pt x="4296384" y="2129434"/>
                </a:lnTo>
                <a:lnTo>
                  <a:pt x="4296549" y="2127021"/>
                </a:lnTo>
                <a:close/>
              </a:path>
              <a:path w="9475470" h="4709795">
                <a:moveTo>
                  <a:pt x="4320870" y="2567330"/>
                </a:moveTo>
                <a:lnTo>
                  <a:pt x="4320705" y="2564904"/>
                </a:lnTo>
                <a:lnTo>
                  <a:pt x="4318368" y="2560193"/>
                </a:lnTo>
                <a:lnTo>
                  <a:pt x="4316539" y="2558592"/>
                </a:lnTo>
                <a:lnTo>
                  <a:pt x="4311548" y="2556916"/>
                </a:lnTo>
                <a:lnTo>
                  <a:pt x="4309122" y="2557081"/>
                </a:lnTo>
                <a:lnTo>
                  <a:pt x="4304411" y="2559418"/>
                </a:lnTo>
                <a:lnTo>
                  <a:pt x="4302811" y="2561247"/>
                </a:lnTo>
                <a:lnTo>
                  <a:pt x="4301134" y="2566238"/>
                </a:lnTo>
                <a:lnTo>
                  <a:pt x="4301299" y="2568664"/>
                </a:lnTo>
                <a:lnTo>
                  <a:pt x="4303636" y="2573375"/>
                </a:lnTo>
                <a:lnTo>
                  <a:pt x="4305465" y="2574975"/>
                </a:lnTo>
                <a:lnTo>
                  <a:pt x="4310443" y="2576652"/>
                </a:lnTo>
                <a:lnTo>
                  <a:pt x="4312869" y="2576487"/>
                </a:lnTo>
                <a:lnTo>
                  <a:pt x="4317581" y="2574150"/>
                </a:lnTo>
                <a:lnTo>
                  <a:pt x="4319181" y="2572321"/>
                </a:lnTo>
                <a:lnTo>
                  <a:pt x="4320870" y="2567330"/>
                </a:lnTo>
                <a:close/>
              </a:path>
              <a:path w="9475470" h="4709795">
                <a:moveTo>
                  <a:pt x="4330674" y="2143950"/>
                </a:moveTo>
                <a:lnTo>
                  <a:pt x="4328998" y="2138972"/>
                </a:lnTo>
                <a:lnTo>
                  <a:pt x="4327398" y="2137143"/>
                </a:lnTo>
                <a:lnTo>
                  <a:pt x="4322686" y="2134793"/>
                </a:lnTo>
                <a:lnTo>
                  <a:pt x="4320260" y="2134628"/>
                </a:lnTo>
                <a:lnTo>
                  <a:pt x="4315282" y="2136317"/>
                </a:lnTo>
                <a:lnTo>
                  <a:pt x="4313453" y="2137905"/>
                </a:lnTo>
                <a:lnTo>
                  <a:pt x="4311104" y="2142617"/>
                </a:lnTo>
                <a:lnTo>
                  <a:pt x="4310939" y="2145042"/>
                </a:lnTo>
                <a:lnTo>
                  <a:pt x="4312615" y="2150033"/>
                </a:lnTo>
                <a:lnTo>
                  <a:pt x="4314215" y="2151862"/>
                </a:lnTo>
                <a:lnTo>
                  <a:pt x="4318927" y="2154199"/>
                </a:lnTo>
                <a:lnTo>
                  <a:pt x="4321353" y="2154364"/>
                </a:lnTo>
                <a:lnTo>
                  <a:pt x="4326344" y="2152688"/>
                </a:lnTo>
                <a:lnTo>
                  <a:pt x="4328172" y="2151088"/>
                </a:lnTo>
                <a:lnTo>
                  <a:pt x="4330509" y="2146376"/>
                </a:lnTo>
                <a:lnTo>
                  <a:pt x="4330674" y="2143950"/>
                </a:lnTo>
                <a:close/>
              </a:path>
              <a:path w="9475470" h="4709795">
                <a:moveTo>
                  <a:pt x="4354995" y="2550401"/>
                </a:moveTo>
                <a:lnTo>
                  <a:pt x="4354842" y="2547988"/>
                </a:lnTo>
                <a:lnTo>
                  <a:pt x="4352506" y="2543264"/>
                </a:lnTo>
                <a:lnTo>
                  <a:pt x="4350664" y="2541676"/>
                </a:lnTo>
                <a:lnTo>
                  <a:pt x="4345686" y="2539987"/>
                </a:lnTo>
                <a:lnTo>
                  <a:pt x="4343260" y="2540152"/>
                </a:lnTo>
                <a:lnTo>
                  <a:pt x="4338548" y="2542489"/>
                </a:lnTo>
                <a:lnTo>
                  <a:pt x="4336948" y="2544318"/>
                </a:lnTo>
                <a:lnTo>
                  <a:pt x="4335272" y="2549309"/>
                </a:lnTo>
                <a:lnTo>
                  <a:pt x="4335437" y="2551734"/>
                </a:lnTo>
                <a:lnTo>
                  <a:pt x="4337774" y="2556446"/>
                </a:lnTo>
                <a:lnTo>
                  <a:pt x="4339602" y="2558046"/>
                </a:lnTo>
                <a:lnTo>
                  <a:pt x="4344581" y="2559723"/>
                </a:lnTo>
                <a:lnTo>
                  <a:pt x="4347007" y="2559558"/>
                </a:lnTo>
                <a:lnTo>
                  <a:pt x="4351718" y="2557221"/>
                </a:lnTo>
                <a:lnTo>
                  <a:pt x="4353318" y="2555392"/>
                </a:lnTo>
                <a:lnTo>
                  <a:pt x="4354995" y="2550401"/>
                </a:lnTo>
                <a:close/>
              </a:path>
              <a:path w="9475470" h="4709795">
                <a:moveTo>
                  <a:pt x="4364812" y="2160892"/>
                </a:moveTo>
                <a:lnTo>
                  <a:pt x="4363123" y="2155914"/>
                </a:lnTo>
                <a:lnTo>
                  <a:pt x="4361535" y="2154085"/>
                </a:lnTo>
                <a:lnTo>
                  <a:pt x="4356811" y="2151735"/>
                </a:lnTo>
                <a:lnTo>
                  <a:pt x="4354398" y="2151570"/>
                </a:lnTo>
                <a:lnTo>
                  <a:pt x="4349407" y="2153259"/>
                </a:lnTo>
                <a:lnTo>
                  <a:pt x="4347578" y="2154847"/>
                </a:lnTo>
                <a:lnTo>
                  <a:pt x="4345241" y="2159558"/>
                </a:lnTo>
                <a:lnTo>
                  <a:pt x="4345076" y="2161984"/>
                </a:lnTo>
                <a:lnTo>
                  <a:pt x="4346753" y="2166975"/>
                </a:lnTo>
                <a:lnTo>
                  <a:pt x="4348353" y="2168804"/>
                </a:lnTo>
                <a:lnTo>
                  <a:pt x="4353064" y="2171141"/>
                </a:lnTo>
                <a:lnTo>
                  <a:pt x="4355490" y="2171306"/>
                </a:lnTo>
                <a:lnTo>
                  <a:pt x="4360469" y="2169630"/>
                </a:lnTo>
                <a:lnTo>
                  <a:pt x="4362297" y="2168029"/>
                </a:lnTo>
                <a:lnTo>
                  <a:pt x="4364647" y="2163318"/>
                </a:lnTo>
                <a:lnTo>
                  <a:pt x="4364812" y="2160892"/>
                </a:lnTo>
                <a:close/>
              </a:path>
              <a:path w="9475470" h="4709795">
                <a:moveTo>
                  <a:pt x="4389132" y="2533485"/>
                </a:moveTo>
                <a:lnTo>
                  <a:pt x="4388967" y="2531059"/>
                </a:lnTo>
                <a:lnTo>
                  <a:pt x="4386631" y="2526347"/>
                </a:lnTo>
                <a:lnTo>
                  <a:pt x="4384802" y="2524747"/>
                </a:lnTo>
                <a:lnTo>
                  <a:pt x="4379823" y="2523071"/>
                </a:lnTo>
                <a:lnTo>
                  <a:pt x="4377398" y="2523223"/>
                </a:lnTo>
                <a:lnTo>
                  <a:pt x="4372686" y="2525572"/>
                </a:lnTo>
                <a:lnTo>
                  <a:pt x="4371086" y="2527401"/>
                </a:lnTo>
                <a:lnTo>
                  <a:pt x="4369397" y="2532380"/>
                </a:lnTo>
                <a:lnTo>
                  <a:pt x="4369562" y="2534805"/>
                </a:lnTo>
                <a:lnTo>
                  <a:pt x="4371899" y="2539517"/>
                </a:lnTo>
                <a:lnTo>
                  <a:pt x="4373740" y="2541117"/>
                </a:lnTo>
                <a:lnTo>
                  <a:pt x="4378718" y="2542794"/>
                </a:lnTo>
                <a:lnTo>
                  <a:pt x="4381144" y="2542629"/>
                </a:lnTo>
                <a:lnTo>
                  <a:pt x="4385856" y="2540292"/>
                </a:lnTo>
                <a:lnTo>
                  <a:pt x="4387456" y="2538463"/>
                </a:lnTo>
                <a:lnTo>
                  <a:pt x="4389132" y="2533485"/>
                </a:lnTo>
                <a:close/>
              </a:path>
              <a:path w="9475470" h="4709795">
                <a:moveTo>
                  <a:pt x="4398937" y="2177834"/>
                </a:moveTo>
                <a:lnTo>
                  <a:pt x="4397260" y="2172855"/>
                </a:lnTo>
                <a:lnTo>
                  <a:pt x="4395660" y="2171027"/>
                </a:lnTo>
                <a:lnTo>
                  <a:pt x="4390949" y="2168677"/>
                </a:lnTo>
                <a:lnTo>
                  <a:pt x="4388523" y="2168512"/>
                </a:lnTo>
                <a:lnTo>
                  <a:pt x="4383532" y="2170201"/>
                </a:lnTo>
                <a:lnTo>
                  <a:pt x="4381703" y="2171789"/>
                </a:lnTo>
                <a:lnTo>
                  <a:pt x="4379366" y="2176500"/>
                </a:lnTo>
                <a:lnTo>
                  <a:pt x="4379201" y="2178926"/>
                </a:lnTo>
                <a:lnTo>
                  <a:pt x="4380877" y="2183917"/>
                </a:lnTo>
                <a:lnTo>
                  <a:pt x="4382478" y="2185746"/>
                </a:lnTo>
                <a:lnTo>
                  <a:pt x="4387189" y="2188083"/>
                </a:lnTo>
                <a:lnTo>
                  <a:pt x="4389615" y="2188248"/>
                </a:lnTo>
                <a:lnTo>
                  <a:pt x="4394593" y="2186571"/>
                </a:lnTo>
                <a:lnTo>
                  <a:pt x="4396435" y="2184971"/>
                </a:lnTo>
                <a:lnTo>
                  <a:pt x="4398772" y="2180259"/>
                </a:lnTo>
                <a:lnTo>
                  <a:pt x="4398937" y="2177834"/>
                </a:lnTo>
                <a:close/>
              </a:path>
              <a:path w="9475470" h="4709795">
                <a:moveTo>
                  <a:pt x="4423270" y="2516555"/>
                </a:moveTo>
                <a:lnTo>
                  <a:pt x="4423105" y="2514130"/>
                </a:lnTo>
                <a:lnTo>
                  <a:pt x="4420768" y="2509418"/>
                </a:lnTo>
                <a:lnTo>
                  <a:pt x="4418939" y="2507818"/>
                </a:lnTo>
                <a:lnTo>
                  <a:pt x="4413961" y="2506141"/>
                </a:lnTo>
                <a:lnTo>
                  <a:pt x="4411535" y="2506307"/>
                </a:lnTo>
                <a:lnTo>
                  <a:pt x="4406811" y="2508643"/>
                </a:lnTo>
                <a:lnTo>
                  <a:pt x="4405223" y="2510472"/>
                </a:lnTo>
                <a:lnTo>
                  <a:pt x="4403534" y="2515451"/>
                </a:lnTo>
                <a:lnTo>
                  <a:pt x="4403699" y="2517876"/>
                </a:lnTo>
                <a:lnTo>
                  <a:pt x="4406036" y="2522588"/>
                </a:lnTo>
                <a:lnTo>
                  <a:pt x="4407865" y="2524188"/>
                </a:lnTo>
                <a:lnTo>
                  <a:pt x="4412856" y="2525877"/>
                </a:lnTo>
                <a:lnTo>
                  <a:pt x="4415282" y="2525712"/>
                </a:lnTo>
                <a:lnTo>
                  <a:pt x="4419993" y="2523375"/>
                </a:lnTo>
                <a:lnTo>
                  <a:pt x="4421594" y="2521534"/>
                </a:lnTo>
                <a:lnTo>
                  <a:pt x="4423270" y="2516555"/>
                </a:lnTo>
                <a:close/>
              </a:path>
              <a:path w="9475470" h="4709795">
                <a:moveTo>
                  <a:pt x="4433062" y="2194776"/>
                </a:moveTo>
                <a:lnTo>
                  <a:pt x="4431385" y="2189797"/>
                </a:lnTo>
                <a:lnTo>
                  <a:pt x="4429785" y="2187968"/>
                </a:lnTo>
                <a:lnTo>
                  <a:pt x="4425073" y="2185619"/>
                </a:lnTo>
                <a:lnTo>
                  <a:pt x="4422648" y="2185454"/>
                </a:lnTo>
                <a:lnTo>
                  <a:pt x="4417669" y="2187143"/>
                </a:lnTo>
                <a:lnTo>
                  <a:pt x="4415828" y="2188730"/>
                </a:lnTo>
                <a:lnTo>
                  <a:pt x="4413491" y="2193442"/>
                </a:lnTo>
                <a:lnTo>
                  <a:pt x="4413326" y="2195868"/>
                </a:lnTo>
                <a:lnTo>
                  <a:pt x="4415002" y="2200859"/>
                </a:lnTo>
                <a:lnTo>
                  <a:pt x="4416603" y="2202688"/>
                </a:lnTo>
                <a:lnTo>
                  <a:pt x="4421314" y="2205024"/>
                </a:lnTo>
                <a:lnTo>
                  <a:pt x="4423740" y="2205190"/>
                </a:lnTo>
                <a:lnTo>
                  <a:pt x="4428731" y="2203513"/>
                </a:lnTo>
                <a:lnTo>
                  <a:pt x="4430560" y="2201913"/>
                </a:lnTo>
                <a:lnTo>
                  <a:pt x="4432897" y="2197201"/>
                </a:lnTo>
                <a:lnTo>
                  <a:pt x="4433062" y="2194776"/>
                </a:lnTo>
                <a:close/>
              </a:path>
              <a:path w="9475470" h="4709795">
                <a:moveTo>
                  <a:pt x="4457408" y="2499626"/>
                </a:moveTo>
                <a:lnTo>
                  <a:pt x="4457243" y="2497201"/>
                </a:lnTo>
                <a:lnTo>
                  <a:pt x="4454906" y="2492489"/>
                </a:lnTo>
                <a:lnTo>
                  <a:pt x="4453077" y="2490889"/>
                </a:lnTo>
                <a:lnTo>
                  <a:pt x="4448086" y="2489212"/>
                </a:lnTo>
                <a:lnTo>
                  <a:pt x="4445673" y="2489377"/>
                </a:lnTo>
                <a:lnTo>
                  <a:pt x="4440948" y="2491714"/>
                </a:lnTo>
                <a:lnTo>
                  <a:pt x="4439348" y="2493543"/>
                </a:lnTo>
                <a:lnTo>
                  <a:pt x="4437672" y="2498534"/>
                </a:lnTo>
                <a:lnTo>
                  <a:pt x="4437837" y="2500960"/>
                </a:lnTo>
                <a:lnTo>
                  <a:pt x="4440174" y="2505672"/>
                </a:lnTo>
                <a:lnTo>
                  <a:pt x="4442003" y="2507272"/>
                </a:lnTo>
                <a:lnTo>
                  <a:pt x="4446994" y="2508948"/>
                </a:lnTo>
                <a:lnTo>
                  <a:pt x="4449419" y="2508783"/>
                </a:lnTo>
                <a:lnTo>
                  <a:pt x="4454131" y="2506446"/>
                </a:lnTo>
                <a:lnTo>
                  <a:pt x="4455731" y="2504617"/>
                </a:lnTo>
                <a:lnTo>
                  <a:pt x="4457408" y="2499626"/>
                </a:lnTo>
                <a:close/>
              </a:path>
              <a:path w="9475470" h="4709795">
                <a:moveTo>
                  <a:pt x="4467187" y="2211717"/>
                </a:moveTo>
                <a:lnTo>
                  <a:pt x="4465510" y="2206739"/>
                </a:lnTo>
                <a:lnTo>
                  <a:pt x="4463910" y="2204910"/>
                </a:lnTo>
                <a:lnTo>
                  <a:pt x="4459198" y="2202561"/>
                </a:lnTo>
                <a:lnTo>
                  <a:pt x="4456773" y="2202396"/>
                </a:lnTo>
                <a:lnTo>
                  <a:pt x="4451794" y="2204072"/>
                </a:lnTo>
                <a:lnTo>
                  <a:pt x="4449965" y="2205672"/>
                </a:lnTo>
                <a:lnTo>
                  <a:pt x="4447616" y="2210384"/>
                </a:lnTo>
                <a:lnTo>
                  <a:pt x="4447451" y="2212810"/>
                </a:lnTo>
                <a:lnTo>
                  <a:pt x="4449140" y="2217801"/>
                </a:lnTo>
                <a:lnTo>
                  <a:pt x="4450727" y="2219629"/>
                </a:lnTo>
                <a:lnTo>
                  <a:pt x="4455439" y="2221966"/>
                </a:lnTo>
                <a:lnTo>
                  <a:pt x="4457865" y="2222131"/>
                </a:lnTo>
                <a:lnTo>
                  <a:pt x="4462856" y="2220455"/>
                </a:lnTo>
                <a:lnTo>
                  <a:pt x="4464685" y="2218855"/>
                </a:lnTo>
                <a:lnTo>
                  <a:pt x="4467022" y="2214143"/>
                </a:lnTo>
                <a:lnTo>
                  <a:pt x="4467187" y="2211717"/>
                </a:lnTo>
                <a:close/>
              </a:path>
              <a:path w="9475470" h="4709795">
                <a:moveTo>
                  <a:pt x="4491545" y="2482697"/>
                </a:moveTo>
                <a:lnTo>
                  <a:pt x="4491380" y="2480284"/>
                </a:lnTo>
                <a:lnTo>
                  <a:pt x="4489043" y="2475560"/>
                </a:lnTo>
                <a:lnTo>
                  <a:pt x="4487215" y="2473972"/>
                </a:lnTo>
                <a:lnTo>
                  <a:pt x="4482223" y="2472283"/>
                </a:lnTo>
                <a:lnTo>
                  <a:pt x="4479798" y="2472448"/>
                </a:lnTo>
                <a:lnTo>
                  <a:pt x="4475086" y="2474785"/>
                </a:lnTo>
                <a:lnTo>
                  <a:pt x="4473486" y="2476614"/>
                </a:lnTo>
                <a:lnTo>
                  <a:pt x="4471809" y="2481605"/>
                </a:lnTo>
                <a:lnTo>
                  <a:pt x="4471975" y="2484031"/>
                </a:lnTo>
                <a:lnTo>
                  <a:pt x="4474311" y="2488742"/>
                </a:lnTo>
                <a:lnTo>
                  <a:pt x="4476140" y="2490343"/>
                </a:lnTo>
                <a:lnTo>
                  <a:pt x="4481131" y="2492019"/>
                </a:lnTo>
                <a:lnTo>
                  <a:pt x="4483557" y="2491854"/>
                </a:lnTo>
                <a:lnTo>
                  <a:pt x="4488269" y="2489517"/>
                </a:lnTo>
                <a:lnTo>
                  <a:pt x="4489869" y="2487688"/>
                </a:lnTo>
                <a:lnTo>
                  <a:pt x="4491545" y="2482697"/>
                </a:lnTo>
                <a:close/>
              </a:path>
              <a:path w="9475470" h="4709795">
                <a:moveTo>
                  <a:pt x="4501324" y="2228659"/>
                </a:moveTo>
                <a:lnTo>
                  <a:pt x="4499648" y="2223681"/>
                </a:lnTo>
                <a:lnTo>
                  <a:pt x="4498048" y="2221852"/>
                </a:lnTo>
                <a:lnTo>
                  <a:pt x="4493336" y="2219502"/>
                </a:lnTo>
                <a:lnTo>
                  <a:pt x="4490910" y="2219337"/>
                </a:lnTo>
                <a:lnTo>
                  <a:pt x="4485919" y="2221014"/>
                </a:lnTo>
                <a:lnTo>
                  <a:pt x="4484090" y="2222614"/>
                </a:lnTo>
                <a:lnTo>
                  <a:pt x="4481754" y="2227326"/>
                </a:lnTo>
                <a:lnTo>
                  <a:pt x="4481588" y="2229751"/>
                </a:lnTo>
                <a:lnTo>
                  <a:pt x="4483265" y="2234742"/>
                </a:lnTo>
                <a:lnTo>
                  <a:pt x="4484865" y="2236571"/>
                </a:lnTo>
                <a:lnTo>
                  <a:pt x="4489577" y="2238908"/>
                </a:lnTo>
                <a:lnTo>
                  <a:pt x="4492002" y="2239073"/>
                </a:lnTo>
                <a:lnTo>
                  <a:pt x="4496981" y="2237397"/>
                </a:lnTo>
                <a:lnTo>
                  <a:pt x="4498810" y="2235797"/>
                </a:lnTo>
                <a:lnTo>
                  <a:pt x="4501159" y="2231085"/>
                </a:lnTo>
                <a:lnTo>
                  <a:pt x="4501324" y="2228659"/>
                </a:lnTo>
                <a:close/>
              </a:path>
              <a:path w="9475470" h="4709795">
                <a:moveTo>
                  <a:pt x="4525683" y="2465781"/>
                </a:moveTo>
                <a:lnTo>
                  <a:pt x="4525518" y="2463355"/>
                </a:lnTo>
                <a:lnTo>
                  <a:pt x="4523181" y="2458643"/>
                </a:lnTo>
                <a:lnTo>
                  <a:pt x="4521352" y="2457043"/>
                </a:lnTo>
                <a:lnTo>
                  <a:pt x="4516361" y="2455354"/>
                </a:lnTo>
                <a:lnTo>
                  <a:pt x="4513935" y="2455519"/>
                </a:lnTo>
                <a:lnTo>
                  <a:pt x="4509224" y="2457856"/>
                </a:lnTo>
                <a:lnTo>
                  <a:pt x="4507623" y="2459698"/>
                </a:lnTo>
                <a:lnTo>
                  <a:pt x="4505947" y="2464676"/>
                </a:lnTo>
                <a:lnTo>
                  <a:pt x="4506112" y="2467102"/>
                </a:lnTo>
                <a:lnTo>
                  <a:pt x="4508449" y="2471813"/>
                </a:lnTo>
                <a:lnTo>
                  <a:pt x="4510278" y="2473414"/>
                </a:lnTo>
                <a:lnTo>
                  <a:pt x="4515269" y="2475090"/>
                </a:lnTo>
                <a:lnTo>
                  <a:pt x="4517682" y="2474925"/>
                </a:lnTo>
                <a:lnTo>
                  <a:pt x="4522406" y="2472588"/>
                </a:lnTo>
                <a:lnTo>
                  <a:pt x="4524006" y="2470759"/>
                </a:lnTo>
                <a:lnTo>
                  <a:pt x="4525683" y="2465781"/>
                </a:lnTo>
                <a:close/>
              </a:path>
              <a:path w="9475470" h="4709795">
                <a:moveTo>
                  <a:pt x="4535449" y="2245601"/>
                </a:moveTo>
                <a:lnTo>
                  <a:pt x="4533773" y="2240623"/>
                </a:lnTo>
                <a:lnTo>
                  <a:pt x="4532173" y="2238794"/>
                </a:lnTo>
                <a:lnTo>
                  <a:pt x="4527461" y="2236444"/>
                </a:lnTo>
                <a:lnTo>
                  <a:pt x="4525035" y="2236279"/>
                </a:lnTo>
                <a:lnTo>
                  <a:pt x="4520044" y="2237956"/>
                </a:lnTo>
                <a:lnTo>
                  <a:pt x="4518215" y="2239556"/>
                </a:lnTo>
                <a:lnTo>
                  <a:pt x="4515878" y="2244267"/>
                </a:lnTo>
                <a:lnTo>
                  <a:pt x="4515713" y="2246693"/>
                </a:lnTo>
                <a:lnTo>
                  <a:pt x="4517390" y="2251684"/>
                </a:lnTo>
                <a:lnTo>
                  <a:pt x="4518990" y="2253513"/>
                </a:lnTo>
                <a:lnTo>
                  <a:pt x="4523702" y="2255850"/>
                </a:lnTo>
                <a:lnTo>
                  <a:pt x="4526127" y="2256015"/>
                </a:lnTo>
                <a:lnTo>
                  <a:pt x="4531106" y="2254339"/>
                </a:lnTo>
                <a:lnTo>
                  <a:pt x="4532947" y="2252738"/>
                </a:lnTo>
                <a:lnTo>
                  <a:pt x="4535284" y="2248027"/>
                </a:lnTo>
                <a:lnTo>
                  <a:pt x="4535449" y="2245601"/>
                </a:lnTo>
                <a:close/>
              </a:path>
              <a:path w="9475470" h="4709795">
                <a:moveTo>
                  <a:pt x="4559820" y="2448852"/>
                </a:moveTo>
                <a:lnTo>
                  <a:pt x="4559655" y="2446426"/>
                </a:lnTo>
                <a:lnTo>
                  <a:pt x="4557319" y="2441714"/>
                </a:lnTo>
                <a:lnTo>
                  <a:pt x="4555490" y="2440114"/>
                </a:lnTo>
                <a:lnTo>
                  <a:pt x="4550499" y="2438438"/>
                </a:lnTo>
                <a:lnTo>
                  <a:pt x="4548073" y="2438603"/>
                </a:lnTo>
                <a:lnTo>
                  <a:pt x="4543361" y="2440940"/>
                </a:lnTo>
                <a:lnTo>
                  <a:pt x="4541761" y="2442768"/>
                </a:lnTo>
                <a:lnTo>
                  <a:pt x="4540085" y="2447747"/>
                </a:lnTo>
                <a:lnTo>
                  <a:pt x="4540250" y="2450173"/>
                </a:lnTo>
                <a:lnTo>
                  <a:pt x="4542587" y="2454884"/>
                </a:lnTo>
                <a:lnTo>
                  <a:pt x="4544415" y="2456484"/>
                </a:lnTo>
                <a:lnTo>
                  <a:pt x="4549394" y="2458174"/>
                </a:lnTo>
                <a:lnTo>
                  <a:pt x="4551819" y="2458008"/>
                </a:lnTo>
                <a:lnTo>
                  <a:pt x="4556544" y="2455672"/>
                </a:lnTo>
                <a:lnTo>
                  <a:pt x="4558131" y="2453830"/>
                </a:lnTo>
                <a:lnTo>
                  <a:pt x="4559820" y="2448852"/>
                </a:lnTo>
                <a:close/>
              </a:path>
              <a:path w="9475470" h="4709795">
                <a:moveTo>
                  <a:pt x="4569574" y="2262543"/>
                </a:moveTo>
                <a:lnTo>
                  <a:pt x="4567898" y="2257564"/>
                </a:lnTo>
                <a:lnTo>
                  <a:pt x="4566297" y="2255736"/>
                </a:lnTo>
                <a:lnTo>
                  <a:pt x="4561586" y="2253386"/>
                </a:lnTo>
                <a:lnTo>
                  <a:pt x="4559160" y="2253221"/>
                </a:lnTo>
                <a:lnTo>
                  <a:pt x="4554182" y="2254897"/>
                </a:lnTo>
                <a:lnTo>
                  <a:pt x="4552340" y="2256498"/>
                </a:lnTo>
                <a:lnTo>
                  <a:pt x="4550003" y="2261209"/>
                </a:lnTo>
                <a:lnTo>
                  <a:pt x="4549838" y="2263635"/>
                </a:lnTo>
                <a:lnTo>
                  <a:pt x="4551515" y="2268626"/>
                </a:lnTo>
                <a:lnTo>
                  <a:pt x="4553115" y="2270455"/>
                </a:lnTo>
                <a:lnTo>
                  <a:pt x="4557827" y="2272792"/>
                </a:lnTo>
                <a:lnTo>
                  <a:pt x="4560252" y="2272957"/>
                </a:lnTo>
                <a:lnTo>
                  <a:pt x="4565243" y="2271280"/>
                </a:lnTo>
                <a:lnTo>
                  <a:pt x="4567072" y="2269680"/>
                </a:lnTo>
                <a:lnTo>
                  <a:pt x="4569409" y="2264968"/>
                </a:lnTo>
                <a:lnTo>
                  <a:pt x="4569574" y="2262543"/>
                </a:lnTo>
                <a:close/>
              </a:path>
              <a:path w="9475470" h="4709795">
                <a:moveTo>
                  <a:pt x="4593958" y="2431923"/>
                </a:moveTo>
                <a:lnTo>
                  <a:pt x="4593793" y="2429497"/>
                </a:lnTo>
                <a:lnTo>
                  <a:pt x="4591456" y="2424785"/>
                </a:lnTo>
                <a:lnTo>
                  <a:pt x="4589615" y="2423185"/>
                </a:lnTo>
                <a:lnTo>
                  <a:pt x="4584636" y="2421509"/>
                </a:lnTo>
                <a:lnTo>
                  <a:pt x="4582211" y="2421674"/>
                </a:lnTo>
                <a:lnTo>
                  <a:pt x="4577499" y="2424011"/>
                </a:lnTo>
                <a:lnTo>
                  <a:pt x="4575899" y="2425839"/>
                </a:lnTo>
                <a:lnTo>
                  <a:pt x="4574222" y="2430830"/>
                </a:lnTo>
                <a:lnTo>
                  <a:pt x="4574387" y="2433256"/>
                </a:lnTo>
                <a:lnTo>
                  <a:pt x="4576724" y="2437968"/>
                </a:lnTo>
                <a:lnTo>
                  <a:pt x="4578553" y="2439555"/>
                </a:lnTo>
                <a:lnTo>
                  <a:pt x="4583531" y="2441244"/>
                </a:lnTo>
                <a:lnTo>
                  <a:pt x="4585957" y="2441079"/>
                </a:lnTo>
                <a:lnTo>
                  <a:pt x="4590669" y="2438743"/>
                </a:lnTo>
                <a:lnTo>
                  <a:pt x="4592269" y="2436914"/>
                </a:lnTo>
                <a:lnTo>
                  <a:pt x="4593958" y="2431923"/>
                </a:lnTo>
                <a:close/>
              </a:path>
              <a:path w="9475470" h="4709795">
                <a:moveTo>
                  <a:pt x="4603699" y="2279485"/>
                </a:moveTo>
                <a:lnTo>
                  <a:pt x="4602023" y="2274506"/>
                </a:lnTo>
                <a:lnTo>
                  <a:pt x="4600422" y="2272677"/>
                </a:lnTo>
                <a:lnTo>
                  <a:pt x="4595711" y="2270328"/>
                </a:lnTo>
                <a:lnTo>
                  <a:pt x="4593285" y="2270163"/>
                </a:lnTo>
                <a:lnTo>
                  <a:pt x="4588307" y="2271839"/>
                </a:lnTo>
                <a:lnTo>
                  <a:pt x="4586478" y="2273439"/>
                </a:lnTo>
                <a:lnTo>
                  <a:pt x="4584128" y="2278151"/>
                </a:lnTo>
                <a:lnTo>
                  <a:pt x="4583963" y="2280577"/>
                </a:lnTo>
                <a:lnTo>
                  <a:pt x="4585652" y="2285568"/>
                </a:lnTo>
                <a:lnTo>
                  <a:pt x="4587240" y="2287397"/>
                </a:lnTo>
                <a:lnTo>
                  <a:pt x="4591964" y="2289733"/>
                </a:lnTo>
                <a:lnTo>
                  <a:pt x="4594377" y="2289899"/>
                </a:lnTo>
                <a:lnTo>
                  <a:pt x="4599368" y="2288222"/>
                </a:lnTo>
                <a:lnTo>
                  <a:pt x="4601197" y="2286622"/>
                </a:lnTo>
                <a:lnTo>
                  <a:pt x="4603534" y="2281910"/>
                </a:lnTo>
                <a:lnTo>
                  <a:pt x="4603699" y="2279485"/>
                </a:lnTo>
                <a:close/>
              </a:path>
              <a:path w="9475470" h="4709795">
                <a:moveTo>
                  <a:pt x="4628083" y="2414994"/>
                </a:moveTo>
                <a:lnTo>
                  <a:pt x="4627918" y="2412568"/>
                </a:lnTo>
                <a:lnTo>
                  <a:pt x="4625581" y="2407856"/>
                </a:lnTo>
                <a:lnTo>
                  <a:pt x="4623752" y="2406269"/>
                </a:lnTo>
                <a:lnTo>
                  <a:pt x="4618774" y="2404580"/>
                </a:lnTo>
                <a:lnTo>
                  <a:pt x="4616348" y="2404745"/>
                </a:lnTo>
                <a:lnTo>
                  <a:pt x="4611636" y="2407081"/>
                </a:lnTo>
                <a:lnTo>
                  <a:pt x="4610036" y="2408910"/>
                </a:lnTo>
                <a:lnTo>
                  <a:pt x="4608360" y="2413901"/>
                </a:lnTo>
                <a:lnTo>
                  <a:pt x="4608512" y="2416327"/>
                </a:lnTo>
                <a:lnTo>
                  <a:pt x="4610849" y="2421039"/>
                </a:lnTo>
                <a:lnTo>
                  <a:pt x="4612691" y="2422639"/>
                </a:lnTo>
                <a:lnTo>
                  <a:pt x="4617669" y="2424315"/>
                </a:lnTo>
                <a:lnTo>
                  <a:pt x="4620095" y="2424150"/>
                </a:lnTo>
                <a:lnTo>
                  <a:pt x="4624806" y="2421813"/>
                </a:lnTo>
                <a:lnTo>
                  <a:pt x="4626407" y="2419985"/>
                </a:lnTo>
                <a:lnTo>
                  <a:pt x="4628083" y="2414994"/>
                </a:lnTo>
                <a:close/>
              </a:path>
              <a:path w="9475470" h="4709795">
                <a:moveTo>
                  <a:pt x="4637837" y="2296426"/>
                </a:moveTo>
                <a:lnTo>
                  <a:pt x="4636160" y="2291448"/>
                </a:lnTo>
                <a:lnTo>
                  <a:pt x="4634560" y="2289619"/>
                </a:lnTo>
                <a:lnTo>
                  <a:pt x="4629848" y="2287270"/>
                </a:lnTo>
                <a:lnTo>
                  <a:pt x="4627423" y="2287105"/>
                </a:lnTo>
                <a:lnTo>
                  <a:pt x="4622431" y="2288781"/>
                </a:lnTo>
                <a:lnTo>
                  <a:pt x="4620603" y="2290381"/>
                </a:lnTo>
                <a:lnTo>
                  <a:pt x="4618266" y="2295093"/>
                </a:lnTo>
                <a:lnTo>
                  <a:pt x="4618101" y="2297519"/>
                </a:lnTo>
                <a:lnTo>
                  <a:pt x="4619777" y="2302510"/>
                </a:lnTo>
                <a:lnTo>
                  <a:pt x="4621377" y="2304338"/>
                </a:lnTo>
                <a:lnTo>
                  <a:pt x="4626089" y="2306675"/>
                </a:lnTo>
                <a:lnTo>
                  <a:pt x="4628515" y="2306840"/>
                </a:lnTo>
                <a:lnTo>
                  <a:pt x="4633493" y="2305164"/>
                </a:lnTo>
                <a:lnTo>
                  <a:pt x="4635322" y="2303564"/>
                </a:lnTo>
                <a:lnTo>
                  <a:pt x="4637671" y="2298852"/>
                </a:lnTo>
                <a:lnTo>
                  <a:pt x="4637837" y="2296426"/>
                </a:lnTo>
                <a:close/>
              </a:path>
              <a:path w="9475470" h="4709795">
                <a:moveTo>
                  <a:pt x="4662221" y="2398077"/>
                </a:moveTo>
                <a:lnTo>
                  <a:pt x="4662055" y="2395651"/>
                </a:lnTo>
                <a:lnTo>
                  <a:pt x="4659719" y="2390940"/>
                </a:lnTo>
                <a:lnTo>
                  <a:pt x="4657890" y="2389340"/>
                </a:lnTo>
                <a:lnTo>
                  <a:pt x="4652911" y="2387650"/>
                </a:lnTo>
                <a:lnTo>
                  <a:pt x="4650486" y="2387816"/>
                </a:lnTo>
                <a:lnTo>
                  <a:pt x="4645774" y="2390152"/>
                </a:lnTo>
                <a:lnTo>
                  <a:pt x="4644174" y="2391994"/>
                </a:lnTo>
                <a:lnTo>
                  <a:pt x="4642485" y="2396972"/>
                </a:lnTo>
                <a:lnTo>
                  <a:pt x="4642650" y="2399398"/>
                </a:lnTo>
                <a:lnTo>
                  <a:pt x="4644987" y="2404110"/>
                </a:lnTo>
                <a:lnTo>
                  <a:pt x="4646828" y="2405710"/>
                </a:lnTo>
                <a:lnTo>
                  <a:pt x="4651807" y="2407386"/>
                </a:lnTo>
                <a:lnTo>
                  <a:pt x="4654232" y="2407221"/>
                </a:lnTo>
                <a:lnTo>
                  <a:pt x="4658944" y="2404884"/>
                </a:lnTo>
                <a:lnTo>
                  <a:pt x="4660544" y="2403056"/>
                </a:lnTo>
                <a:lnTo>
                  <a:pt x="4662221" y="2398077"/>
                </a:lnTo>
                <a:close/>
              </a:path>
              <a:path w="9475470" h="4709795">
                <a:moveTo>
                  <a:pt x="4671961" y="2313368"/>
                </a:moveTo>
                <a:lnTo>
                  <a:pt x="4670285" y="2308390"/>
                </a:lnTo>
                <a:lnTo>
                  <a:pt x="4668685" y="2306561"/>
                </a:lnTo>
                <a:lnTo>
                  <a:pt x="4663973" y="2304211"/>
                </a:lnTo>
                <a:lnTo>
                  <a:pt x="4661547" y="2304046"/>
                </a:lnTo>
                <a:lnTo>
                  <a:pt x="4656556" y="2305723"/>
                </a:lnTo>
                <a:lnTo>
                  <a:pt x="4654728" y="2307323"/>
                </a:lnTo>
                <a:lnTo>
                  <a:pt x="4652391" y="2312035"/>
                </a:lnTo>
                <a:lnTo>
                  <a:pt x="4652226" y="2314460"/>
                </a:lnTo>
                <a:lnTo>
                  <a:pt x="4653902" y="2319451"/>
                </a:lnTo>
                <a:lnTo>
                  <a:pt x="4655502" y="2321280"/>
                </a:lnTo>
                <a:lnTo>
                  <a:pt x="4660214" y="2323617"/>
                </a:lnTo>
                <a:lnTo>
                  <a:pt x="4662640" y="2323782"/>
                </a:lnTo>
                <a:lnTo>
                  <a:pt x="4667631" y="2322106"/>
                </a:lnTo>
                <a:lnTo>
                  <a:pt x="4669460" y="2320506"/>
                </a:lnTo>
                <a:lnTo>
                  <a:pt x="4671796" y="2315794"/>
                </a:lnTo>
                <a:lnTo>
                  <a:pt x="4671961" y="2313368"/>
                </a:lnTo>
                <a:close/>
              </a:path>
              <a:path w="9475470" h="4709795">
                <a:moveTo>
                  <a:pt x="4696358" y="2381148"/>
                </a:moveTo>
                <a:lnTo>
                  <a:pt x="4696193" y="2378722"/>
                </a:lnTo>
                <a:lnTo>
                  <a:pt x="4693856" y="2374011"/>
                </a:lnTo>
                <a:lnTo>
                  <a:pt x="4692027" y="2372410"/>
                </a:lnTo>
                <a:lnTo>
                  <a:pt x="4687049" y="2370734"/>
                </a:lnTo>
                <a:lnTo>
                  <a:pt x="4684623" y="2370899"/>
                </a:lnTo>
                <a:lnTo>
                  <a:pt x="4679899" y="2373236"/>
                </a:lnTo>
                <a:lnTo>
                  <a:pt x="4678311" y="2375065"/>
                </a:lnTo>
                <a:lnTo>
                  <a:pt x="4676622" y="2380043"/>
                </a:lnTo>
                <a:lnTo>
                  <a:pt x="4676787" y="2382469"/>
                </a:lnTo>
                <a:lnTo>
                  <a:pt x="4679124" y="2387181"/>
                </a:lnTo>
                <a:lnTo>
                  <a:pt x="4680953" y="2388781"/>
                </a:lnTo>
                <a:lnTo>
                  <a:pt x="4685944" y="2390470"/>
                </a:lnTo>
                <a:lnTo>
                  <a:pt x="4688370" y="2390305"/>
                </a:lnTo>
                <a:lnTo>
                  <a:pt x="4693082" y="2387955"/>
                </a:lnTo>
                <a:lnTo>
                  <a:pt x="4694682" y="2386126"/>
                </a:lnTo>
                <a:lnTo>
                  <a:pt x="4696358" y="2381148"/>
                </a:lnTo>
                <a:close/>
              </a:path>
              <a:path w="9475470" h="4709795">
                <a:moveTo>
                  <a:pt x="4706086" y="2330310"/>
                </a:moveTo>
                <a:lnTo>
                  <a:pt x="4704410" y="2325332"/>
                </a:lnTo>
                <a:lnTo>
                  <a:pt x="4702810" y="2323490"/>
                </a:lnTo>
                <a:lnTo>
                  <a:pt x="4698098" y="2321153"/>
                </a:lnTo>
                <a:lnTo>
                  <a:pt x="4695672" y="2320988"/>
                </a:lnTo>
                <a:lnTo>
                  <a:pt x="4690694" y="2322665"/>
                </a:lnTo>
                <a:lnTo>
                  <a:pt x="4688852" y="2324265"/>
                </a:lnTo>
                <a:lnTo>
                  <a:pt x="4686516" y="2328976"/>
                </a:lnTo>
                <a:lnTo>
                  <a:pt x="4686351" y="2331402"/>
                </a:lnTo>
                <a:lnTo>
                  <a:pt x="4688027" y="2336393"/>
                </a:lnTo>
                <a:lnTo>
                  <a:pt x="4689627" y="2338222"/>
                </a:lnTo>
                <a:lnTo>
                  <a:pt x="4694339" y="2340559"/>
                </a:lnTo>
                <a:lnTo>
                  <a:pt x="4696765" y="2340724"/>
                </a:lnTo>
                <a:lnTo>
                  <a:pt x="4701756" y="2339048"/>
                </a:lnTo>
                <a:lnTo>
                  <a:pt x="4703584" y="2337447"/>
                </a:lnTo>
                <a:lnTo>
                  <a:pt x="4705921" y="2332736"/>
                </a:lnTo>
                <a:lnTo>
                  <a:pt x="4706086" y="2330310"/>
                </a:lnTo>
                <a:close/>
              </a:path>
              <a:path w="9475470" h="4709795">
                <a:moveTo>
                  <a:pt x="4740211" y="2347252"/>
                </a:moveTo>
                <a:lnTo>
                  <a:pt x="4738535" y="2342273"/>
                </a:lnTo>
                <a:lnTo>
                  <a:pt x="4736947" y="2340432"/>
                </a:lnTo>
                <a:lnTo>
                  <a:pt x="4732223" y="2338095"/>
                </a:lnTo>
                <a:lnTo>
                  <a:pt x="4729797" y="2337930"/>
                </a:lnTo>
                <a:lnTo>
                  <a:pt x="4724819" y="2339606"/>
                </a:lnTo>
                <a:lnTo>
                  <a:pt x="4722990" y="2341207"/>
                </a:lnTo>
                <a:lnTo>
                  <a:pt x="4720653" y="2345918"/>
                </a:lnTo>
                <a:lnTo>
                  <a:pt x="4720488" y="2348344"/>
                </a:lnTo>
                <a:lnTo>
                  <a:pt x="4722165" y="2353335"/>
                </a:lnTo>
                <a:lnTo>
                  <a:pt x="4723142" y="2354478"/>
                </a:lnTo>
                <a:lnTo>
                  <a:pt x="4721174" y="2353805"/>
                </a:lnTo>
                <a:lnTo>
                  <a:pt x="4718761" y="2353970"/>
                </a:lnTo>
                <a:lnTo>
                  <a:pt x="4714037" y="2356307"/>
                </a:lnTo>
                <a:lnTo>
                  <a:pt x="4712436" y="2358136"/>
                </a:lnTo>
                <a:lnTo>
                  <a:pt x="4710760" y="2363127"/>
                </a:lnTo>
                <a:lnTo>
                  <a:pt x="4710925" y="2365552"/>
                </a:lnTo>
                <a:lnTo>
                  <a:pt x="4713262" y="2370264"/>
                </a:lnTo>
                <a:lnTo>
                  <a:pt x="4715091" y="2371852"/>
                </a:lnTo>
                <a:lnTo>
                  <a:pt x="4720082" y="2373541"/>
                </a:lnTo>
                <a:lnTo>
                  <a:pt x="4722507" y="2373376"/>
                </a:lnTo>
                <a:lnTo>
                  <a:pt x="4727219" y="2371039"/>
                </a:lnTo>
                <a:lnTo>
                  <a:pt x="4728819" y="2369210"/>
                </a:lnTo>
                <a:lnTo>
                  <a:pt x="4730496" y="2364219"/>
                </a:lnTo>
                <a:lnTo>
                  <a:pt x="4730331" y="2361793"/>
                </a:lnTo>
                <a:lnTo>
                  <a:pt x="4728108" y="2357323"/>
                </a:lnTo>
                <a:lnTo>
                  <a:pt x="4728476" y="2357501"/>
                </a:lnTo>
                <a:lnTo>
                  <a:pt x="4730889" y="2357666"/>
                </a:lnTo>
                <a:lnTo>
                  <a:pt x="4735881" y="2355989"/>
                </a:lnTo>
                <a:lnTo>
                  <a:pt x="4737709" y="2354389"/>
                </a:lnTo>
                <a:lnTo>
                  <a:pt x="4740046" y="2349677"/>
                </a:lnTo>
                <a:lnTo>
                  <a:pt x="4740211" y="2347252"/>
                </a:lnTo>
                <a:close/>
              </a:path>
              <a:path w="9475470" h="4709795">
                <a:moveTo>
                  <a:pt x="4764633" y="2347290"/>
                </a:moveTo>
                <a:lnTo>
                  <a:pt x="4764468" y="2344864"/>
                </a:lnTo>
                <a:lnTo>
                  <a:pt x="4762131" y="2340152"/>
                </a:lnTo>
                <a:lnTo>
                  <a:pt x="4760303" y="2338552"/>
                </a:lnTo>
                <a:lnTo>
                  <a:pt x="4755312" y="2336876"/>
                </a:lnTo>
                <a:lnTo>
                  <a:pt x="4752886" y="2337041"/>
                </a:lnTo>
                <a:lnTo>
                  <a:pt x="4748174" y="2339378"/>
                </a:lnTo>
                <a:lnTo>
                  <a:pt x="4746574" y="2341207"/>
                </a:lnTo>
                <a:lnTo>
                  <a:pt x="4744898" y="2346198"/>
                </a:lnTo>
                <a:lnTo>
                  <a:pt x="4745063" y="2348623"/>
                </a:lnTo>
                <a:lnTo>
                  <a:pt x="4747399" y="2353335"/>
                </a:lnTo>
                <a:lnTo>
                  <a:pt x="4749228" y="2354935"/>
                </a:lnTo>
                <a:lnTo>
                  <a:pt x="4754219" y="2356612"/>
                </a:lnTo>
                <a:lnTo>
                  <a:pt x="4756632" y="2356447"/>
                </a:lnTo>
                <a:lnTo>
                  <a:pt x="4761357" y="2354110"/>
                </a:lnTo>
                <a:lnTo>
                  <a:pt x="4762957" y="2352281"/>
                </a:lnTo>
                <a:lnTo>
                  <a:pt x="4764633" y="2347290"/>
                </a:lnTo>
                <a:close/>
              </a:path>
              <a:path w="9475470" h="4709795">
                <a:moveTo>
                  <a:pt x="4774349" y="2364194"/>
                </a:moveTo>
                <a:lnTo>
                  <a:pt x="4772672" y="2359215"/>
                </a:lnTo>
                <a:lnTo>
                  <a:pt x="4771072" y="2357374"/>
                </a:lnTo>
                <a:lnTo>
                  <a:pt x="4766361" y="2355037"/>
                </a:lnTo>
                <a:lnTo>
                  <a:pt x="4763935" y="2354872"/>
                </a:lnTo>
                <a:lnTo>
                  <a:pt x="4758944" y="2356548"/>
                </a:lnTo>
                <a:lnTo>
                  <a:pt x="4757115" y="2358148"/>
                </a:lnTo>
                <a:lnTo>
                  <a:pt x="4754778" y="2362860"/>
                </a:lnTo>
                <a:lnTo>
                  <a:pt x="4754613" y="2365286"/>
                </a:lnTo>
                <a:lnTo>
                  <a:pt x="4756289" y="2370277"/>
                </a:lnTo>
                <a:lnTo>
                  <a:pt x="4757890" y="2372106"/>
                </a:lnTo>
                <a:lnTo>
                  <a:pt x="4762601" y="2374442"/>
                </a:lnTo>
                <a:lnTo>
                  <a:pt x="4765027" y="2374608"/>
                </a:lnTo>
                <a:lnTo>
                  <a:pt x="4770005" y="2372931"/>
                </a:lnTo>
                <a:lnTo>
                  <a:pt x="4771847" y="2371331"/>
                </a:lnTo>
                <a:lnTo>
                  <a:pt x="4774184" y="2366619"/>
                </a:lnTo>
                <a:lnTo>
                  <a:pt x="4774349" y="2364194"/>
                </a:lnTo>
                <a:close/>
              </a:path>
              <a:path w="9475470" h="4709795">
                <a:moveTo>
                  <a:pt x="4798771" y="2330373"/>
                </a:moveTo>
                <a:lnTo>
                  <a:pt x="4798606" y="2327948"/>
                </a:lnTo>
                <a:lnTo>
                  <a:pt x="4796269" y="2323236"/>
                </a:lnTo>
                <a:lnTo>
                  <a:pt x="4794440" y="2321636"/>
                </a:lnTo>
                <a:lnTo>
                  <a:pt x="4789449" y="2319947"/>
                </a:lnTo>
                <a:lnTo>
                  <a:pt x="4787023" y="2320112"/>
                </a:lnTo>
                <a:lnTo>
                  <a:pt x="4782312" y="2322449"/>
                </a:lnTo>
                <a:lnTo>
                  <a:pt x="4780712" y="2324290"/>
                </a:lnTo>
                <a:lnTo>
                  <a:pt x="4779035" y="2329269"/>
                </a:lnTo>
                <a:lnTo>
                  <a:pt x="4779200" y="2331694"/>
                </a:lnTo>
                <a:lnTo>
                  <a:pt x="4781537" y="2336406"/>
                </a:lnTo>
                <a:lnTo>
                  <a:pt x="4783366" y="2338006"/>
                </a:lnTo>
                <a:lnTo>
                  <a:pt x="4788344" y="2339683"/>
                </a:lnTo>
                <a:lnTo>
                  <a:pt x="4790770" y="2339517"/>
                </a:lnTo>
                <a:lnTo>
                  <a:pt x="4795494" y="2337181"/>
                </a:lnTo>
                <a:lnTo>
                  <a:pt x="4797082" y="2335352"/>
                </a:lnTo>
                <a:lnTo>
                  <a:pt x="4798771" y="2330373"/>
                </a:lnTo>
                <a:close/>
              </a:path>
              <a:path w="9475470" h="4709795">
                <a:moveTo>
                  <a:pt x="4808474" y="2381135"/>
                </a:moveTo>
                <a:lnTo>
                  <a:pt x="4806797" y="2376157"/>
                </a:lnTo>
                <a:lnTo>
                  <a:pt x="4805197" y="2374315"/>
                </a:lnTo>
                <a:lnTo>
                  <a:pt x="4800485" y="2371979"/>
                </a:lnTo>
                <a:lnTo>
                  <a:pt x="4798060" y="2371814"/>
                </a:lnTo>
                <a:lnTo>
                  <a:pt x="4793069" y="2373490"/>
                </a:lnTo>
                <a:lnTo>
                  <a:pt x="4791240" y="2375090"/>
                </a:lnTo>
                <a:lnTo>
                  <a:pt x="4788903" y="2379802"/>
                </a:lnTo>
                <a:lnTo>
                  <a:pt x="4788738" y="2382228"/>
                </a:lnTo>
                <a:lnTo>
                  <a:pt x="4790414" y="2387219"/>
                </a:lnTo>
                <a:lnTo>
                  <a:pt x="4792015" y="2389047"/>
                </a:lnTo>
                <a:lnTo>
                  <a:pt x="4796726" y="2391384"/>
                </a:lnTo>
                <a:lnTo>
                  <a:pt x="4799152" y="2391549"/>
                </a:lnTo>
                <a:lnTo>
                  <a:pt x="4804143" y="2389873"/>
                </a:lnTo>
                <a:lnTo>
                  <a:pt x="4805972" y="2388273"/>
                </a:lnTo>
                <a:lnTo>
                  <a:pt x="4808309" y="2383561"/>
                </a:lnTo>
                <a:lnTo>
                  <a:pt x="4808474" y="2381135"/>
                </a:lnTo>
                <a:close/>
              </a:path>
              <a:path w="9475470" h="4709795">
                <a:moveTo>
                  <a:pt x="4832909" y="2313444"/>
                </a:moveTo>
                <a:lnTo>
                  <a:pt x="4832743" y="2311019"/>
                </a:lnTo>
                <a:lnTo>
                  <a:pt x="4830407" y="2306307"/>
                </a:lnTo>
                <a:lnTo>
                  <a:pt x="4828578" y="2304707"/>
                </a:lnTo>
                <a:lnTo>
                  <a:pt x="4823587" y="2303030"/>
                </a:lnTo>
                <a:lnTo>
                  <a:pt x="4821161" y="2303195"/>
                </a:lnTo>
                <a:lnTo>
                  <a:pt x="4816449" y="2305532"/>
                </a:lnTo>
                <a:lnTo>
                  <a:pt x="4814849" y="2307361"/>
                </a:lnTo>
                <a:lnTo>
                  <a:pt x="4813173" y="2312339"/>
                </a:lnTo>
                <a:lnTo>
                  <a:pt x="4813338" y="2314765"/>
                </a:lnTo>
                <a:lnTo>
                  <a:pt x="4815675" y="2319477"/>
                </a:lnTo>
                <a:lnTo>
                  <a:pt x="4817503" y="2321077"/>
                </a:lnTo>
                <a:lnTo>
                  <a:pt x="4822482" y="2322753"/>
                </a:lnTo>
                <a:lnTo>
                  <a:pt x="4824908" y="2322601"/>
                </a:lnTo>
                <a:lnTo>
                  <a:pt x="4829619" y="2320252"/>
                </a:lnTo>
                <a:lnTo>
                  <a:pt x="4831219" y="2318423"/>
                </a:lnTo>
                <a:lnTo>
                  <a:pt x="4832909" y="2313444"/>
                </a:lnTo>
                <a:close/>
              </a:path>
              <a:path w="9475470" h="4709795">
                <a:moveTo>
                  <a:pt x="4842599" y="2398077"/>
                </a:moveTo>
                <a:lnTo>
                  <a:pt x="4840922" y="2393099"/>
                </a:lnTo>
                <a:lnTo>
                  <a:pt x="4839322" y="2391257"/>
                </a:lnTo>
                <a:lnTo>
                  <a:pt x="4834610" y="2388920"/>
                </a:lnTo>
                <a:lnTo>
                  <a:pt x="4832185" y="2388755"/>
                </a:lnTo>
                <a:lnTo>
                  <a:pt x="4827206" y="2390432"/>
                </a:lnTo>
                <a:lnTo>
                  <a:pt x="4825377" y="2392032"/>
                </a:lnTo>
                <a:lnTo>
                  <a:pt x="4823028" y="2396744"/>
                </a:lnTo>
                <a:lnTo>
                  <a:pt x="4822863" y="2399169"/>
                </a:lnTo>
                <a:lnTo>
                  <a:pt x="4824539" y="2404160"/>
                </a:lnTo>
                <a:lnTo>
                  <a:pt x="4826139" y="2405989"/>
                </a:lnTo>
                <a:lnTo>
                  <a:pt x="4830851" y="2408326"/>
                </a:lnTo>
                <a:lnTo>
                  <a:pt x="4833277" y="2408491"/>
                </a:lnTo>
                <a:lnTo>
                  <a:pt x="4838268" y="2406815"/>
                </a:lnTo>
                <a:lnTo>
                  <a:pt x="4840097" y="2405215"/>
                </a:lnTo>
                <a:lnTo>
                  <a:pt x="4842434" y="2400503"/>
                </a:lnTo>
                <a:lnTo>
                  <a:pt x="4842599" y="2398077"/>
                </a:lnTo>
                <a:close/>
              </a:path>
              <a:path w="9475470" h="4709795">
                <a:moveTo>
                  <a:pt x="4867046" y="2296515"/>
                </a:moveTo>
                <a:lnTo>
                  <a:pt x="4866881" y="2294090"/>
                </a:lnTo>
                <a:lnTo>
                  <a:pt x="4864544" y="2289378"/>
                </a:lnTo>
                <a:lnTo>
                  <a:pt x="4862703" y="2287778"/>
                </a:lnTo>
                <a:lnTo>
                  <a:pt x="4857724" y="2286101"/>
                </a:lnTo>
                <a:lnTo>
                  <a:pt x="4855299" y="2286266"/>
                </a:lnTo>
                <a:lnTo>
                  <a:pt x="4850587" y="2288603"/>
                </a:lnTo>
                <a:lnTo>
                  <a:pt x="4848987" y="2290432"/>
                </a:lnTo>
                <a:lnTo>
                  <a:pt x="4847310" y="2295423"/>
                </a:lnTo>
                <a:lnTo>
                  <a:pt x="4847475" y="2297836"/>
                </a:lnTo>
                <a:lnTo>
                  <a:pt x="4849812" y="2302560"/>
                </a:lnTo>
                <a:lnTo>
                  <a:pt x="4851641" y="2304148"/>
                </a:lnTo>
                <a:lnTo>
                  <a:pt x="4856619" y="2305837"/>
                </a:lnTo>
                <a:lnTo>
                  <a:pt x="4859045" y="2305672"/>
                </a:lnTo>
                <a:lnTo>
                  <a:pt x="4863757" y="2303335"/>
                </a:lnTo>
                <a:lnTo>
                  <a:pt x="4865357" y="2301506"/>
                </a:lnTo>
                <a:lnTo>
                  <a:pt x="4867046" y="2296515"/>
                </a:lnTo>
                <a:close/>
              </a:path>
              <a:path w="9475470" h="4709795">
                <a:moveTo>
                  <a:pt x="4876736" y="2415019"/>
                </a:moveTo>
                <a:lnTo>
                  <a:pt x="4875047" y="2410041"/>
                </a:lnTo>
                <a:lnTo>
                  <a:pt x="4873460" y="2408199"/>
                </a:lnTo>
                <a:lnTo>
                  <a:pt x="4868735" y="2405862"/>
                </a:lnTo>
                <a:lnTo>
                  <a:pt x="4866322" y="2405697"/>
                </a:lnTo>
                <a:lnTo>
                  <a:pt x="4861331" y="2407374"/>
                </a:lnTo>
                <a:lnTo>
                  <a:pt x="4859502" y="2408974"/>
                </a:lnTo>
                <a:lnTo>
                  <a:pt x="4857166" y="2413685"/>
                </a:lnTo>
                <a:lnTo>
                  <a:pt x="4857000" y="2416111"/>
                </a:lnTo>
                <a:lnTo>
                  <a:pt x="4858677" y="2421102"/>
                </a:lnTo>
                <a:lnTo>
                  <a:pt x="4860264" y="2422931"/>
                </a:lnTo>
                <a:lnTo>
                  <a:pt x="4864989" y="2425268"/>
                </a:lnTo>
                <a:lnTo>
                  <a:pt x="4867414" y="2425433"/>
                </a:lnTo>
                <a:lnTo>
                  <a:pt x="4872393" y="2423757"/>
                </a:lnTo>
                <a:lnTo>
                  <a:pt x="4874222" y="2422156"/>
                </a:lnTo>
                <a:lnTo>
                  <a:pt x="4876558" y="2417445"/>
                </a:lnTo>
                <a:lnTo>
                  <a:pt x="4876736" y="2415019"/>
                </a:lnTo>
                <a:close/>
              </a:path>
              <a:path w="9475470" h="4709795">
                <a:moveTo>
                  <a:pt x="4901171" y="2279586"/>
                </a:moveTo>
                <a:lnTo>
                  <a:pt x="4901006" y="2277160"/>
                </a:lnTo>
                <a:lnTo>
                  <a:pt x="4898669" y="2272449"/>
                </a:lnTo>
                <a:lnTo>
                  <a:pt x="4896840" y="2270849"/>
                </a:lnTo>
                <a:lnTo>
                  <a:pt x="4891862" y="2269172"/>
                </a:lnTo>
                <a:lnTo>
                  <a:pt x="4889436" y="2269337"/>
                </a:lnTo>
                <a:lnTo>
                  <a:pt x="4884725" y="2271674"/>
                </a:lnTo>
                <a:lnTo>
                  <a:pt x="4883124" y="2273503"/>
                </a:lnTo>
                <a:lnTo>
                  <a:pt x="4881448" y="2278494"/>
                </a:lnTo>
                <a:lnTo>
                  <a:pt x="4881600" y="2280920"/>
                </a:lnTo>
                <a:lnTo>
                  <a:pt x="4883937" y="2285631"/>
                </a:lnTo>
                <a:lnTo>
                  <a:pt x="4885779" y="2287232"/>
                </a:lnTo>
                <a:lnTo>
                  <a:pt x="4890757" y="2288908"/>
                </a:lnTo>
                <a:lnTo>
                  <a:pt x="4893183" y="2288743"/>
                </a:lnTo>
                <a:lnTo>
                  <a:pt x="4897894" y="2286406"/>
                </a:lnTo>
                <a:lnTo>
                  <a:pt x="4899495" y="2284577"/>
                </a:lnTo>
                <a:lnTo>
                  <a:pt x="4901171" y="2279586"/>
                </a:lnTo>
                <a:close/>
              </a:path>
              <a:path w="9475470" h="4709795">
                <a:moveTo>
                  <a:pt x="4910861" y="2431961"/>
                </a:moveTo>
                <a:lnTo>
                  <a:pt x="4909185" y="2426982"/>
                </a:lnTo>
                <a:lnTo>
                  <a:pt x="4907585" y="2425141"/>
                </a:lnTo>
                <a:lnTo>
                  <a:pt x="4902873" y="2422804"/>
                </a:lnTo>
                <a:lnTo>
                  <a:pt x="4900447" y="2422639"/>
                </a:lnTo>
                <a:lnTo>
                  <a:pt x="4895456" y="2424315"/>
                </a:lnTo>
                <a:lnTo>
                  <a:pt x="4893627" y="2425916"/>
                </a:lnTo>
                <a:lnTo>
                  <a:pt x="4891290" y="2430627"/>
                </a:lnTo>
                <a:lnTo>
                  <a:pt x="4891125" y="2433053"/>
                </a:lnTo>
                <a:lnTo>
                  <a:pt x="4892802" y="2438031"/>
                </a:lnTo>
                <a:lnTo>
                  <a:pt x="4894402" y="2439873"/>
                </a:lnTo>
                <a:lnTo>
                  <a:pt x="4899114" y="2442210"/>
                </a:lnTo>
                <a:lnTo>
                  <a:pt x="4901539" y="2442375"/>
                </a:lnTo>
                <a:lnTo>
                  <a:pt x="4906518" y="2440698"/>
                </a:lnTo>
                <a:lnTo>
                  <a:pt x="4908359" y="2439098"/>
                </a:lnTo>
                <a:lnTo>
                  <a:pt x="4910696" y="2434386"/>
                </a:lnTo>
                <a:lnTo>
                  <a:pt x="4910861" y="2431961"/>
                </a:lnTo>
                <a:close/>
              </a:path>
              <a:path w="9475470" h="4709795">
                <a:moveTo>
                  <a:pt x="4935309" y="2262670"/>
                </a:moveTo>
                <a:lnTo>
                  <a:pt x="4935144" y="2260244"/>
                </a:lnTo>
                <a:lnTo>
                  <a:pt x="4932807" y="2255532"/>
                </a:lnTo>
                <a:lnTo>
                  <a:pt x="4930978" y="2253932"/>
                </a:lnTo>
                <a:lnTo>
                  <a:pt x="4926000" y="2252243"/>
                </a:lnTo>
                <a:lnTo>
                  <a:pt x="4923574" y="2252408"/>
                </a:lnTo>
                <a:lnTo>
                  <a:pt x="4918862" y="2254745"/>
                </a:lnTo>
                <a:lnTo>
                  <a:pt x="4917262" y="2256574"/>
                </a:lnTo>
                <a:lnTo>
                  <a:pt x="4915573" y="2261565"/>
                </a:lnTo>
                <a:lnTo>
                  <a:pt x="4915738" y="2263991"/>
                </a:lnTo>
                <a:lnTo>
                  <a:pt x="4918075" y="2268702"/>
                </a:lnTo>
                <a:lnTo>
                  <a:pt x="4919904" y="2270302"/>
                </a:lnTo>
                <a:lnTo>
                  <a:pt x="4924895" y="2271979"/>
                </a:lnTo>
                <a:lnTo>
                  <a:pt x="4927320" y="2271814"/>
                </a:lnTo>
                <a:lnTo>
                  <a:pt x="4932032" y="2269477"/>
                </a:lnTo>
                <a:lnTo>
                  <a:pt x="4933632" y="2267648"/>
                </a:lnTo>
                <a:lnTo>
                  <a:pt x="4935309" y="2262670"/>
                </a:lnTo>
                <a:close/>
              </a:path>
              <a:path w="9475470" h="4709795">
                <a:moveTo>
                  <a:pt x="4944986" y="2448903"/>
                </a:moveTo>
                <a:lnTo>
                  <a:pt x="4943310" y="2443924"/>
                </a:lnTo>
                <a:lnTo>
                  <a:pt x="4941709" y="2442083"/>
                </a:lnTo>
                <a:lnTo>
                  <a:pt x="4936998" y="2439746"/>
                </a:lnTo>
                <a:lnTo>
                  <a:pt x="4934572" y="2439581"/>
                </a:lnTo>
                <a:lnTo>
                  <a:pt x="4929594" y="2441257"/>
                </a:lnTo>
                <a:lnTo>
                  <a:pt x="4927752" y="2442857"/>
                </a:lnTo>
                <a:lnTo>
                  <a:pt x="4925415" y="2447569"/>
                </a:lnTo>
                <a:lnTo>
                  <a:pt x="4925250" y="2449995"/>
                </a:lnTo>
                <a:lnTo>
                  <a:pt x="4926927" y="2454973"/>
                </a:lnTo>
                <a:lnTo>
                  <a:pt x="4928527" y="2456815"/>
                </a:lnTo>
                <a:lnTo>
                  <a:pt x="4933239" y="2459151"/>
                </a:lnTo>
                <a:lnTo>
                  <a:pt x="4935664" y="2459317"/>
                </a:lnTo>
                <a:lnTo>
                  <a:pt x="4940655" y="2457640"/>
                </a:lnTo>
                <a:lnTo>
                  <a:pt x="4942484" y="2456040"/>
                </a:lnTo>
                <a:lnTo>
                  <a:pt x="4944821" y="2451328"/>
                </a:lnTo>
                <a:lnTo>
                  <a:pt x="4944986" y="2448903"/>
                </a:lnTo>
                <a:close/>
              </a:path>
              <a:path w="9475470" h="4709795">
                <a:moveTo>
                  <a:pt x="4969446" y="2245741"/>
                </a:moveTo>
                <a:lnTo>
                  <a:pt x="4969281" y="2243315"/>
                </a:lnTo>
                <a:lnTo>
                  <a:pt x="4966944" y="2238603"/>
                </a:lnTo>
                <a:lnTo>
                  <a:pt x="4965116" y="2237003"/>
                </a:lnTo>
                <a:lnTo>
                  <a:pt x="4960137" y="2235327"/>
                </a:lnTo>
                <a:lnTo>
                  <a:pt x="4957711" y="2235492"/>
                </a:lnTo>
                <a:lnTo>
                  <a:pt x="4952987" y="2237829"/>
                </a:lnTo>
                <a:lnTo>
                  <a:pt x="4951400" y="2239657"/>
                </a:lnTo>
                <a:lnTo>
                  <a:pt x="4949710" y="2244636"/>
                </a:lnTo>
                <a:lnTo>
                  <a:pt x="4949876" y="2247061"/>
                </a:lnTo>
                <a:lnTo>
                  <a:pt x="4952212" y="2251773"/>
                </a:lnTo>
                <a:lnTo>
                  <a:pt x="4954041" y="2253373"/>
                </a:lnTo>
                <a:lnTo>
                  <a:pt x="4959032" y="2255050"/>
                </a:lnTo>
                <a:lnTo>
                  <a:pt x="4961458" y="2254885"/>
                </a:lnTo>
                <a:lnTo>
                  <a:pt x="4966170" y="2252548"/>
                </a:lnTo>
                <a:lnTo>
                  <a:pt x="4967770" y="2250719"/>
                </a:lnTo>
                <a:lnTo>
                  <a:pt x="4969446" y="2245741"/>
                </a:lnTo>
                <a:close/>
              </a:path>
              <a:path w="9475470" h="4709795">
                <a:moveTo>
                  <a:pt x="4979111" y="2465844"/>
                </a:moveTo>
                <a:lnTo>
                  <a:pt x="4977435" y="2460866"/>
                </a:lnTo>
                <a:lnTo>
                  <a:pt x="4975834" y="2459024"/>
                </a:lnTo>
                <a:lnTo>
                  <a:pt x="4971123" y="2456688"/>
                </a:lnTo>
                <a:lnTo>
                  <a:pt x="4968697" y="2456523"/>
                </a:lnTo>
                <a:lnTo>
                  <a:pt x="4963719" y="2458199"/>
                </a:lnTo>
                <a:lnTo>
                  <a:pt x="4961890" y="2459799"/>
                </a:lnTo>
                <a:lnTo>
                  <a:pt x="4959540" y="2464511"/>
                </a:lnTo>
                <a:lnTo>
                  <a:pt x="4959375" y="2466937"/>
                </a:lnTo>
                <a:lnTo>
                  <a:pt x="4961052" y="2471915"/>
                </a:lnTo>
                <a:lnTo>
                  <a:pt x="4962652" y="2473756"/>
                </a:lnTo>
                <a:lnTo>
                  <a:pt x="4967363" y="2476093"/>
                </a:lnTo>
                <a:lnTo>
                  <a:pt x="4969789" y="2476258"/>
                </a:lnTo>
                <a:lnTo>
                  <a:pt x="4974780" y="2474582"/>
                </a:lnTo>
                <a:lnTo>
                  <a:pt x="4976609" y="2472982"/>
                </a:lnTo>
                <a:lnTo>
                  <a:pt x="4978946" y="2468270"/>
                </a:lnTo>
                <a:lnTo>
                  <a:pt x="4979111" y="2465844"/>
                </a:lnTo>
                <a:close/>
              </a:path>
              <a:path w="9475470" h="4709795">
                <a:moveTo>
                  <a:pt x="5003584" y="2228812"/>
                </a:moveTo>
                <a:lnTo>
                  <a:pt x="5003419" y="2226386"/>
                </a:lnTo>
                <a:lnTo>
                  <a:pt x="5001082" y="2221674"/>
                </a:lnTo>
                <a:lnTo>
                  <a:pt x="4999253" y="2220074"/>
                </a:lnTo>
                <a:lnTo>
                  <a:pt x="4994262" y="2218398"/>
                </a:lnTo>
                <a:lnTo>
                  <a:pt x="4991849" y="2218563"/>
                </a:lnTo>
                <a:lnTo>
                  <a:pt x="4987125" y="2220899"/>
                </a:lnTo>
                <a:lnTo>
                  <a:pt x="4985524" y="2222728"/>
                </a:lnTo>
                <a:lnTo>
                  <a:pt x="4983848" y="2227719"/>
                </a:lnTo>
                <a:lnTo>
                  <a:pt x="4984013" y="2230132"/>
                </a:lnTo>
                <a:lnTo>
                  <a:pt x="4986350" y="2234857"/>
                </a:lnTo>
                <a:lnTo>
                  <a:pt x="4988179" y="2236444"/>
                </a:lnTo>
                <a:lnTo>
                  <a:pt x="4993170" y="2238133"/>
                </a:lnTo>
                <a:lnTo>
                  <a:pt x="4995596" y="2237968"/>
                </a:lnTo>
                <a:lnTo>
                  <a:pt x="5000307" y="2235631"/>
                </a:lnTo>
                <a:lnTo>
                  <a:pt x="5001907" y="2233790"/>
                </a:lnTo>
                <a:lnTo>
                  <a:pt x="5003584" y="2228812"/>
                </a:lnTo>
                <a:close/>
              </a:path>
              <a:path w="9475470" h="4709795">
                <a:moveTo>
                  <a:pt x="5013249" y="2482786"/>
                </a:moveTo>
                <a:lnTo>
                  <a:pt x="5011559" y="2477808"/>
                </a:lnTo>
                <a:lnTo>
                  <a:pt x="5009972" y="2475966"/>
                </a:lnTo>
                <a:lnTo>
                  <a:pt x="5005260" y="2473629"/>
                </a:lnTo>
                <a:lnTo>
                  <a:pt x="5002835" y="2473464"/>
                </a:lnTo>
                <a:lnTo>
                  <a:pt x="4997843" y="2475141"/>
                </a:lnTo>
                <a:lnTo>
                  <a:pt x="4996015" y="2476741"/>
                </a:lnTo>
                <a:lnTo>
                  <a:pt x="4993678" y="2481453"/>
                </a:lnTo>
                <a:lnTo>
                  <a:pt x="4993513" y="2483878"/>
                </a:lnTo>
                <a:lnTo>
                  <a:pt x="4995189" y="2488857"/>
                </a:lnTo>
                <a:lnTo>
                  <a:pt x="4996789" y="2490698"/>
                </a:lnTo>
                <a:lnTo>
                  <a:pt x="5001501" y="2493035"/>
                </a:lnTo>
                <a:lnTo>
                  <a:pt x="5003927" y="2493200"/>
                </a:lnTo>
                <a:lnTo>
                  <a:pt x="5008905" y="2491524"/>
                </a:lnTo>
                <a:lnTo>
                  <a:pt x="5010734" y="2489924"/>
                </a:lnTo>
                <a:lnTo>
                  <a:pt x="5013083" y="2485212"/>
                </a:lnTo>
                <a:lnTo>
                  <a:pt x="5013249" y="2482786"/>
                </a:lnTo>
                <a:close/>
              </a:path>
              <a:path w="9475470" h="4709795">
                <a:moveTo>
                  <a:pt x="5037721" y="2211882"/>
                </a:moveTo>
                <a:lnTo>
                  <a:pt x="5037556" y="2209457"/>
                </a:lnTo>
                <a:lnTo>
                  <a:pt x="5035220" y="2204745"/>
                </a:lnTo>
                <a:lnTo>
                  <a:pt x="5033391" y="2203145"/>
                </a:lnTo>
                <a:lnTo>
                  <a:pt x="5028400" y="2201468"/>
                </a:lnTo>
                <a:lnTo>
                  <a:pt x="5025974" y="2201634"/>
                </a:lnTo>
                <a:lnTo>
                  <a:pt x="5021262" y="2203970"/>
                </a:lnTo>
                <a:lnTo>
                  <a:pt x="5019662" y="2205799"/>
                </a:lnTo>
                <a:lnTo>
                  <a:pt x="5017986" y="2210790"/>
                </a:lnTo>
                <a:lnTo>
                  <a:pt x="5018151" y="2213216"/>
                </a:lnTo>
                <a:lnTo>
                  <a:pt x="5020488" y="2217928"/>
                </a:lnTo>
                <a:lnTo>
                  <a:pt x="5022316" y="2219528"/>
                </a:lnTo>
                <a:lnTo>
                  <a:pt x="5027307" y="2221204"/>
                </a:lnTo>
                <a:lnTo>
                  <a:pt x="5029720" y="2221039"/>
                </a:lnTo>
                <a:lnTo>
                  <a:pt x="5034445" y="2218702"/>
                </a:lnTo>
                <a:lnTo>
                  <a:pt x="5036045" y="2216874"/>
                </a:lnTo>
                <a:lnTo>
                  <a:pt x="5037721" y="2211882"/>
                </a:lnTo>
                <a:close/>
              </a:path>
              <a:path w="9475470" h="4709795">
                <a:moveTo>
                  <a:pt x="5047373" y="2499728"/>
                </a:moveTo>
                <a:lnTo>
                  <a:pt x="5045697" y="2494737"/>
                </a:lnTo>
                <a:lnTo>
                  <a:pt x="5044097" y="2492908"/>
                </a:lnTo>
                <a:lnTo>
                  <a:pt x="5039385" y="2490571"/>
                </a:lnTo>
                <a:lnTo>
                  <a:pt x="5036959" y="2490406"/>
                </a:lnTo>
                <a:lnTo>
                  <a:pt x="5031968" y="2492083"/>
                </a:lnTo>
                <a:lnTo>
                  <a:pt x="5030140" y="2493683"/>
                </a:lnTo>
                <a:lnTo>
                  <a:pt x="5027803" y="2498394"/>
                </a:lnTo>
                <a:lnTo>
                  <a:pt x="5027638" y="2500820"/>
                </a:lnTo>
                <a:lnTo>
                  <a:pt x="5029314" y="2505799"/>
                </a:lnTo>
                <a:lnTo>
                  <a:pt x="5030914" y="2507640"/>
                </a:lnTo>
                <a:lnTo>
                  <a:pt x="5035626" y="2509977"/>
                </a:lnTo>
                <a:lnTo>
                  <a:pt x="5038052" y="2510142"/>
                </a:lnTo>
                <a:lnTo>
                  <a:pt x="5043030" y="2508466"/>
                </a:lnTo>
                <a:lnTo>
                  <a:pt x="5044872" y="2506865"/>
                </a:lnTo>
                <a:lnTo>
                  <a:pt x="5047208" y="2502154"/>
                </a:lnTo>
                <a:lnTo>
                  <a:pt x="5047373" y="2499728"/>
                </a:lnTo>
                <a:close/>
              </a:path>
              <a:path w="9475470" h="4709795">
                <a:moveTo>
                  <a:pt x="5071859" y="2194953"/>
                </a:moveTo>
                <a:lnTo>
                  <a:pt x="5071694" y="2192540"/>
                </a:lnTo>
                <a:lnTo>
                  <a:pt x="5069357" y="2187816"/>
                </a:lnTo>
                <a:lnTo>
                  <a:pt x="5067528" y="2186228"/>
                </a:lnTo>
                <a:lnTo>
                  <a:pt x="5062537" y="2184539"/>
                </a:lnTo>
                <a:lnTo>
                  <a:pt x="5060112" y="2184704"/>
                </a:lnTo>
                <a:lnTo>
                  <a:pt x="5055400" y="2187041"/>
                </a:lnTo>
                <a:lnTo>
                  <a:pt x="5053800" y="2188870"/>
                </a:lnTo>
                <a:lnTo>
                  <a:pt x="5052123" y="2193861"/>
                </a:lnTo>
                <a:lnTo>
                  <a:pt x="5052288" y="2196287"/>
                </a:lnTo>
                <a:lnTo>
                  <a:pt x="5054625" y="2200999"/>
                </a:lnTo>
                <a:lnTo>
                  <a:pt x="5056454" y="2202599"/>
                </a:lnTo>
                <a:lnTo>
                  <a:pt x="5061432" y="2204275"/>
                </a:lnTo>
                <a:lnTo>
                  <a:pt x="5063858" y="2204110"/>
                </a:lnTo>
                <a:lnTo>
                  <a:pt x="5068582" y="2201773"/>
                </a:lnTo>
                <a:lnTo>
                  <a:pt x="5070170" y="2199944"/>
                </a:lnTo>
                <a:lnTo>
                  <a:pt x="5071859" y="2194953"/>
                </a:lnTo>
                <a:close/>
              </a:path>
              <a:path w="9475470" h="4709795">
                <a:moveTo>
                  <a:pt x="5081498" y="2516670"/>
                </a:moveTo>
                <a:lnTo>
                  <a:pt x="5079822" y="2511679"/>
                </a:lnTo>
                <a:lnTo>
                  <a:pt x="5078222" y="2509850"/>
                </a:lnTo>
                <a:lnTo>
                  <a:pt x="5073510" y="2507513"/>
                </a:lnTo>
                <a:lnTo>
                  <a:pt x="5071084" y="2507348"/>
                </a:lnTo>
                <a:lnTo>
                  <a:pt x="5066106" y="2509024"/>
                </a:lnTo>
                <a:lnTo>
                  <a:pt x="5064264" y="2510625"/>
                </a:lnTo>
                <a:lnTo>
                  <a:pt x="5061928" y="2515336"/>
                </a:lnTo>
                <a:lnTo>
                  <a:pt x="5061763" y="2517762"/>
                </a:lnTo>
                <a:lnTo>
                  <a:pt x="5063439" y="2522740"/>
                </a:lnTo>
                <a:lnTo>
                  <a:pt x="5065039" y="2524582"/>
                </a:lnTo>
                <a:lnTo>
                  <a:pt x="5069751" y="2526919"/>
                </a:lnTo>
                <a:lnTo>
                  <a:pt x="5072177" y="2527084"/>
                </a:lnTo>
                <a:lnTo>
                  <a:pt x="5077168" y="2525407"/>
                </a:lnTo>
                <a:lnTo>
                  <a:pt x="5078996" y="2523807"/>
                </a:lnTo>
                <a:lnTo>
                  <a:pt x="5081333" y="2519095"/>
                </a:lnTo>
                <a:lnTo>
                  <a:pt x="5081498" y="2516670"/>
                </a:lnTo>
                <a:close/>
              </a:path>
              <a:path w="9475470" h="4709795">
                <a:moveTo>
                  <a:pt x="5105997" y="2178037"/>
                </a:moveTo>
                <a:lnTo>
                  <a:pt x="5105832" y="2175611"/>
                </a:lnTo>
                <a:lnTo>
                  <a:pt x="5103495" y="2170900"/>
                </a:lnTo>
                <a:lnTo>
                  <a:pt x="5101666" y="2169299"/>
                </a:lnTo>
                <a:lnTo>
                  <a:pt x="5096675" y="2167623"/>
                </a:lnTo>
                <a:lnTo>
                  <a:pt x="5094249" y="2167775"/>
                </a:lnTo>
                <a:lnTo>
                  <a:pt x="5089537" y="2170125"/>
                </a:lnTo>
                <a:lnTo>
                  <a:pt x="5087937" y="2171954"/>
                </a:lnTo>
                <a:lnTo>
                  <a:pt x="5086261" y="2176932"/>
                </a:lnTo>
                <a:lnTo>
                  <a:pt x="5086426" y="2179358"/>
                </a:lnTo>
                <a:lnTo>
                  <a:pt x="5088763" y="2184069"/>
                </a:lnTo>
                <a:lnTo>
                  <a:pt x="5090592" y="2185670"/>
                </a:lnTo>
                <a:lnTo>
                  <a:pt x="5095570" y="2187346"/>
                </a:lnTo>
                <a:lnTo>
                  <a:pt x="5097996" y="2187181"/>
                </a:lnTo>
                <a:lnTo>
                  <a:pt x="5102707" y="2184844"/>
                </a:lnTo>
                <a:lnTo>
                  <a:pt x="5104308" y="2183015"/>
                </a:lnTo>
                <a:lnTo>
                  <a:pt x="5105997" y="2178037"/>
                </a:lnTo>
                <a:close/>
              </a:path>
              <a:path w="9475470" h="4709795">
                <a:moveTo>
                  <a:pt x="5115623" y="2533612"/>
                </a:moveTo>
                <a:lnTo>
                  <a:pt x="5113947" y="2528620"/>
                </a:lnTo>
                <a:lnTo>
                  <a:pt x="5112359" y="2526792"/>
                </a:lnTo>
                <a:lnTo>
                  <a:pt x="5107635" y="2524455"/>
                </a:lnTo>
                <a:lnTo>
                  <a:pt x="5105209" y="2524290"/>
                </a:lnTo>
                <a:lnTo>
                  <a:pt x="5100231" y="2525966"/>
                </a:lnTo>
                <a:lnTo>
                  <a:pt x="5098402" y="2527566"/>
                </a:lnTo>
                <a:lnTo>
                  <a:pt x="5096053" y="2532278"/>
                </a:lnTo>
                <a:lnTo>
                  <a:pt x="5095887" y="2534704"/>
                </a:lnTo>
                <a:lnTo>
                  <a:pt x="5097577" y="2539682"/>
                </a:lnTo>
                <a:lnTo>
                  <a:pt x="5099164" y="2541524"/>
                </a:lnTo>
                <a:lnTo>
                  <a:pt x="5103888" y="2543860"/>
                </a:lnTo>
                <a:lnTo>
                  <a:pt x="5106301" y="2544026"/>
                </a:lnTo>
                <a:lnTo>
                  <a:pt x="5111293" y="2542349"/>
                </a:lnTo>
                <a:lnTo>
                  <a:pt x="5113121" y="2540749"/>
                </a:lnTo>
                <a:lnTo>
                  <a:pt x="5115458" y="2536037"/>
                </a:lnTo>
                <a:lnTo>
                  <a:pt x="5115623" y="2533612"/>
                </a:lnTo>
                <a:close/>
              </a:path>
              <a:path w="9475470" h="4709795">
                <a:moveTo>
                  <a:pt x="5140122" y="2161108"/>
                </a:moveTo>
                <a:lnTo>
                  <a:pt x="5139969" y="2158682"/>
                </a:lnTo>
                <a:lnTo>
                  <a:pt x="5137632" y="2153970"/>
                </a:lnTo>
                <a:lnTo>
                  <a:pt x="5135791" y="2152370"/>
                </a:lnTo>
                <a:lnTo>
                  <a:pt x="5130812" y="2150694"/>
                </a:lnTo>
                <a:lnTo>
                  <a:pt x="5128387" y="2150859"/>
                </a:lnTo>
                <a:lnTo>
                  <a:pt x="5123675" y="2153196"/>
                </a:lnTo>
                <a:lnTo>
                  <a:pt x="5122075" y="2155025"/>
                </a:lnTo>
                <a:lnTo>
                  <a:pt x="5120398" y="2160003"/>
                </a:lnTo>
                <a:lnTo>
                  <a:pt x="5120564" y="2162429"/>
                </a:lnTo>
                <a:lnTo>
                  <a:pt x="5122900" y="2167140"/>
                </a:lnTo>
                <a:lnTo>
                  <a:pt x="5124729" y="2168741"/>
                </a:lnTo>
                <a:lnTo>
                  <a:pt x="5129708" y="2170430"/>
                </a:lnTo>
                <a:lnTo>
                  <a:pt x="5132133" y="2170265"/>
                </a:lnTo>
                <a:lnTo>
                  <a:pt x="5136845" y="2167928"/>
                </a:lnTo>
                <a:lnTo>
                  <a:pt x="5138445" y="2166086"/>
                </a:lnTo>
                <a:lnTo>
                  <a:pt x="5140122" y="2161108"/>
                </a:lnTo>
                <a:close/>
              </a:path>
              <a:path w="9475470" h="4709795">
                <a:moveTo>
                  <a:pt x="5149761" y="2550553"/>
                </a:moveTo>
                <a:lnTo>
                  <a:pt x="5148084" y="2545562"/>
                </a:lnTo>
                <a:lnTo>
                  <a:pt x="5146484" y="2543733"/>
                </a:lnTo>
                <a:lnTo>
                  <a:pt x="5141773" y="2541397"/>
                </a:lnTo>
                <a:lnTo>
                  <a:pt x="5139347" y="2541232"/>
                </a:lnTo>
                <a:lnTo>
                  <a:pt x="5134356" y="2542908"/>
                </a:lnTo>
                <a:lnTo>
                  <a:pt x="5132527" y="2544508"/>
                </a:lnTo>
                <a:lnTo>
                  <a:pt x="5130190" y="2549220"/>
                </a:lnTo>
                <a:lnTo>
                  <a:pt x="5130025" y="2551646"/>
                </a:lnTo>
                <a:lnTo>
                  <a:pt x="5131701" y="2556624"/>
                </a:lnTo>
                <a:lnTo>
                  <a:pt x="5133302" y="2558465"/>
                </a:lnTo>
                <a:lnTo>
                  <a:pt x="5138013" y="2560802"/>
                </a:lnTo>
                <a:lnTo>
                  <a:pt x="5140439" y="2560967"/>
                </a:lnTo>
                <a:lnTo>
                  <a:pt x="5145417" y="2559291"/>
                </a:lnTo>
                <a:lnTo>
                  <a:pt x="5147246" y="2557691"/>
                </a:lnTo>
                <a:lnTo>
                  <a:pt x="5149596" y="2552979"/>
                </a:lnTo>
                <a:lnTo>
                  <a:pt x="5149761" y="2550553"/>
                </a:lnTo>
                <a:close/>
              </a:path>
              <a:path w="9475470" h="4709795">
                <a:moveTo>
                  <a:pt x="5174259" y="2144179"/>
                </a:moveTo>
                <a:lnTo>
                  <a:pt x="5174094" y="2141753"/>
                </a:lnTo>
                <a:lnTo>
                  <a:pt x="5171757" y="2137041"/>
                </a:lnTo>
                <a:lnTo>
                  <a:pt x="5169928" y="2135441"/>
                </a:lnTo>
                <a:lnTo>
                  <a:pt x="5164950" y="2133765"/>
                </a:lnTo>
                <a:lnTo>
                  <a:pt x="5162524" y="2133930"/>
                </a:lnTo>
                <a:lnTo>
                  <a:pt x="5157813" y="2136267"/>
                </a:lnTo>
                <a:lnTo>
                  <a:pt x="5156212" y="2138095"/>
                </a:lnTo>
                <a:lnTo>
                  <a:pt x="5154523" y="2143087"/>
                </a:lnTo>
                <a:lnTo>
                  <a:pt x="5154688" y="2145512"/>
                </a:lnTo>
                <a:lnTo>
                  <a:pt x="5157025" y="2150224"/>
                </a:lnTo>
                <a:lnTo>
                  <a:pt x="5158867" y="2151824"/>
                </a:lnTo>
                <a:lnTo>
                  <a:pt x="5163845" y="2153501"/>
                </a:lnTo>
                <a:lnTo>
                  <a:pt x="5166271" y="2153335"/>
                </a:lnTo>
                <a:lnTo>
                  <a:pt x="5170983" y="2150999"/>
                </a:lnTo>
                <a:lnTo>
                  <a:pt x="5172583" y="2149170"/>
                </a:lnTo>
                <a:lnTo>
                  <a:pt x="5174259" y="2144179"/>
                </a:lnTo>
                <a:close/>
              </a:path>
              <a:path w="9475470" h="4709795">
                <a:moveTo>
                  <a:pt x="5183886" y="2567495"/>
                </a:moveTo>
                <a:lnTo>
                  <a:pt x="5182209" y="2562504"/>
                </a:lnTo>
                <a:lnTo>
                  <a:pt x="5180609" y="2560675"/>
                </a:lnTo>
                <a:lnTo>
                  <a:pt x="5175897" y="2558338"/>
                </a:lnTo>
                <a:lnTo>
                  <a:pt x="5173472" y="2558173"/>
                </a:lnTo>
                <a:lnTo>
                  <a:pt x="5168481" y="2559850"/>
                </a:lnTo>
                <a:lnTo>
                  <a:pt x="5166652" y="2561450"/>
                </a:lnTo>
                <a:lnTo>
                  <a:pt x="5164315" y="2566162"/>
                </a:lnTo>
                <a:lnTo>
                  <a:pt x="5164150" y="2568587"/>
                </a:lnTo>
                <a:lnTo>
                  <a:pt x="5165826" y="2573566"/>
                </a:lnTo>
                <a:lnTo>
                  <a:pt x="5167427" y="2575407"/>
                </a:lnTo>
                <a:lnTo>
                  <a:pt x="5172138" y="2577744"/>
                </a:lnTo>
                <a:lnTo>
                  <a:pt x="5174564" y="2577909"/>
                </a:lnTo>
                <a:lnTo>
                  <a:pt x="5179555" y="2576233"/>
                </a:lnTo>
                <a:lnTo>
                  <a:pt x="5181384" y="2574633"/>
                </a:lnTo>
                <a:lnTo>
                  <a:pt x="5183721" y="2569921"/>
                </a:lnTo>
                <a:lnTo>
                  <a:pt x="5183886" y="2567495"/>
                </a:lnTo>
                <a:close/>
              </a:path>
              <a:path w="9475470" h="4709795">
                <a:moveTo>
                  <a:pt x="5208397" y="2127250"/>
                </a:moveTo>
                <a:lnTo>
                  <a:pt x="5208232" y="2124837"/>
                </a:lnTo>
                <a:lnTo>
                  <a:pt x="5205895" y="2120112"/>
                </a:lnTo>
                <a:lnTo>
                  <a:pt x="5204066" y="2118525"/>
                </a:lnTo>
                <a:lnTo>
                  <a:pt x="5199088" y="2116836"/>
                </a:lnTo>
                <a:lnTo>
                  <a:pt x="5196662" y="2117001"/>
                </a:lnTo>
                <a:lnTo>
                  <a:pt x="5191938" y="2119338"/>
                </a:lnTo>
                <a:lnTo>
                  <a:pt x="5190350" y="2121166"/>
                </a:lnTo>
                <a:lnTo>
                  <a:pt x="5188661" y="2126157"/>
                </a:lnTo>
                <a:lnTo>
                  <a:pt x="5188826" y="2128583"/>
                </a:lnTo>
                <a:lnTo>
                  <a:pt x="5191163" y="2133295"/>
                </a:lnTo>
                <a:lnTo>
                  <a:pt x="5192992" y="2134895"/>
                </a:lnTo>
                <a:lnTo>
                  <a:pt x="5197983" y="2136571"/>
                </a:lnTo>
                <a:lnTo>
                  <a:pt x="5200408" y="2136406"/>
                </a:lnTo>
                <a:lnTo>
                  <a:pt x="5205120" y="2134070"/>
                </a:lnTo>
                <a:lnTo>
                  <a:pt x="5206720" y="2132241"/>
                </a:lnTo>
                <a:lnTo>
                  <a:pt x="5208397" y="2127250"/>
                </a:lnTo>
                <a:close/>
              </a:path>
              <a:path w="9475470" h="4709795">
                <a:moveTo>
                  <a:pt x="5218011" y="2584437"/>
                </a:moveTo>
                <a:lnTo>
                  <a:pt x="5216334" y="2579446"/>
                </a:lnTo>
                <a:lnTo>
                  <a:pt x="5214734" y="2577617"/>
                </a:lnTo>
                <a:lnTo>
                  <a:pt x="5210022" y="2575280"/>
                </a:lnTo>
                <a:lnTo>
                  <a:pt x="5207597" y="2575115"/>
                </a:lnTo>
                <a:lnTo>
                  <a:pt x="5202618" y="2576792"/>
                </a:lnTo>
                <a:lnTo>
                  <a:pt x="5200777" y="2578392"/>
                </a:lnTo>
                <a:lnTo>
                  <a:pt x="5198440" y="2583103"/>
                </a:lnTo>
                <a:lnTo>
                  <a:pt x="5198275" y="2585529"/>
                </a:lnTo>
                <a:lnTo>
                  <a:pt x="5199951" y="2590508"/>
                </a:lnTo>
                <a:lnTo>
                  <a:pt x="5201551" y="2592336"/>
                </a:lnTo>
                <a:lnTo>
                  <a:pt x="5206263" y="2594686"/>
                </a:lnTo>
                <a:lnTo>
                  <a:pt x="5208689" y="2594851"/>
                </a:lnTo>
                <a:lnTo>
                  <a:pt x="5213680" y="2593175"/>
                </a:lnTo>
                <a:lnTo>
                  <a:pt x="5215509" y="2591574"/>
                </a:lnTo>
                <a:lnTo>
                  <a:pt x="5217846" y="2586863"/>
                </a:lnTo>
                <a:lnTo>
                  <a:pt x="5218011" y="2584437"/>
                </a:lnTo>
                <a:close/>
              </a:path>
              <a:path w="9475470" h="4709795">
                <a:moveTo>
                  <a:pt x="5242534" y="2110333"/>
                </a:moveTo>
                <a:lnTo>
                  <a:pt x="5242369" y="2107908"/>
                </a:lnTo>
                <a:lnTo>
                  <a:pt x="5240032" y="2103196"/>
                </a:lnTo>
                <a:lnTo>
                  <a:pt x="5238204" y="2101596"/>
                </a:lnTo>
                <a:lnTo>
                  <a:pt x="5233225" y="2099919"/>
                </a:lnTo>
                <a:lnTo>
                  <a:pt x="5230800" y="2100072"/>
                </a:lnTo>
                <a:lnTo>
                  <a:pt x="5226075" y="2102421"/>
                </a:lnTo>
                <a:lnTo>
                  <a:pt x="5224475" y="2104250"/>
                </a:lnTo>
                <a:lnTo>
                  <a:pt x="5222799" y="2109228"/>
                </a:lnTo>
                <a:lnTo>
                  <a:pt x="5222964" y="2111654"/>
                </a:lnTo>
                <a:lnTo>
                  <a:pt x="5225300" y="2116366"/>
                </a:lnTo>
                <a:lnTo>
                  <a:pt x="5227129" y="2117966"/>
                </a:lnTo>
                <a:lnTo>
                  <a:pt x="5232120" y="2119642"/>
                </a:lnTo>
                <a:lnTo>
                  <a:pt x="5234546" y="2119477"/>
                </a:lnTo>
                <a:lnTo>
                  <a:pt x="5239258" y="2117140"/>
                </a:lnTo>
                <a:lnTo>
                  <a:pt x="5240858" y="2115312"/>
                </a:lnTo>
                <a:lnTo>
                  <a:pt x="5242534" y="2110333"/>
                </a:lnTo>
                <a:close/>
              </a:path>
              <a:path w="9475470" h="4709795">
                <a:moveTo>
                  <a:pt x="5252136" y="2601379"/>
                </a:moveTo>
                <a:lnTo>
                  <a:pt x="5250459" y="2596388"/>
                </a:lnTo>
                <a:lnTo>
                  <a:pt x="5248872" y="2594559"/>
                </a:lnTo>
                <a:lnTo>
                  <a:pt x="5244147" y="2592222"/>
                </a:lnTo>
                <a:lnTo>
                  <a:pt x="5241722" y="2592057"/>
                </a:lnTo>
                <a:lnTo>
                  <a:pt x="5236743" y="2593733"/>
                </a:lnTo>
                <a:lnTo>
                  <a:pt x="5234914" y="2595334"/>
                </a:lnTo>
                <a:lnTo>
                  <a:pt x="5232578" y="2600045"/>
                </a:lnTo>
                <a:lnTo>
                  <a:pt x="5232412" y="2602471"/>
                </a:lnTo>
                <a:lnTo>
                  <a:pt x="5234089" y="2607449"/>
                </a:lnTo>
                <a:lnTo>
                  <a:pt x="5235676" y="2609278"/>
                </a:lnTo>
                <a:lnTo>
                  <a:pt x="5240401" y="2611628"/>
                </a:lnTo>
                <a:lnTo>
                  <a:pt x="5242826" y="2611793"/>
                </a:lnTo>
                <a:lnTo>
                  <a:pt x="5247805" y="2610116"/>
                </a:lnTo>
                <a:lnTo>
                  <a:pt x="5249634" y="2608516"/>
                </a:lnTo>
                <a:lnTo>
                  <a:pt x="5251970" y="2603804"/>
                </a:lnTo>
                <a:lnTo>
                  <a:pt x="5252136" y="2601379"/>
                </a:lnTo>
                <a:close/>
              </a:path>
              <a:path w="9475470" h="4709795">
                <a:moveTo>
                  <a:pt x="5276672" y="2093404"/>
                </a:moveTo>
                <a:lnTo>
                  <a:pt x="5276507" y="2090978"/>
                </a:lnTo>
                <a:lnTo>
                  <a:pt x="5274170" y="2086267"/>
                </a:lnTo>
                <a:lnTo>
                  <a:pt x="5272341" y="2084666"/>
                </a:lnTo>
                <a:lnTo>
                  <a:pt x="5267350" y="2082990"/>
                </a:lnTo>
                <a:lnTo>
                  <a:pt x="5264924" y="2083155"/>
                </a:lnTo>
                <a:lnTo>
                  <a:pt x="5260213" y="2085492"/>
                </a:lnTo>
                <a:lnTo>
                  <a:pt x="5258613" y="2087321"/>
                </a:lnTo>
                <a:lnTo>
                  <a:pt x="5256936" y="2092299"/>
                </a:lnTo>
                <a:lnTo>
                  <a:pt x="5257101" y="2094725"/>
                </a:lnTo>
                <a:lnTo>
                  <a:pt x="5259438" y="2099437"/>
                </a:lnTo>
                <a:lnTo>
                  <a:pt x="5261267" y="2101037"/>
                </a:lnTo>
                <a:lnTo>
                  <a:pt x="5266258" y="2102726"/>
                </a:lnTo>
                <a:lnTo>
                  <a:pt x="5268684" y="2102561"/>
                </a:lnTo>
                <a:lnTo>
                  <a:pt x="5273395" y="2100224"/>
                </a:lnTo>
                <a:lnTo>
                  <a:pt x="5274996" y="2098382"/>
                </a:lnTo>
                <a:lnTo>
                  <a:pt x="5276672" y="2093404"/>
                </a:lnTo>
                <a:close/>
              </a:path>
              <a:path w="9475470" h="4709795">
                <a:moveTo>
                  <a:pt x="5286273" y="2618321"/>
                </a:moveTo>
                <a:lnTo>
                  <a:pt x="5284597" y="2613329"/>
                </a:lnTo>
                <a:lnTo>
                  <a:pt x="5282997" y="2611501"/>
                </a:lnTo>
                <a:lnTo>
                  <a:pt x="5278285" y="2609164"/>
                </a:lnTo>
                <a:lnTo>
                  <a:pt x="5275859" y="2608999"/>
                </a:lnTo>
                <a:lnTo>
                  <a:pt x="5270868" y="2610675"/>
                </a:lnTo>
                <a:lnTo>
                  <a:pt x="5269039" y="2612275"/>
                </a:lnTo>
                <a:lnTo>
                  <a:pt x="5266702" y="2616987"/>
                </a:lnTo>
                <a:lnTo>
                  <a:pt x="5266537" y="2619413"/>
                </a:lnTo>
                <a:lnTo>
                  <a:pt x="5268214" y="2624391"/>
                </a:lnTo>
                <a:lnTo>
                  <a:pt x="5269814" y="2626220"/>
                </a:lnTo>
                <a:lnTo>
                  <a:pt x="5274526" y="2628569"/>
                </a:lnTo>
                <a:lnTo>
                  <a:pt x="5276951" y="2628735"/>
                </a:lnTo>
                <a:lnTo>
                  <a:pt x="5281930" y="2627058"/>
                </a:lnTo>
                <a:lnTo>
                  <a:pt x="5283759" y="2625458"/>
                </a:lnTo>
                <a:lnTo>
                  <a:pt x="5286108" y="2620746"/>
                </a:lnTo>
                <a:lnTo>
                  <a:pt x="5286273" y="2618321"/>
                </a:lnTo>
                <a:close/>
              </a:path>
              <a:path w="9475470" h="4709795">
                <a:moveTo>
                  <a:pt x="5310810" y="2076475"/>
                </a:moveTo>
                <a:lnTo>
                  <a:pt x="5310644" y="2074049"/>
                </a:lnTo>
                <a:lnTo>
                  <a:pt x="5308308" y="2069338"/>
                </a:lnTo>
                <a:lnTo>
                  <a:pt x="5306479" y="2067737"/>
                </a:lnTo>
                <a:lnTo>
                  <a:pt x="5301488" y="2066061"/>
                </a:lnTo>
                <a:lnTo>
                  <a:pt x="5299062" y="2066226"/>
                </a:lnTo>
                <a:lnTo>
                  <a:pt x="5294350" y="2068563"/>
                </a:lnTo>
                <a:lnTo>
                  <a:pt x="5292750" y="2070392"/>
                </a:lnTo>
                <a:lnTo>
                  <a:pt x="5291074" y="2075383"/>
                </a:lnTo>
                <a:lnTo>
                  <a:pt x="5291239" y="2077808"/>
                </a:lnTo>
                <a:lnTo>
                  <a:pt x="5293576" y="2082520"/>
                </a:lnTo>
                <a:lnTo>
                  <a:pt x="5295404" y="2084120"/>
                </a:lnTo>
                <a:lnTo>
                  <a:pt x="5300396" y="2085797"/>
                </a:lnTo>
                <a:lnTo>
                  <a:pt x="5302809" y="2085632"/>
                </a:lnTo>
                <a:lnTo>
                  <a:pt x="5307533" y="2083295"/>
                </a:lnTo>
                <a:lnTo>
                  <a:pt x="5309133" y="2081466"/>
                </a:lnTo>
                <a:lnTo>
                  <a:pt x="5310810" y="2076475"/>
                </a:lnTo>
                <a:close/>
              </a:path>
              <a:path w="9475470" h="4709795">
                <a:moveTo>
                  <a:pt x="5320398" y="2635262"/>
                </a:moveTo>
                <a:lnTo>
                  <a:pt x="5318722" y="2630271"/>
                </a:lnTo>
                <a:lnTo>
                  <a:pt x="5317121" y="2628442"/>
                </a:lnTo>
                <a:lnTo>
                  <a:pt x="5312410" y="2626106"/>
                </a:lnTo>
                <a:lnTo>
                  <a:pt x="5309984" y="2625941"/>
                </a:lnTo>
                <a:lnTo>
                  <a:pt x="5304993" y="2627617"/>
                </a:lnTo>
                <a:lnTo>
                  <a:pt x="5303164" y="2629217"/>
                </a:lnTo>
                <a:lnTo>
                  <a:pt x="5300827" y="2633929"/>
                </a:lnTo>
                <a:lnTo>
                  <a:pt x="5300662" y="2636355"/>
                </a:lnTo>
                <a:lnTo>
                  <a:pt x="5302339" y="2641333"/>
                </a:lnTo>
                <a:lnTo>
                  <a:pt x="5303939" y="2643162"/>
                </a:lnTo>
                <a:lnTo>
                  <a:pt x="5308651" y="2645511"/>
                </a:lnTo>
                <a:lnTo>
                  <a:pt x="5311076" y="2645676"/>
                </a:lnTo>
                <a:lnTo>
                  <a:pt x="5316067" y="2644000"/>
                </a:lnTo>
                <a:lnTo>
                  <a:pt x="5317896" y="2642400"/>
                </a:lnTo>
                <a:lnTo>
                  <a:pt x="5320233" y="2637688"/>
                </a:lnTo>
                <a:lnTo>
                  <a:pt x="5320398" y="2635262"/>
                </a:lnTo>
                <a:close/>
              </a:path>
              <a:path w="9475470" h="4709795">
                <a:moveTo>
                  <a:pt x="5344947" y="2059546"/>
                </a:moveTo>
                <a:lnTo>
                  <a:pt x="5344782" y="2057120"/>
                </a:lnTo>
                <a:lnTo>
                  <a:pt x="5342445" y="2052408"/>
                </a:lnTo>
                <a:lnTo>
                  <a:pt x="5340616" y="2050821"/>
                </a:lnTo>
                <a:lnTo>
                  <a:pt x="5335625" y="2049132"/>
                </a:lnTo>
                <a:lnTo>
                  <a:pt x="5333200" y="2049297"/>
                </a:lnTo>
                <a:lnTo>
                  <a:pt x="5328488" y="2051634"/>
                </a:lnTo>
                <a:lnTo>
                  <a:pt x="5326888" y="2053463"/>
                </a:lnTo>
                <a:lnTo>
                  <a:pt x="5325211" y="2058454"/>
                </a:lnTo>
                <a:lnTo>
                  <a:pt x="5325376" y="2060879"/>
                </a:lnTo>
                <a:lnTo>
                  <a:pt x="5327713" y="2065591"/>
                </a:lnTo>
                <a:lnTo>
                  <a:pt x="5329542" y="2067191"/>
                </a:lnTo>
                <a:lnTo>
                  <a:pt x="5334520" y="2068868"/>
                </a:lnTo>
                <a:lnTo>
                  <a:pt x="5336946" y="2068703"/>
                </a:lnTo>
                <a:lnTo>
                  <a:pt x="5341671" y="2066366"/>
                </a:lnTo>
                <a:lnTo>
                  <a:pt x="5343258" y="2064537"/>
                </a:lnTo>
                <a:lnTo>
                  <a:pt x="5344947" y="2059546"/>
                </a:lnTo>
                <a:close/>
              </a:path>
              <a:path w="9475470" h="4709795">
                <a:moveTo>
                  <a:pt x="5354523" y="2652204"/>
                </a:moveTo>
                <a:lnTo>
                  <a:pt x="5352847" y="2647213"/>
                </a:lnTo>
                <a:lnTo>
                  <a:pt x="5351246" y="2645384"/>
                </a:lnTo>
                <a:lnTo>
                  <a:pt x="5346535" y="2643047"/>
                </a:lnTo>
                <a:lnTo>
                  <a:pt x="5344109" y="2642882"/>
                </a:lnTo>
                <a:lnTo>
                  <a:pt x="5339131" y="2644559"/>
                </a:lnTo>
                <a:lnTo>
                  <a:pt x="5337289" y="2646159"/>
                </a:lnTo>
                <a:lnTo>
                  <a:pt x="5334952" y="2650871"/>
                </a:lnTo>
                <a:lnTo>
                  <a:pt x="5334787" y="2653296"/>
                </a:lnTo>
                <a:lnTo>
                  <a:pt x="5336464" y="2658275"/>
                </a:lnTo>
                <a:lnTo>
                  <a:pt x="5338064" y="2660104"/>
                </a:lnTo>
                <a:lnTo>
                  <a:pt x="5342775" y="2662453"/>
                </a:lnTo>
                <a:lnTo>
                  <a:pt x="5345201" y="2662618"/>
                </a:lnTo>
                <a:lnTo>
                  <a:pt x="5350192" y="2660942"/>
                </a:lnTo>
                <a:lnTo>
                  <a:pt x="5352021" y="2659342"/>
                </a:lnTo>
                <a:lnTo>
                  <a:pt x="5354358" y="2654630"/>
                </a:lnTo>
                <a:lnTo>
                  <a:pt x="5354523" y="2652204"/>
                </a:lnTo>
                <a:close/>
              </a:path>
              <a:path w="9475470" h="4709795">
                <a:moveTo>
                  <a:pt x="5379085" y="2042629"/>
                </a:moveTo>
                <a:lnTo>
                  <a:pt x="5378920" y="2040204"/>
                </a:lnTo>
                <a:lnTo>
                  <a:pt x="5376583" y="2035492"/>
                </a:lnTo>
                <a:lnTo>
                  <a:pt x="5374754" y="2033892"/>
                </a:lnTo>
                <a:lnTo>
                  <a:pt x="5369763" y="2032203"/>
                </a:lnTo>
                <a:lnTo>
                  <a:pt x="5367337" y="2032368"/>
                </a:lnTo>
                <a:lnTo>
                  <a:pt x="5362626" y="2034705"/>
                </a:lnTo>
                <a:lnTo>
                  <a:pt x="5361025" y="2036546"/>
                </a:lnTo>
                <a:lnTo>
                  <a:pt x="5359349" y="2041525"/>
                </a:lnTo>
                <a:lnTo>
                  <a:pt x="5359514" y="2043950"/>
                </a:lnTo>
                <a:lnTo>
                  <a:pt x="5361851" y="2048662"/>
                </a:lnTo>
                <a:lnTo>
                  <a:pt x="5363680" y="2050262"/>
                </a:lnTo>
                <a:lnTo>
                  <a:pt x="5368658" y="2051939"/>
                </a:lnTo>
                <a:lnTo>
                  <a:pt x="5371084" y="2051773"/>
                </a:lnTo>
                <a:lnTo>
                  <a:pt x="5375795" y="2049437"/>
                </a:lnTo>
                <a:lnTo>
                  <a:pt x="5377396" y="2047608"/>
                </a:lnTo>
                <a:lnTo>
                  <a:pt x="5379085" y="2042629"/>
                </a:lnTo>
                <a:close/>
              </a:path>
              <a:path w="9475470" h="4709795">
                <a:moveTo>
                  <a:pt x="5388661" y="2669146"/>
                </a:moveTo>
                <a:lnTo>
                  <a:pt x="5386971" y="2664155"/>
                </a:lnTo>
                <a:lnTo>
                  <a:pt x="5385384" y="2662326"/>
                </a:lnTo>
                <a:lnTo>
                  <a:pt x="5380660" y="2659989"/>
                </a:lnTo>
                <a:lnTo>
                  <a:pt x="5378247" y="2659824"/>
                </a:lnTo>
                <a:lnTo>
                  <a:pt x="5373255" y="2661501"/>
                </a:lnTo>
                <a:lnTo>
                  <a:pt x="5371427" y="2663101"/>
                </a:lnTo>
                <a:lnTo>
                  <a:pt x="5369090" y="2667812"/>
                </a:lnTo>
                <a:lnTo>
                  <a:pt x="5368925" y="2670238"/>
                </a:lnTo>
                <a:lnTo>
                  <a:pt x="5370601" y="2675217"/>
                </a:lnTo>
                <a:lnTo>
                  <a:pt x="5372189" y="2677045"/>
                </a:lnTo>
                <a:lnTo>
                  <a:pt x="5376913" y="2679395"/>
                </a:lnTo>
                <a:lnTo>
                  <a:pt x="5379339" y="2679560"/>
                </a:lnTo>
                <a:lnTo>
                  <a:pt x="5384317" y="2677884"/>
                </a:lnTo>
                <a:lnTo>
                  <a:pt x="5386146" y="2676283"/>
                </a:lnTo>
                <a:lnTo>
                  <a:pt x="5388483" y="2671572"/>
                </a:lnTo>
                <a:lnTo>
                  <a:pt x="5388661" y="2669146"/>
                </a:lnTo>
                <a:close/>
              </a:path>
              <a:path w="9475470" h="4709795">
                <a:moveTo>
                  <a:pt x="5413210" y="2025700"/>
                </a:moveTo>
                <a:lnTo>
                  <a:pt x="5413045" y="2023275"/>
                </a:lnTo>
                <a:lnTo>
                  <a:pt x="5410708" y="2018563"/>
                </a:lnTo>
                <a:lnTo>
                  <a:pt x="5408879" y="2016963"/>
                </a:lnTo>
                <a:lnTo>
                  <a:pt x="5403901" y="2015286"/>
                </a:lnTo>
                <a:lnTo>
                  <a:pt x="5401475" y="2015451"/>
                </a:lnTo>
                <a:lnTo>
                  <a:pt x="5396763" y="2017788"/>
                </a:lnTo>
                <a:lnTo>
                  <a:pt x="5395163" y="2019617"/>
                </a:lnTo>
                <a:lnTo>
                  <a:pt x="5393487" y="2024595"/>
                </a:lnTo>
                <a:lnTo>
                  <a:pt x="5393652" y="2027021"/>
                </a:lnTo>
                <a:lnTo>
                  <a:pt x="5395988" y="2031733"/>
                </a:lnTo>
                <a:lnTo>
                  <a:pt x="5397817" y="2033333"/>
                </a:lnTo>
                <a:lnTo>
                  <a:pt x="5402796" y="2035009"/>
                </a:lnTo>
                <a:lnTo>
                  <a:pt x="5405221" y="2034857"/>
                </a:lnTo>
                <a:lnTo>
                  <a:pt x="5409933" y="2032520"/>
                </a:lnTo>
                <a:lnTo>
                  <a:pt x="5411533" y="2030679"/>
                </a:lnTo>
                <a:lnTo>
                  <a:pt x="5413210" y="2025700"/>
                </a:lnTo>
                <a:close/>
              </a:path>
              <a:path w="9475470" h="4709795">
                <a:moveTo>
                  <a:pt x="5422785" y="2686088"/>
                </a:moveTo>
                <a:lnTo>
                  <a:pt x="5421109" y="2681097"/>
                </a:lnTo>
                <a:lnTo>
                  <a:pt x="5419509" y="2679268"/>
                </a:lnTo>
                <a:lnTo>
                  <a:pt x="5414797" y="2676931"/>
                </a:lnTo>
                <a:lnTo>
                  <a:pt x="5412371" y="2676766"/>
                </a:lnTo>
                <a:lnTo>
                  <a:pt x="5407380" y="2678442"/>
                </a:lnTo>
                <a:lnTo>
                  <a:pt x="5405552" y="2680043"/>
                </a:lnTo>
                <a:lnTo>
                  <a:pt x="5403215" y="2684754"/>
                </a:lnTo>
                <a:lnTo>
                  <a:pt x="5403050" y="2687180"/>
                </a:lnTo>
                <a:lnTo>
                  <a:pt x="5404726" y="2692158"/>
                </a:lnTo>
                <a:lnTo>
                  <a:pt x="5406326" y="2693987"/>
                </a:lnTo>
                <a:lnTo>
                  <a:pt x="5411038" y="2696337"/>
                </a:lnTo>
                <a:lnTo>
                  <a:pt x="5413464" y="2696502"/>
                </a:lnTo>
                <a:lnTo>
                  <a:pt x="5418442" y="2694825"/>
                </a:lnTo>
                <a:lnTo>
                  <a:pt x="5420284" y="2693225"/>
                </a:lnTo>
                <a:lnTo>
                  <a:pt x="5422620" y="2688513"/>
                </a:lnTo>
                <a:lnTo>
                  <a:pt x="5422785" y="2686088"/>
                </a:lnTo>
                <a:close/>
              </a:path>
              <a:path w="9475470" h="4709795">
                <a:moveTo>
                  <a:pt x="5447347" y="2008771"/>
                </a:moveTo>
                <a:lnTo>
                  <a:pt x="5447182" y="2006346"/>
                </a:lnTo>
                <a:lnTo>
                  <a:pt x="5444845" y="2001634"/>
                </a:lnTo>
                <a:lnTo>
                  <a:pt x="5443017" y="2000034"/>
                </a:lnTo>
                <a:lnTo>
                  <a:pt x="5438038" y="1998357"/>
                </a:lnTo>
                <a:lnTo>
                  <a:pt x="5435612" y="1998522"/>
                </a:lnTo>
                <a:lnTo>
                  <a:pt x="5430901" y="2000859"/>
                </a:lnTo>
                <a:lnTo>
                  <a:pt x="5429301" y="2002688"/>
                </a:lnTo>
                <a:lnTo>
                  <a:pt x="5427611" y="2007679"/>
                </a:lnTo>
                <a:lnTo>
                  <a:pt x="5427777" y="2010105"/>
                </a:lnTo>
                <a:lnTo>
                  <a:pt x="5430113" y="2014816"/>
                </a:lnTo>
                <a:lnTo>
                  <a:pt x="5431955" y="2016404"/>
                </a:lnTo>
                <a:lnTo>
                  <a:pt x="5436933" y="2018093"/>
                </a:lnTo>
                <a:lnTo>
                  <a:pt x="5439359" y="2017928"/>
                </a:lnTo>
                <a:lnTo>
                  <a:pt x="5444071" y="2015591"/>
                </a:lnTo>
                <a:lnTo>
                  <a:pt x="5445671" y="2013762"/>
                </a:lnTo>
                <a:lnTo>
                  <a:pt x="5447347" y="2008771"/>
                </a:lnTo>
                <a:close/>
              </a:path>
              <a:path w="9475470" h="4709795">
                <a:moveTo>
                  <a:pt x="5456910" y="2703030"/>
                </a:moveTo>
                <a:lnTo>
                  <a:pt x="5455234" y="2698038"/>
                </a:lnTo>
                <a:lnTo>
                  <a:pt x="5453634" y="2696210"/>
                </a:lnTo>
                <a:lnTo>
                  <a:pt x="5448922" y="2693873"/>
                </a:lnTo>
                <a:lnTo>
                  <a:pt x="5446496" y="2693708"/>
                </a:lnTo>
                <a:lnTo>
                  <a:pt x="5441518" y="2695384"/>
                </a:lnTo>
                <a:lnTo>
                  <a:pt x="5439676" y="2696984"/>
                </a:lnTo>
                <a:lnTo>
                  <a:pt x="5437340" y="2701696"/>
                </a:lnTo>
                <a:lnTo>
                  <a:pt x="5437175" y="2704122"/>
                </a:lnTo>
                <a:lnTo>
                  <a:pt x="5438851" y="2709100"/>
                </a:lnTo>
                <a:lnTo>
                  <a:pt x="5440451" y="2710929"/>
                </a:lnTo>
                <a:lnTo>
                  <a:pt x="5445163" y="2713278"/>
                </a:lnTo>
                <a:lnTo>
                  <a:pt x="5447589" y="2713444"/>
                </a:lnTo>
                <a:lnTo>
                  <a:pt x="5452580" y="2711767"/>
                </a:lnTo>
                <a:lnTo>
                  <a:pt x="5454408" y="2710167"/>
                </a:lnTo>
                <a:lnTo>
                  <a:pt x="5456745" y="2705455"/>
                </a:lnTo>
                <a:lnTo>
                  <a:pt x="5456910" y="2703030"/>
                </a:lnTo>
                <a:close/>
              </a:path>
              <a:path w="9475470" h="4709795">
                <a:moveTo>
                  <a:pt x="5481485" y="1991842"/>
                </a:moveTo>
                <a:lnTo>
                  <a:pt x="5481320" y="1989416"/>
                </a:lnTo>
                <a:lnTo>
                  <a:pt x="5478983" y="1984705"/>
                </a:lnTo>
                <a:lnTo>
                  <a:pt x="5477154" y="1983105"/>
                </a:lnTo>
                <a:lnTo>
                  <a:pt x="5472176" y="1981428"/>
                </a:lnTo>
                <a:lnTo>
                  <a:pt x="5469750" y="1981593"/>
                </a:lnTo>
                <a:lnTo>
                  <a:pt x="5465026" y="1983930"/>
                </a:lnTo>
                <a:lnTo>
                  <a:pt x="5463438" y="1985759"/>
                </a:lnTo>
                <a:lnTo>
                  <a:pt x="5461749" y="1990750"/>
                </a:lnTo>
                <a:lnTo>
                  <a:pt x="5461914" y="1993176"/>
                </a:lnTo>
                <a:lnTo>
                  <a:pt x="5464251" y="1997887"/>
                </a:lnTo>
                <a:lnTo>
                  <a:pt x="5466080" y="1999488"/>
                </a:lnTo>
                <a:lnTo>
                  <a:pt x="5471071" y="2001164"/>
                </a:lnTo>
                <a:lnTo>
                  <a:pt x="5473497" y="2000999"/>
                </a:lnTo>
                <a:lnTo>
                  <a:pt x="5478208" y="1998662"/>
                </a:lnTo>
                <a:lnTo>
                  <a:pt x="5479808" y="1996833"/>
                </a:lnTo>
                <a:lnTo>
                  <a:pt x="5481485" y="1991842"/>
                </a:lnTo>
                <a:close/>
              </a:path>
              <a:path w="9475470" h="4709795">
                <a:moveTo>
                  <a:pt x="5491035" y="2719971"/>
                </a:moveTo>
                <a:lnTo>
                  <a:pt x="5489359" y="2714980"/>
                </a:lnTo>
                <a:lnTo>
                  <a:pt x="5487759" y="2713151"/>
                </a:lnTo>
                <a:lnTo>
                  <a:pt x="5483047" y="2710815"/>
                </a:lnTo>
                <a:lnTo>
                  <a:pt x="5480621" y="2710650"/>
                </a:lnTo>
                <a:lnTo>
                  <a:pt x="5475643" y="2712326"/>
                </a:lnTo>
                <a:lnTo>
                  <a:pt x="5473814" y="2713926"/>
                </a:lnTo>
                <a:lnTo>
                  <a:pt x="5471465" y="2718638"/>
                </a:lnTo>
                <a:lnTo>
                  <a:pt x="5471299" y="2721064"/>
                </a:lnTo>
                <a:lnTo>
                  <a:pt x="5472976" y="2726042"/>
                </a:lnTo>
                <a:lnTo>
                  <a:pt x="5474576" y="2727871"/>
                </a:lnTo>
                <a:lnTo>
                  <a:pt x="5479288" y="2730220"/>
                </a:lnTo>
                <a:lnTo>
                  <a:pt x="5481713" y="2730385"/>
                </a:lnTo>
                <a:lnTo>
                  <a:pt x="5486705" y="2728696"/>
                </a:lnTo>
                <a:lnTo>
                  <a:pt x="5488533" y="2727109"/>
                </a:lnTo>
                <a:lnTo>
                  <a:pt x="5490870" y="2722397"/>
                </a:lnTo>
                <a:lnTo>
                  <a:pt x="5491035" y="2719971"/>
                </a:lnTo>
                <a:close/>
              </a:path>
              <a:path w="9475470" h="4709795">
                <a:moveTo>
                  <a:pt x="5515622" y="1974926"/>
                </a:moveTo>
                <a:lnTo>
                  <a:pt x="5515457" y="1972500"/>
                </a:lnTo>
                <a:lnTo>
                  <a:pt x="5513121" y="1967788"/>
                </a:lnTo>
                <a:lnTo>
                  <a:pt x="5511292" y="1966188"/>
                </a:lnTo>
                <a:lnTo>
                  <a:pt x="5506313" y="1964499"/>
                </a:lnTo>
                <a:lnTo>
                  <a:pt x="5503888" y="1964664"/>
                </a:lnTo>
                <a:lnTo>
                  <a:pt x="5499163" y="1967001"/>
                </a:lnTo>
                <a:lnTo>
                  <a:pt x="5497563" y="1968842"/>
                </a:lnTo>
                <a:lnTo>
                  <a:pt x="5495887" y="1973821"/>
                </a:lnTo>
                <a:lnTo>
                  <a:pt x="5496052" y="1976247"/>
                </a:lnTo>
                <a:lnTo>
                  <a:pt x="5498389" y="1980958"/>
                </a:lnTo>
                <a:lnTo>
                  <a:pt x="5500217" y="1982558"/>
                </a:lnTo>
                <a:lnTo>
                  <a:pt x="5505208" y="1984235"/>
                </a:lnTo>
                <a:lnTo>
                  <a:pt x="5507634" y="1984070"/>
                </a:lnTo>
                <a:lnTo>
                  <a:pt x="5512346" y="1981733"/>
                </a:lnTo>
                <a:lnTo>
                  <a:pt x="5513946" y="1979904"/>
                </a:lnTo>
                <a:lnTo>
                  <a:pt x="5515622" y="1974926"/>
                </a:lnTo>
                <a:close/>
              </a:path>
              <a:path w="9475470" h="4709795">
                <a:moveTo>
                  <a:pt x="5525173" y="2736913"/>
                </a:moveTo>
                <a:lnTo>
                  <a:pt x="5523484" y="2731922"/>
                </a:lnTo>
                <a:lnTo>
                  <a:pt x="5521896" y="2730093"/>
                </a:lnTo>
                <a:lnTo>
                  <a:pt x="5517185" y="2727756"/>
                </a:lnTo>
                <a:lnTo>
                  <a:pt x="5514759" y="2727591"/>
                </a:lnTo>
                <a:lnTo>
                  <a:pt x="5509768" y="2729268"/>
                </a:lnTo>
                <a:lnTo>
                  <a:pt x="5507939" y="2730868"/>
                </a:lnTo>
                <a:lnTo>
                  <a:pt x="5505602" y="2735580"/>
                </a:lnTo>
                <a:lnTo>
                  <a:pt x="5505437" y="2738005"/>
                </a:lnTo>
                <a:lnTo>
                  <a:pt x="5507113" y="2742984"/>
                </a:lnTo>
                <a:lnTo>
                  <a:pt x="5508714" y="2744813"/>
                </a:lnTo>
                <a:lnTo>
                  <a:pt x="5513425" y="2747162"/>
                </a:lnTo>
                <a:lnTo>
                  <a:pt x="5515851" y="2747327"/>
                </a:lnTo>
                <a:lnTo>
                  <a:pt x="5520829" y="2745638"/>
                </a:lnTo>
                <a:lnTo>
                  <a:pt x="5522658" y="2744051"/>
                </a:lnTo>
                <a:lnTo>
                  <a:pt x="5525008" y="2739339"/>
                </a:lnTo>
                <a:lnTo>
                  <a:pt x="5525173" y="2736913"/>
                </a:lnTo>
                <a:close/>
              </a:path>
              <a:path w="9475470" h="4709795">
                <a:moveTo>
                  <a:pt x="5549760" y="1957997"/>
                </a:moveTo>
                <a:lnTo>
                  <a:pt x="5549595" y="1955571"/>
                </a:lnTo>
                <a:lnTo>
                  <a:pt x="5547258" y="1950859"/>
                </a:lnTo>
                <a:lnTo>
                  <a:pt x="5545429" y="1949259"/>
                </a:lnTo>
                <a:lnTo>
                  <a:pt x="5540438" y="1947583"/>
                </a:lnTo>
                <a:lnTo>
                  <a:pt x="5538013" y="1947748"/>
                </a:lnTo>
                <a:lnTo>
                  <a:pt x="5533301" y="1950085"/>
                </a:lnTo>
                <a:lnTo>
                  <a:pt x="5531701" y="1951913"/>
                </a:lnTo>
                <a:lnTo>
                  <a:pt x="5530024" y="1956892"/>
                </a:lnTo>
                <a:lnTo>
                  <a:pt x="5530189" y="1959317"/>
                </a:lnTo>
                <a:lnTo>
                  <a:pt x="5532526" y="1964029"/>
                </a:lnTo>
                <a:lnTo>
                  <a:pt x="5534355" y="1965629"/>
                </a:lnTo>
                <a:lnTo>
                  <a:pt x="5539346" y="1967306"/>
                </a:lnTo>
                <a:lnTo>
                  <a:pt x="5541772" y="1967153"/>
                </a:lnTo>
                <a:lnTo>
                  <a:pt x="5546483" y="1964804"/>
                </a:lnTo>
                <a:lnTo>
                  <a:pt x="5548084" y="1962975"/>
                </a:lnTo>
                <a:lnTo>
                  <a:pt x="5549760" y="1957997"/>
                </a:lnTo>
                <a:close/>
              </a:path>
              <a:path w="9475470" h="4709795">
                <a:moveTo>
                  <a:pt x="5559298" y="2753855"/>
                </a:moveTo>
                <a:lnTo>
                  <a:pt x="5557621" y="2748864"/>
                </a:lnTo>
                <a:lnTo>
                  <a:pt x="5556021" y="2747035"/>
                </a:lnTo>
                <a:lnTo>
                  <a:pt x="5551309" y="2744698"/>
                </a:lnTo>
                <a:lnTo>
                  <a:pt x="5548884" y="2744533"/>
                </a:lnTo>
                <a:lnTo>
                  <a:pt x="5543893" y="2746210"/>
                </a:lnTo>
                <a:lnTo>
                  <a:pt x="5542064" y="2747810"/>
                </a:lnTo>
                <a:lnTo>
                  <a:pt x="5539727" y="2752521"/>
                </a:lnTo>
                <a:lnTo>
                  <a:pt x="5539562" y="2754947"/>
                </a:lnTo>
                <a:lnTo>
                  <a:pt x="5541238" y="2759926"/>
                </a:lnTo>
                <a:lnTo>
                  <a:pt x="5542839" y="2761754"/>
                </a:lnTo>
                <a:lnTo>
                  <a:pt x="5547550" y="2764104"/>
                </a:lnTo>
                <a:lnTo>
                  <a:pt x="5549976" y="2764269"/>
                </a:lnTo>
                <a:lnTo>
                  <a:pt x="5554954" y="2762580"/>
                </a:lnTo>
                <a:lnTo>
                  <a:pt x="5556796" y="2760992"/>
                </a:lnTo>
                <a:lnTo>
                  <a:pt x="5559133" y="2756281"/>
                </a:lnTo>
                <a:lnTo>
                  <a:pt x="5559298" y="2753855"/>
                </a:lnTo>
                <a:close/>
              </a:path>
              <a:path w="9475470" h="4709795">
                <a:moveTo>
                  <a:pt x="5583898" y="1941068"/>
                </a:moveTo>
                <a:lnTo>
                  <a:pt x="5583733" y="1938642"/>
                </a:lnTo>
                <a:lnTo>
                  <a:pt x="5581396" y="1933930"/>
                </a:lnTo>
                <a:lnTo>
                  <a:pt x="5579567" y="1932330"/>
                </a:lnTo>
                <a:lnTo>
                  <a:pt x="5574576" y="1930654"/>
                </a:lnTo>
                <a:lnTo>
                  <a:pt x="5572150" y="1930819"/>
                </a:lnTo>
                <a:lnTo>
                  <a:pt x="5567438" y="1933155"/>
                </a:lnTo>
                <a:lnTo>
                  <a:pt x="5565838" y="1934984"/>
                </a:lnTo>
                <a:lnTo>
                  <a:pt x="5564162" y="1939975"/>
                </a:lnTo>
                <a:lnTo>
                  <a:pt x="5564327" y="1942388"/>
                </a:lnTo>
                <a:lnTo>
                  <a:pt x="5566664" y="1947113"/>
                </a:lnTo>
                <a:lnTo>
                  <a:pt x="5568493" y="1948700"/>
                </a:lnTo>
                <a:lnTo>
                  <a:pt x="5573484" y="1950389"/>
                </a:lnTo>
                <a:lnTo>
                  <a:pt x="5575897" y="1950224"/>
                </a:lnTo>
                <a:lnTo>
                  <a:pt x="5580621" y="1947887"/>
                </a:lnTo>
                <a:lnTo>
                  <a:pt x="5582221" y="1946059"/>
                </a:lnTo>
                <a:lnTo>
                  <a:pt x="5583898" y="1941068"/>
                </a:lnTo>
                <a:close/>
              </a:path>
              <a:path w="9475470" h="4709795">
                <a:moveTo>
                  <a:pt x="5593423" y="2770797"/>
                </a:moveTo>
                <a:lnTo>
                  <a:pt x="5591746" y="2765806"/>
                </a:lnTo>
                <a:lnTo>
                  <a:pt x="5590146" y="2763977"/>
                </a:lnTo>
                <a:lnTo>
                  <a:pt x="5585434" y="2761640"/>
                </a:lnTo>
                <a:lnTo>
                  <a:pt x="5583009" y="2761475"/>
                </a:lnTo>
                <a:lnTo>
                  <a:pt x="5578030" y="2763151"/>
                </a:lnTo>
                <a:lnTo>
                  <a:pt x="5576189" y="2764752"/>
                </a:lnTo>
                <a:lnTo>
                  <a:pt x="5573852" y="2769463"/>
                </a:lnTo>
                <a:lnTo>
                  <a:pt x="5573687" y="2771889"/>
                </a:lnTo>
                <a:lnTo>
                  <a:pt x="5575363" y="2776867"/>
                </a:lnTo>
                <a:lnTo>
                  <a:pt x="5576963" y="2778696"/>
                </a:lnTo>
                <a:lnTo>
                  <a:pt x="5581675" y="2781046"/>
                </a:lnTo>
                <a:lnTo>
                  <a:pt x="5584101" y="2781211"/>
                </a:lnTo>
                <a:lnTo>
                  <a:pt x="5589092" y="2779522"/>
                </a:lnTo>
                <a:lnTo>
                  <a:pt x="5590921" y="2777934"/>
                </a:lnTo>
                <a:lnTo>
                  <a:pt x="5593258" y="2773222"/>
                </a:lnTo>
                <a:lnTo>
                  <a:pt x="5593423" y="2770797"/>
                </a:lnTo>
                <a:close/>
              </a:path>
              <a:path w="9475470" h="4709795">
                <a:moveTo>
                  <a:pt x="5618035" y="1924138"/>
                </a:moveTo>
                <a:lnTo>
                  <a:pt x="5617870" y="1921713"/>
                </a:lnTo>
                <a:lnTo>
                  <a:pt x="5615533" y="1917001"/>
                </a:lnTo>
                <a:lnTo>
                  <a:pt x="5613705" y="1915401"/>
                </a:lnTo>
                <a:lnTo>
                  <a:pt x="5608713" y="1913724"/>
                </a:lnTo>
                <a:lnTo>
                  <a:pt x="5606288" y="1913890"/>
                </a:lnTo>
                <a:lnTo>
                  <a:pt x="5601576" y="1916226"/>
                </a:lnTo>
                <a:lnTo>
                  <a:pt x="5599976" y="1918055"/>
                </a:lnTo>
                <a:lnTo>
                  <a:pt x="5598299" y="1923046"/>
                </a:lnTo>
                <a:lnTo>
                  <a:pt x="5598465" y="1925472"/>
                </a:lnTo>
                <a:lnTo>
                  <a:pt x="5600801" y="1930184"/>
                </a:lnTo>
                <a:lnTo>
                  <a:pt x="5602630" y="1931784"/>
                </a:lnTo>
                <a:lnTo>
                  <a:pt x="5607609" y="1933460"/>
                </a:lnTo>
                <a:lnTo>
                  <a:pt x="5610034" y="1933295"/>
                </a:lnTo>
                <a:lnTo>
                  <a:pt x="5614759" y="1930958"/>
                </a:lnTo>
                <a:lnTo>
                  <a:pt x="5616346" y="1929130"/>
                </a:lnTo>
                <a:lnTo>
                  <a:pt x="5618035" y="1924138"/>
                </a:lnTo>
                <a:close/>
              </a:path>
              <a:path w="9475470" h="4709795">
                <a:moveTo>
                  <a:pt x="5627548" y="2787739"/>
                </a:moveTo>
                <a:lnTo>
                  <a:pt x="5625871" y="2782747"/>
                </a:lnTo>
                <a:lnTo>
                  <a:pt x="5624271" y="2780919"/>
                </a:lnTo>
                <a:lnTo>
                  <a:pt x="5619559" y="2778582"/>
                </a:lnTo>
                <a:lnTo>
                  <a:pt x="5617134" y="2778417"/>
                </a:lnTo>
                <a:lnTo>
                  <a:pt x="5612155" y="2780093"/>
                </a:lnTo>
                <a:lnTo>
                  <a:pt x="5610326" y="2781693"/>
                </a:lnTo>
                <a:lnTo>
                  <a:pt x="5607977" y="2786405"/>
                </a:lnTo>
                <a:lnTo>
                  <a:pt x="5607812" y="2788818"/>
                </a:lnTo>
                <a:lnTo>
                  <a:pt x="5609501" y="2793809"/>
                </a:lnTo>
                <a:lnTo>
                  <a:pt x="5611088" y="2795638"/>
                </a:lnTo>
                <a:lnTo>
                  <a:pt x="5615813" y="2797987"/>
                </a:lnTo>
                <a:lnTo>
                  <a:pt x="5618226" y="2798153"/>
                </a:lnTo>
                <a:lnTo>
                  <a:pt x="5623217" y="2796463"/>
                </a:lnTo>
                <a:lnTo>
                  <a:pt x="5625046" y="2794876"/>
                </a:lnTo>
                <a:lnTo>
                  <a:pt x="5627382" y="2790164"/>
                </a:lnTo>
                <a:lnTo>
                  <a:pt x="5627548" y="2787739"/>
                </a:lnTo>
                <a:close/>
              </a:path>
              <a:path w="9475470" h="4709795">
                <a:moveTo>
                  <a:pt x="5652173" y="1907222"/>
                </a:moveTo>
                <a:lnTo>
                  <a:pt x="5652008" y="1904796"/>
                </a:lnTo>
                <a:lnTo>
                  <a:pt x="5649671" y="1900085"/>
                </a:lnTo>
                <a:lnTo>
                  <a:pt x="5647829" y="1898484"/>
                </a:lnTo>
                <a:lnTo>
                  <a:pt x="5642851" y="1896795"/>
                </a:lnTo>
                <a:lnTo>
                  <a:pt x="5640425" y="1896960"/>
                </a:lnTo>
                <a:lnTo>
                  <a:pt x="5635714" y="1899297"/>
                </a:lnTo>
                <a:lnTo>
                  <a:pt x="5634113" y="1901139"/>
                </a:lnTo>
                <a:lnTo>
                  <a:pt x="5632437" y="1906117"/>
                </a:lnTo>
                <a:lnTo>
                  <a:pt x="5632602" y="1908543"/>
                </a:lnTo>
                <a:lnTo>
                  <a:pt x="5634939" y="1913255"/>
                </a:lnTo>
                <a:lnTo>
                  <a:pt x="5636768" y="1914855"/>
                </a:lnTo>
                <a:lnTo>
                  <a:pt x="5641746" y="1916531"/>
                </a:lnTo>
                <a:lnTo>
                  <a:pt x="5644172" y="1916366"/>
                </a:lnTo>
                <a:lnTo>
                  <a:pt x="5648884" y="1914029"/>
                </a:lnTo>
                <a:lnTo>
                  <a:pt x="5650484" y="1912200"/>
                </a:lnTo>
                <a:lnTo>
                  <a:pt x="5652173" y="1907222"/>
                </a:lnTo>
                <a:close/>
              </a:path>
              <a:path w="9475470" h="4709795">
                <a:moveTo>
                  <a:pt x="5661685" y="2804680"/>
                </a:moveTo>
                <a:lnTo>
                  <a:pt x="5660009" y="2799689"/>
                </a:lnTo>
                <a:lnTo>
                  <a:pt x="5658409" y="2797860"/>
                </a:lnTo>
                <a:lnTo>
                  <a:pt x="5653697" y="2795524"/>
                </a:lnTo>
                <a:lnTo>
                  <a:pt x="5651271" y="2795359"/>
                </a:lnTo>
                <a:lnTo>
                  <a:pt x="5646280" y="2797035"/>
                </a:lnTo>
                <a:lnTo>
                  <a:pt x="5644451" y="2798635"/>
                </a:lnTo>
                <a:lnTo>
                  <a:pt x="5642114" y="2803347"/>
                </a:lnTo>
                <a:lnTo>
                  <a:pt x="5641949" y="2805760"/>
                </a:lnTo>
                <a:lnTo>
                  <a:pt x="5643626" y="2810751"/>
                </a:lnTo>
                <a:lnTo>
                  <a:pt x="5645226" y="2812580"/>
                </a:lnTo>
                <a:lnTo>
                  <a:pt x="5649938" y="2814917"/>
                </a:lnTo>
                <a:lnTo>
                  <a:pt x="5652363" y="2815094"/>
                </a:lnTo>
                <a:lnTo>
                  <a:pt x="5657342" y="2813405"/>
                </a:lnTo>
                <a:lnTo>
                  <a:pt x="5659171" y="2811818"/>
                </a:lnTo>
                <a:lnTo>
                  <a:pt x="5661520" y="2807106"/>
                </a:lnTo>
                <a:lnTo>
                  <a:pt x="5661685" y="2804680"/>
                </a:lnTo>
                <a:close/>
              </a:path>
              <a:path w="9475470" h="4709795">
                <a:moveTo>
                  <a:pt x="5686298" y="1890293"/>
                </a:moveTo>
                <a:lnTo>
                  <a:pt x="5686133" y="1887867"/>
                </a:lnTo>
                <a:lnTo>
                  <a:pt x="5683796" y="1883156"/>
                </a:lnTo>
                <a:lnTo>
                  <a:pt x="5681967" y="1881555"/>
                </a:lnTo>
                <a:lnTo>
                  <a:pt x="5676989" y="1879879"/>
                </a:lnTo>
                <a:lnTo>
                  <a:pt x="5674563" y="1880044"/>
                </a:lnTo>
                <a:lnTo>
                  <a:pt x="5669851" y="1882381"/>
                </a:lnTo>
                <a:lnTo>
                  <a:pt x="5668251" y="1884210"/>
                </a:lnTo>
                <a:lnTo>
                  <a:pt x="5666575" y="1889188"/>
                </a:lnTo>
                <a:lnTo>
                  <a:pt x="5666727" y="1891614"/>
                </a:lnTo>
                <a:lnTo>
                  <a:pt x="5669064" y="1896325"/>
                </a:lnTo>
                <a:lnTo>
                  <a:pt x="5670905" y="1897926"/>
                </a:lnTo>
                <a:lnTo>
                  <a:pt x="5675884" y="1899602"/>
                </a:lnTo>
                <a:lnTo>
                  <a:pt x="5678309" y="1899437"/>
                </a:lnTo>
                <a:lnTo>
                  <a:pt x="5683021" y="1897100"/>
                </a:lnTo>
                <a:lnTo>
                  <a:pt x="5684621" y="1895271"/>
                </a:lnTo>
                <a:lnTo>
                  <a:pt x="5686298" y="1890293"/>
                </a:lnTo>
                <a:close/>
              </a:path>
              <a:path w="9475470" h="4709795">
                <a:moveTo>
                  <a:pt x="5695810" y="2821622"/>
                </a:moveTo>
                <a:lnTo>
                  <a:pt x="5694134" y="2816631"/>
                </a:lnTo>
                <a:lnTo>
                  <a:pt x="5692533" y="2814802"/>
                </a:lnTo>
                <a:lnTo>
                  <a:pt x="5687822" y="2812465"/>
                </a:lnTo>
                <a:lnTo>
                  <a:pt x="5685396" y="2812300"/>
                </a:lnTo>
                <a:lnTo>
                  <a:pt x="5680405" y="2813977"/>
                </a:lnTo>
                <a:lnTo>
                  <a:pt x="5678576" y="2815577"/>
                </a:lnTo>
                <a:lnTo>
                  <a:pt x="5676239" y="2820289"/>
                </a:lnTo>
                <a:lnTo>
                  <a:pt x="5676074" y="2822702"/>
                </a:lnTo>
                <a:lnTo>
                  <a:pt x="5677751" y="2827693"/>
                </a:lnTo>
                <a:lnTo>
                  <a:pt x="5679351" y="2829522"/>
                </a:lnTo>
                <a:lnTo>
                  <a:pt x="5684063" y="2831858"/>
                </a:lnTo>
                <a:lnTo>
                  <a:pt x="5686488" y="2832023"/>
                </a:lnTo>
                <a:lnTo>
                  <a:pt x="5691479" y="2830347"/>
                </a:lnTo>
                <a:lnTo>
                  <a:pt x="5693308" y="2828760"/>
                </a:lnTo>
                <a:lnTo>
                  <a:pt x="5695645" y="2824048"/>
                </a:lnTo>
                <a:lnTo>
                  <a:pt x="5695810" y="2821622"/>
                </a:lnTo>
                <a:close/>
              </a:path>
              <a:path w="9475470" h="4709795">
                <a:moveTo>
                  <a:pt x="5720435" y="1873364"/>
                </a:moveTo>
                <a:lnTo>
                  <a:pt x="5720270" y="1870938"/>
                </a:lnTo>
                <a:lnTo>
                  <a:pt x="5717933" y="1866226"/>
                </a:lnTo>
                <a:lnTo>
                  <a:pt x="5716105" y="1864626"/>
                </a:lnTo>
                <a:lnTo>
                  <a:pt x="5711126" y="1862950"/>
                </a:lnTo>
                <a:lnTo>
                  <a:pt x="5708701" y="1863115"/>
                </a:lnTo>
                <a:lnTo>
                  <a:pt x="5703989" y="1865452"/>
                </a:lnTo>
                <a:lnTo>
                  <a:pt x="5702389" y="1867281"/>
                </a:lnTo>
                <a:lnTo>
                  <a:pt x="5700700" y="1872272"/>
                </a:lnTo>
                <a:lnTo>
                  <a:pt x="5700865" y="1874685"/>
                </a:lnTo>
                <a:lnTo>
                  <a:pt x="5703201" y="1879409"/>
                </a:lnTo>
                <a:lnTo>
                  <a:pt x="5705030" y="1880997"/>
                </a:lnTo>
                <a:lnTo>
                  <a:pt x="5710021" y="1882686"/>
                </a:lnTo>
                <a:lnTo>
                  <a:pt x="5712447" y="1882521"/>
                </a:lnTo>
                <a:lnTo>
                  <a:pt x="5717159" y="1880184"/>
                </a:lnTo>
                <a:lnTo>
                  <a:pt x="5718759" y="1878355"/>
                </a:lnTo>
                <a:lnTo>
                  <a:pt x="5720435" y="1873364"/>
                </a:lnTo>
                <a:close/>
              </a:path>
              <a:path w="9475470" h="4709795">
                <a:moveTo>
                  <a:pt x="5729935" y="2838564"/>
                </a:moveTo>
                <a:lnTo>
                  <a:pt x="5728259" y="2833573"/>
                </a:lnTo>
                <a:lnTo>
                  <a:pt x="5726658" y="2831744"/>
                </a:lnTo>
                <a:lnTo>
                  <a:pt x="5721947" y="2829407"/>
                </a:lnTo>
                <a:lnTo>
                  <a:pt x="5719521" y="2829242"/>
                </a:lnTo>
                <a:lnTo>
                  <a:pt x="5714543" y="2830919"/>
                </a:lnTo>
                <a:lnTo>
                  <a:pt x="5712701" y="2832506"/>
                </a:lnTo>
                <a:lnTo>
                  <a:pt x="5710364" y="2837230"/>
                </a:lnTo>
                <a:lnTo>
                  <a:pt x="5710199" y="2839643"/>
                </a:lnTo>
                <a:lnTo>
                  <a:pt x="5711876" y="2844635"/>
                </a:lnTo>
                <a:lnTo>
                  <a:pt x="5713476" y="2846463"/>
                </a:lnTo>
                <a:lnTo>
                  <a:pt x="5718187" y="2848800"/>
                </a:lnTo>
                <a:lnTo>
                  <a:pt x="5720613" y="2848965"/>
                </a:lnTo>
                <a:lnTo>
                  <a:pt x="5725604" y="2847289"/>
                </a:lnTo>
                <a:lnTo>
                  <a:pt x="5727433" y="2845701"/>
                </a:lnTo>
                <a:lnTo>
                  <a:pt x="5729770" y="2840990"/>
                </a:lnTo>
                <a:lnTo>
                  <a:pt x="5729935" y="2838564"/>
                </a:lnTo>
                <a:close/>
              </a:path>
              <a:path w="9475470" h="4709795">
                <a:moveTo>
                  <a:pt x="5754573" y="1856435"/>
                </a:moveTo>
                <a:lnTo>
                  <a:pt x="5754408" y="1854009"/>
                </a:lnTo>
                <a:lnTo>
                  <a:pt x="5752071" y="1849297"/>
                </a:lnTo>
                <a:lnTo>
                  <a:pt x="5750242" y="1847697"/>
                </a:lnTo>
                <a:lnTo>
                  <a:pt x="5745264" y="1846021"/>
                </a:lnTo>
                <a:lnTo>
                  <a:pt x="5742838" y="1846186"/>
                </a:lnTo>
                <a:lnTo>
                  <a:pt x="5738114" y="1848523"/>
                </a:lnTo>
                <a:lnTo>
                  <a:pt x="5736526" y="1850351"/>
                </a:lnTo>
                <a:lnTo>
                  <a:pt x="5734837" y="1855343"/>
                </a:lnTo>
                <a:lnTo>
                  <a:pt x="5735002" y="1857768"/>
                </a:lnTo>
                <a:lnTo>
                  <a:pt x="5737339" y="1862480"/>
                </a:lnTo>
                <a:lnTo>
                  <a:pt x="5739168" y="1864080"/>
                </a:lnTo>
                <a:lnTo>
                  <a:pt x="5744159" y="1865757"/>
                </a:lnTo>
                <a:lnTo>
                  <a:pt x="5746585" y="1865591"/>
                </a:lnTo>
                <a:lnTo>
                  <a:pt x="5751296" y="1863255"/>
                </a:lnTo>
                <a:lnTo>
                  <a:pt x="5752897" y="1861426"/>
                </a:lnTo>
                <a:lnTo>
                  <a:pt x="5754573" y="1856435"/>
                </a:lnTo>
                <a:close/>
              </a:path>
              <a:path w="9475470" h="4709795">
                <a:moveTo>
                  <a:pt x="5764060" y="2855506"/>
                </a:moveTo>
                <a:lnTo>
                  <a:pt x="5762383" y="2850515"/>
                </a:lnTo>
                <a:lnTo>
                  <a:pt x="5760796" y="2848686"/>
                </a:lnTo>
                <a:lnTo>
                  <a:pt x="5756072" y="2846349"/>
                </a:lnTo>
                <a:lnTo>
                  <a:pt x="5753659" y="2846184"/>
                </a:lnTo>
                <a:lnTo>
                  <a:pt x="5748667" y="2847860"/>
                </a:lnTo>
                <a:lnTo>
                  <a:pt x="5746839" y="2849461"/>
                </a:lnTo>
                <a:lnTo>
                  <a:pt x="5744502" y="2854172"/>
                </a:lnTo>
                <a:lnTo>
                  <a:pt x="5744337" y="2856585"/>
                </a:lnTo>
                <a:lnTo>
                  <a:pt x="5746013" y="2861576"/>
                </a:lnTo>
                <a:lnTo>
                  <a:pt x="5747601" y="2863405"/>
                </a:lnTo>
                <a:lnTo>
                  <a:pt x="5752325" y="2865742"/>
                </a:lnTo>
                <a:lnTo>
                  <a:pt x="5754738" y="2865907"/>
                </a:lnTo>
                <a:lnTo>
                  <a:pt x="5759729" y="2864231"/>
                </a:lnTo>
                <a:lnTo>
                  <a:pt x="5761558" y="2862643"/>
                </a:lnTo>
                <a:lnTo>
                  <a:pt x="5763895" y="2857931"/>
                </a:lnTo>
                <a:lnTo>
                  <a:pt x="5764060" y="2855506"/>
                </a:lnTo>
                <a:close/>
              </a:path>
              <a:path w="9475470" h="4709795">
                <a:moveTo>
                  <a:pt x="5788711" y="1839506"/>
                </a:moveTo>
                <a:lnTo>
                  <a:pt x="5788545" y="1837093"/>
                </a:lnTo>
                <a:lnTo>
                  <a:pt x="5786209" y="1832368"/>
                </a:lnTo>
                <a:lnTo>
                  <a:pt x="5784380" y="1830781"/>
                </a:lnTo>
                <a:lnTo>
                  <a:pt x="5779389" y="1829092"/>
                </a:lnTo>
                <a:lnTo>
                  <a:pt x="5776976" y="1829257"/>
                </a:lnTo>
                <a:lnTo>
                  <a:pt x="5772251" y="1831594"/>
                </a:lnTo>
                <a:lnTo>
                  <a:pt x="5770651" y="1833422"/>
                </a:lnTo>
                <a:lnTo>
                  <a:pt x="5768975" y="1838413"/>
                </a:lnTo>
                <a:lnTo>
                  <a:pt x="5769140" y="1840839"/>
                </a:lnTo>
                <a:lnTo>
                  <a:pt x="5771477" y="1845551"/>
                </a:lnTo>
                <a:lnTo>
                  <a:pt x="5773305" y="1847151"/>
                </a:lnTo>
                <a:lnTo>
                  <a:pt x="5778297" y="1848827"/>
                </a:lnTo>
                <a:lnTo>
                  <a:pt x="5780722" y="1848662"/>
                </a:lnTo>
                <a:lnTo>
                  <a:pt x="5785434" y="1846326"/>
                </a:lnTo>
                <a:lnTo>
                  <a:pt x="5787034" y="1844497"/>
                </a:lnTo>
                <a:lnTo>
                  <a:pt x="5788711" y="1839506"/>
                </a:lnTo>
                <a:close/>
              </a:path>
              <a:path w="9475470" h="4709795">
                <a:moveTo>
                  <a:pt x="5798197" y="2872448"/>
                </a:moveTo>
                <a:lnTo>
                  <a:pt x="5796521" y="2867456"/>
                </a:lnTo>
                <a:lnTo>
                  <a:pt x="5794921" y="2865628"/>
                </a:lnTo>
                <a:lnTo>
                  <a:pt x="5790209" y="2863291"/>
                </a:lnTo>
                <a:lnTo>
                  <a:pt x="5787783" y="2863126"/>
                </a:lnTo>
                <a:lnTo>
                  <a:pt x="5782792" y="2864802"/>
                </a:lnTo>
                <a:lnTo>
                  <a:pt x="5780964" y="2866390"/>
                </a:lnTo>
                <a:lnTo>
                  <a:pt x="5778627" y="2871101"/>
                </a:lnTo>
                <a:lnTo>
                  <a:pt x="5778462" y="2873527"/>
                </a:lnTo>
                <a:lnTo>
                  <a:pt x="5780138" y="2878518"/>
                </a:lnTo>
                <a:lnTo>
                  <a:pt x="5781738" y="2880347"/>
                </a:lnTo>
                <a:lnTo>
                  <a:pt x="5786450" y="2882684"/>
                </a:lnTo>
                <a:lnTo>
                  <a:pt x="5788876" y="2882849"/>
                </a:lnTo>
                <a:lnTo>
                  <a:pt x="5793854" y="2881172"/>
                </a:lnTo>
                <a:lnTo>
                  <a:pt x="5795683" y="2879585"/>
                </a:lnTo>
                <a:lnTo>
                  <a:pt x="5798032" y="2874861"/>
                </a:lnTo>
                <a:lnTo>
                  <a:pt x="5798197" y="2872448"/>
                </a:lnTo>
                <a:close/>
              </a:path>
              <a:path w="9475470" h="4709795">
                <a:moveTo>
                  <a:pt x="5822848" y="1822589"/>
                </a:moveTo>
                <a:lnTo>
                  <a:pt x="5822683" y="1820164"/>
                </a:lnTo>
                <a:lnTo>
                  <a:pt x="5820346" y="1815452"/>
                </a:lnTo>
                <a:lnTo>
                  <a:pt x="5818517" y="1813852"/>
                </a:lnTo>
                <a:lnTo>
                  <a:pt x="5813526" y="1812175"/>
                </a:lnTo>
                <a:lnTo>
                  <a:pt x="5811101" y="1812340"/>
                </a:lnTo>
                <a:lnTo>
                  <a:pt x="5806389" y="1814677"/>
                </a:lnTo>
                <a:lnTo>
                  <a:pt x="5804789" y="1816506"/>
                </a:lnTo>
                <a:lnTo>
                  <a:pt x="5803112" y="1821484"/>
                </a:lnTo>
                <a:lnTo>
                  <a:pt x="5803277" y="1823910"/>
                </a:lnTo>
                <a:lnTo>
                  <a:pt x="5805614" y="1828622"/>
                </a:lnTo>
                <a:lnTo>
                  <a:pt x="5807443" y="1830222"/>
                </a:lnTo>
                <a:lnTo>
                  <a:pt x="5812434" y="1831898"/>
                </a:lnTo>
                <a:lnTo>
                  <a:pt x="5814860" y="1831733"/>
                </a:lnTo>
                <a:lnTo>
                  <a:pt x="5819572" y="1829396"/>
                </a:lnTo>
                <a:lnTo>
                  <a:pt x="5821172" y="1827568"/>
                </a:lnTo>
                <a:lnTo>
                  <a:pt x="5822848" y="1822589"/>
                </a:lnTo>
                <a:close/>
              </a:path>
              <a:path w="9475470" h="4709795">
                <a:moveTo>
                  <a:pt x="5832322" y="2889389"/>
                </a:moveTo>
                <a:lnTo>
                  <a:pt x="5830646" y="2884398"/>
                </a:lnTo>
                <a:lnTo>
                  <a:pt x="5829046" y="2882569"/>
                </a:lnTo>
                <a:lnTo>
                  <a:pt x="5824334" y="2880233"/>
                </a:lnTo>
                <a:lnTo>
                  <a:pt x="5821908" y="2880068"/>
                </a:lnTo>
                <a:lnTo>
                  <a:pt x="5816917" y="2881744"/>
                </a:lnTo>
                <a:lnTo>
                  <a:pt x="5815088" y="2883331"/>
                </a:lnTo>
                <a:lnTo>
                  <a:pt x="5812752" y="2888043"/>
                </a:lnTo>
                <a:lnTo>
                  <a:pt x="5812587" y="2890469"/>
                </a:lnTo>
                <a:lnTo>
                  <a:pt x="5814263" y="2895460"/>
                </a:lnTo>
                <a:lnTo>
                  <a:pt x="5815863" y="2897289"/>
                </a:lnTo>
                <a:lnTo>
                  <a:pt x="5820575" y="2899626"/>
                </a:lnTo>
                <a:lnTo>
                  <a:pt x="5823001" y="2899791"/>
                </a:lnTo>
                <a:lnTo>
                  <a:pt x="5827992" y="2898114"/>
                </a:lnTo>
                <a:lnTo>
                  <a:pt x="5829820" y="2896514"/>
                </a:lnTo>
                <a:lnTo>
                  <a:pt x="5832157" y="2891802"/>
                </a:lnTo>
                <a:lnTo>
                  <a:pt x="5832322" y="2889389"/>
                </a:lnTo>
                <a:close/>
              </a:path>
              <a:path w="9475470" h="4709795">
                <a:moveTo>
                  <a:pt x="5856986" y="1805660"/>
                </a:moveTo>
                <a:lnTo>
                  <a:pt x="5856821" y="1803234"/>
                </a:lnTo>
                <a:lnTo>
                  <a:pt x="5854484" y="1798523"/>
                </a:lnTo>
                <a:lnTo>
                  <a:pt x="5852655" y="1796923"/>
                </a:lnTo>
                <a:lnTo>
                  <a:pt x="5847664" y="1795246"/>
                </a:lnTo>
                <a:lnTo>
                  <a:pt x="5845238" y="1795411"/>
                </a:lnTo>
                <a:lnTo>
                  <a:pt x="5840527" y="1797748"/>
                </a:lnTo>
                <a:lnTo>
                  <a:pt x="5838926" y="1799577"/>
                </a:lnTo>
                <a:lnTo>
                  <a:pt x="5837250" y="1804555"/>
                </a:lnTo>
                <a:lnTo>
                  <a:pt x="5837415" y="1806981"/>
                </a:lnTo>
                <a:lnTo>
                  <a:pt x="5839752" y="1811693"/>
                </a:lnTo>
                <a:lnTo>
                  <a:pt x="5841581" y="1813293"/>
                </a:lnTo>
                <a:lnTo>
                  <a:pt x="5846559" y="1814982"/>
                </a:lnTo>
                <a:lnTo>
                  <a:pt x="5848985" y="1814817"/>
                </a:lnTo>
                <a:lnTo>
                  <a:pt x="5853709" y="1812480"/>
                </a:lnTo>
                <a:lnTo>
                  <a:pt x="5855297" y="1810639"/>
                </a:lnTo>
                <a:lnTo>
                  <a:pt x="5856986" y="1805660"/>
                </a:lnTo>
                <a:close/>
              </a:path>
              <a:path w="9475470" h="4709795">
                <a:moveTo>
                  <a:pt x="5866447" y="2906331"/>
                </a:moveTo>
                <a:lnTo>
                  <a:pt x="5864771" y="2901340"/>
                </a:lnTo>
                <a:lnTo>
                  <a:pt x="5863171" y="2899511"/>
                </a:lnTo>
                <a:lnTo>
                  <a:pt x="5858459" y="2897174"/>
                </a:lnTo>
                <a:lnTo>
                  <a:pt x="5856033" y="2897009"/>
                </a:lnTo>
                <a:lnTo>
                  <a:pt x="5851055" y="2898686"/>
                </a:lnTo>
                <a:lnTo>
                  <a:pt x="5849213" y="2900273"/>
                </a:lnTo>
                <a:lnTo>
                  <a:pt x="5846877" y="2904985"/>
                </a:lnTo>
                <a:lnTo>
                  <a:pt x="5846711" y="2907411"/>
                </a:lnTo>
                <a:lnTo>
                  <a:pt x="5848388" y="2912402"/>
                </a:lnTo>
                <a:lnTo>
                  <a:pt x="5849988" y="2914231"/>
                </a:lnTo>
                <a:lnTo>
                  <a:pt x="5854700" y="2916567"/>
                </a:lnTo>
                <a:lnTo>
                  <a:pt x="5857125" y="2916732"/>
                </a:lnTo>
                <a:lnTo>
                  <a:pt x="5862117" y="2915056"/>
                </a:lnTo>
                <a:lnTo>
                  <a:pt x="5863945" y="2913456"/>
                </a:lnTo>
                <a:lnTo>
                  <a:pt x="5866282" y="2908744"/>
                </a:lnTo>
                <a:lnTo>
                  <a:pt x="5866447" y="2906331"/>
                </a:lnTo>
                <a:close/>
              </a:path>
              <a:path w="9475470" h="4709795">
                <a:moveTo>
                  <a:pt x="5891123" y="1788731"/>
                </a:moveTo>
                <a:lnTo>
                  <a:pt x="5890958" y="1786305"/>
                </a:lnTo>
                <a:lnTo>
                  <a:pt x="5888621" y="1781594"/>
                </a:lnTo>
                <a:lnTo>
                  <a:pt x="5886793" y="1779993"/>
                </a:lnTo>
                <a:lnTo>
                  <a:pt x="5881802" y="1778317"/>
                </a:lnTo>
                <a:lnTo>
                  <a:pt x="5879376" y="1778482"/>
                </a:lnTo>
                <a:lnTo>
                  <a:pt x="5874664" y="1780819"/>
                </a:lnTo>
                <a:lnTo>
                  <a:pt x="5873064" y="1782648"/>
                </a:lnTo>
                <a:lnTo>
                  <a:pt x="5871388" y="1787639"/>
                </a:lnTo>
                <a:lnTo>
                  <a:pt x="5871553" y="1790065"/>
                </a:lnTo>
                <a:lnTo>
                  <a:pt x="5873889" y="1794776"/>
                </a:lnTo>
                <a:lnTo>
                  <a:pt x="5875718" y="1796376"/>
                </a:lnTo>
                <a:lnTo>
                  <a:pt x="5880697" y="1798053"/>
                </a:lnTo>
                <a:lnTo>
                  <a:pt x="5883122" y="1797888"/>
                </a:lnTo>
                <a:lnTo>
                  <a:pt x="5887834" y="1795551"/>
                </a:lnTo>
                <a:lnTo>
                  <a:pt x="5889434" y="1793722"/>
                </a:lnTo>
                <a:lnTo>
                  <a:pt x="5891123" y="1788731"/>
                </a:lnTo>
                <a:close/>
              </a:path>
              <a:path w="9475470" h="4709795">
                <a:moveTo>
                  <a:pt x="5900585" y="2923273"/>
                </a:moveTo>
                <a:lnTo>
                  <a:pt x="5898896" y="2918282"/>
                </a:lnTo>
                <a:lnTo>
                  <a:pt x="5897308" y="2916453"/>
                </a:lnTo>
                <a:lnTo>
                  <a:pt x="5892584" y="2914116"/>
                </a:lnTo>
                <a:lnTo>
                  <a:pt x="5890171" y="2913951"/>
                </a:lnTo>
                <a:lnTo>
                  <a:pt x="5885180" y="2915628"/>
                </a:lnTo>
                <a:lnTo>
                  <a:pt x="5883351" y="2917215"/>
                </a:lnTo>
                <a:lnTo>
                  <a:pt x="5881014" y="2921927"/>
                </a:lnTo>
                <a:lnTo>
                  <a:pt x="5880849" y="2924352"/>
                </a:lnTo>
                <a:lnTo>
                  <a:pt x="5882525" y="2929344"/>
                </a:lnTo>
                <a:lnTo>
                  <a:pt x="5884113" y="2931172"/>
                </a:lnTo>
                <a:lnTo>
                  <a:pt x="5888837" y="2933509"/>
                </a:lnTo>
                <a:lnTo>
                  <a:pt x="5891263" y="2933674"/>
                </a:lnTo>
                <a:lnTo>
                  <a:pt x="5896241" y="2931998"/>
                </a:lnTo>
                <a:lnTo>
                  <a:pt x="5898070" y="2930398"/>
                </a:lnTo>
                <a:lnTo>
                  <a:pt x="5900407" y="2925686"/>
                </a:lnTo>
                <a:lnTo>
                  <a:pt x="5900585" y="2923273"/>
                </a:lnTo>
                <a:close/>
              </a:path>
              <a:path w="9475470" h="4709795">
                <a:moveTo>
                  <a:pt x="5925248" y="1771802"/>
                </a:moveTo>
                <a:lnTo>
                  <a:pt x="5925096" y="1769389"/>
                </a:lnTo>
                <a:lnTo>
                  <a:pt x="5922759" y="1764665"/>
                </a:lnTo>
                <a:lnTo>
                  <a:pt x="5920918" y="1763077"/>
                </a:lnTo>
                <a:lnTo>
                  <a:pt x="5915939" y="1761388"/>
                </a:lnTo>
                <a:lnTo>
                  <a:pt x="5913513" y="1761553"/>
                </a:lnTo>
                <a:lnTo>
                  <a:pt x="5908802" y="1763890"/>
                </a:lnTo>
                <a:lnTo>
                  <a:pt x="5907202" y="1765719"/>
                </a:lnTo>
                <a:lnTo>
                  <a:pt x="5905525" y="1770710"/>
                </a:lnTo>
                <a:lnTo>
                  <a:pt x="5905690" y="1773135"/>
                </a:lnTo>
                <a:lnTo>
                  <a:pt x="5908027" y="1777847"/>
                </a:lnTo>
                <a:lnTo>
                  <a:pt x="5909856" y="1779447"/>
                </a:lnTo>
                <a:lnTo>
                  <a:pt x="5914834" y="1781124"/>
                </a:lnTo>
                <a:lnTo>
                  <a:pt x="5917260" y="1780959"/>
                </a:lnTo>
                <a:lnTo>
                  <a:pt x="5921972" y="1778622"/>
                </a:lnTo>
                <a:lnTo>
                  <a:pt x="5923572" y="1776793"/>
                </a:lnTo>
                <a:lnTo>
                  <a:pt x="5925248" y="1771802"/>
                </a:lnTo>
                <a:close/>
              </a:path>
              <a:path w="9475470" h="4709795">
                <a:moveTo>
                  <a:pt x="5934710" y="2940215"/>
                </a:moveTo>
                <a:lnTo>
                  <a:pt x="5933033" y="2935224"/>
                </a:lnTo>
                <a:lnTo>
                  <a:pt x="5931433" y="2933395"/>
                </a:lnTo>
                <a:lnTo>
                  <a:pt x="5926721" y="2931058"/>
                </a:lnTo>
                <a:lnTo>
                  <a:pt x="5924296" y="2930880"/>
                </a:lnTo>
                <a:lnTo>
                  <a:pt x="5919305" y="2932569"/>
                </a:lnTo>
                <a:lnTo>
                  <a:pt x="5917476" y="2934157"/>
                </a:lnTo>
                <a:lnTo>
                  <a:pt x="5915139" y="2938869"/>
                </a:lnTo>
                <a:lnTo>
                  <a:pt x="5914974" y="2941294"/>
                </a:lnTo>
                <a:lnTo>
                  <a:pt x="5916650" y="2946285"/>
                </a:lnTo>
                <a:lnTo>
                  <a:pt x="5918251" y="2948114"/>
                </a:lnTo>
                <a:lnTo>
                  <a:pt x="5922962" y="2950451"/>
                </a:lnTo>
                <a:lnTo>
                  <a:pt x="5925388" y="2950616"/>
                </a:lnTo>
                <a:lnTo>
                  <a:pt x="5930366" y="2948940"/>
                </a:lnTo>
                <a:lnTo>
                  <a:pt x="5932208" y="2947339"/>
                </a:lnTo>
                <a:lnTo>
                  <a:pt x="5934545" y="2942628"/>
                </a:lnTo>
                <a:lnTo>
                  <a:pt x="5934710" y="2940215"/>
                </a:lnTo>
                <a:close/>
              </a:path>
              <a:path w="9475470" h="4709795">
                <a:moveTo>
                  <a:pt x="5959386" y="1754886"/>
                </a:moveTo>
                <a:lnTo>
                  <a:pt x="5959221" y="1752460"/>
                </a:lnTo>
                <a:lnTo>
                  <a:pt x="5956884" y="1747748"/>
                </a:lnTo>
                <a:lnTo>
                  <a:pt x="5955055" y="1746148"/>
                </a:lnTo>
                <a:lnTo>
                  <a:pt x="5950077" y="1744472"/>
                </a:lnTo>
                <a:lnTo>
                  <a:pt x="5947651" y="1744624"/>
                </a:lnTo>
                <a:lnTo>
                  <a:pt x="5942939" y="1746973"/>
                </a:lnTo>
                <a:lnTo>
                  <a:pt x="5941339" y="1748802"/>
                </a:lnTo>
                <a:lnTo>
                  <a:pt x="5939650" y="1753781"/>
                </a:lnTo>
                <a:lnTo>
                  <a:pt x="5939815" y="1756206"/>
                </a:lnTo>
                <a:lnTo>
                  <a:pt x="5942152" y="1760918"/>
                </a:lnTo>
                <a:lnTo>
                  <a:pt x="5943993" y="1762518"/>
                </a:lnTo>
                <a:lnTo>
                  <a:pt x="5948972" y="1764195"/>
                </a:lnTo>
                <a:lnTo>
                  <a:pt x="5951398" y="1764030"/>
                </a:lnTo>
                <a:lnTo>
                  <a:pt x="5956109" y="1761693"/>
                </a:lnTo>
                <a:lnTo>
                  <a:pt x="5957709" y="1759864"/>
                </a:lnTo>
                <a:lnTo>
                  <a:pt x="5959386" y="1754886"/>
                </a:lnTo>
                <a:close/>
              </a:path>
              <a:path w="9475470" h="4709795">
                <a:moveTo>
                  <a:pt x="5968835" y="2957157"/>
                </a:moveTo>
                <a:lnTo>
                  <a:pt x="5967158" y="2952165"/>
                </a:lnTo>
                <a:lnTo>
                  <a:pt x="5965558" y="2950337"/>
                </a:lnTo>
                <a:lnTo>
                  <a:pt x="5960846" y="2947987"/>
                </a:lnTo>
                <a:lnTo>
                  <a:pt x="5958421" y="2947822"/>
                </a:lnTo>
                <a:lnTo>
                  <a:pt x="5953430" y="2949511"/>
                </a:lnTo>
                <a:lnTo>
                  <a:pt x="5951601" y="2951099"/>
                </a:lnTo>
                <a:lnTo>
                  <a:pt x="5949264" y="2955810"/>
                </a:lnTo>
                <a:lnTo>
                  <a:pt x="5949099" y="2958236"/>
                </a:lnTo>
                <a:lnTo>
                  <a:pt x="5950775" y="2963227"/>
                </a:lnTo>
                <a:lnTo>
                  <a:pt x="5952375" y="2965056"/>
                </a:lnTo>
                <a:lnTo>
                  <a:pt x="5957087" y="2967393"/>
                </a:lnTo>
                <a:lnTo>
                  <a:pt x="5959513" y="2967558"/>
                </a:lnTo>
                <a:lnTo>
                  <a:pt x="5964504" y="2965881"/>
                </a:lnTo>
                <a:lnTo>
                  <a:pt x="5966333" y="2964281"/>
                </a:lnTo>
                <a:lnTo>
                  <a:pt x="5968670" y="2959570"/>
                </a:lnTo>
                <a:lnTo>
                  <a:pt x="5968835" y="2957157"/>
                </a:lnTo>
                <a:close/>
              </a:path>
              <a:path w="9475470" h="4709795">
                <a:moveTo>
                  <a:pt x="5993523" y="1737956"/>
                </a:moveTo>
                <a:lnTo>
                  <a:pt x="5993358" y="1735531"/>
                </a:lnTo>
                <a:lnTo>
                  <a:pt x="5991022" y="1730819"/>
                </a:lnTo>
                <a:lnTo>
                  <a:pt x="5989193" y="1729219"/>
                </a:lnTo>
                <a:lnTo>
                  <a:pt x="5984214" y="1727542"/>
                </a:lnTo>
                <a:lnTo>
                  <a:pt x="5981789" y="1727708"/>
                </a:lnTo>
                <a:lnTo>
                  <a:pt x="5977064" y="1730044"/>
                </a:lnTo>
                <a:lnTo>
                  <a:pt x="5975477" y="1731873"/>
                </a:lnTo>
                <a:lnTo>
                  <a:pt x="5973788" y="1736852"/>
                </a:lnTo>
                <a:lnTo>
                  <a:pt x="5973953" y="1739277"/>
                </a:lnTo>
                <a:lnTo>
                  <a:pt x="5976290" y="1743989"/>
                </a:lnTo>
                <a:lnTo>
                  <a:pt x="5978118" y="1745589"/>
                </a:lnTo>
                <a:lnTo>
                  <a:pt x="5983109" y="1747278"/>
                </a:lnTo>
                <a:lnTo>
                  <a:pt x="5985535" y="1747113"/>
                </a:lnTo>
                <a:lnTo>
                  <a:pt x="5990247" y="1744776"/>
                </a:lnTo>
                <a:lnTo>
                  <a:pt x="5991847" y="1742935"/>
                </a:lnTo>
                <a:lnTo>
                  <a:pt x="5993523" y="1737956"/>
                </a:lnTo>
                <a:close/>
              </a:path>
              <a:path w="9475470" h="4709795">
                <a:moveTo>
                  <a:pt x="6002960" y="2974086"/>
                </a:moveTo>
                <a:lnTo>
                  <a:pt x="6001283" y="2969107"/>
                </a:lnTo>
                <a:lnTo>
                  <a:pt x="5999683" y="2967278"/>
                </a:lnTo>
                <a:lnTo>
                  <a:pt x="5994971" y="2964929"/>
                </a:lnTo>
                <a:lnTo>
                  <a:pt x="5992546" y="2964764"/>
                </a:lnTo>
                <a:lnTo>
                  <a:pt x="5987567" y="2966453"/>
                </a:lnTo>
                <a:lnTo>
                  <a:pt x="5985738" y="2968040"/>
                </a:lnTo>
                <a:lnTo>
                  <a:pt x="5983389" y="2972752"/>
                </a:lnTo>
                <a:lnTo>
                  <a:pt x="5983224" y="2975178"/>
                </a:lnTo>
                <a:lnTo>
                  <a:pt x="5984900" y="2980169"/>
                </a:lnTo>
                <a:lnTo>
                  <a:pt x="5986500" y="2981998"/>
                </a:lnTo>
                <a:lnTo>
                  <a:pt x="5991212" y="2984335"/>
                </a:lnTo>
                <a:lnTo>
                  <a:pt x="5993638" y="2984500"/>
                </a:lnTo>
                <a:lnTo>
                  <a:pt x="5998629" y="2982823"/>
                </a:lnTo>
                <a:lnTo>
                  <a:pt x="6000458" y="2981223"/>
                </a:lnTo>
                <a:lnTo>
                  <a:pt x="6002794" y="2976511"/>
                </a:lnTo>
                <a:lnTo>
                  <a:pt x="6002960" y="2974086"/>
                </a:lnTo>
                <a:close/>
              </a:path>
              <a:path w="9475470" h="4709795">
                <a:moveTo>
                  <a:pt x="6027661" y="1721027"/>
                </a:moveTo>
                <a:lnTo>
                  <a:pt x="6027496" y="1718602"/>
                </a:lnTo>
                <a:lnTo>
                  <a:pt x="6025159" y="1713890"/>
                </a:lnTo>
                <a:lnTo>
                  <a:pt x="6023330" y="1712290"/>
                </a:lnTo>
                <a:lnTo>
                  <a:pt x="6018352" y="1710613"/>
                </a:lnTo>
                <a:lnTo>
                  <a:pt x="6015926" y="1710778"/>
                </a:lnTo>
                <a:lnTo>
                  <a:pt x="6011202" y="1713115"/>
                </a:lnTo>
                <a:lnTo>
                  <a:pt x="6009614" y="1714944"/>
                </a:lnTo>
                <a:lnTo>
                  <a:pt x="6007925" y="1719935"/>
                </a:lnTo>
                <a:lnTo>
                  <a:pt x="6008090" y="1722361"/>
                </a:lnTo>
                <a:lnTo>
                  <a:pt x="6010427" y="1727073"/>
                </a:lnTo>
                <a:lnTo>
                  <a:pt x="6012256" y="1728673"/>
                </a:lnTo>
                <a:lnTo>
                  <a:pt x="6017247" y="1730349"/>
                </a:lnTo>
                <a:lnTo>
                  <a:pt x="6019673" y="1730184"/>
                </a:lnTo>
                <a:lnTo>
                  <a:pt x="6024384" y="1727847"/>
                </a:lnTo>
                <a:lnTo>
                  <a:pt x="6025985" y="1726018"/>
                </a:lnTo>
                <a:lnTo>
                  <a:pt x="6027661" y="1721027"/>
                </a:lnTo>
                <a:close/>
              </a:path>
              <a:path w="9475470" h="4709795">
                <a:moveTo>
                  <a:pt x="6037097" y="2991027"/>
                </a:moveTo>
                <a:lnTo>
                  <a:pt x="6035408" y="2986049"/>
                </a:lnTo>
                <a:lnTo>
                  <a:pt x="6033821" y="2984220"/>
                </a:lnTo>
                <a:lnTo>
                  <a:pt x="6029109" y="2981871"/>
                </a:lnTo>
                <a:lnTo>
                  <a:pt x="6026683" y="2981706"/>
                </a:lnTo>
                <a:lnTo>
                  <a:pt x="6021692" y="2983395"/>
                </a:lnTo>
                <a:lnTo>
                  <a:pt x="6019863" y="2984982"/>
                </a:lnTo>
                <a:lnTo>
                  <a:pt x="6017526" y="2989694"/>
                </a:lnTo>
                <a:lnTo>
                  <a:pt x="6017361" y="2992120"/>
                </a:lnTo>
                <a:lnTo>
                  <a:pt x="6019038" y="2997111"/>
                </a:lnTo>
                <a:lnTo>
                  <a:pt x="6020638" y="2998940"/>
                </a:lnTo>
                <a:lnTo>
                  <a:pt x="6025350" y="3001276"/>
                </a:lnTo>
                <a:lnTo>
                  <a:pt x="6027775" y="3001441"/>
                </a:lnTo>
                <a:lnTo>
                  <a:pt x="6032754" y="2999765"/>
                </a:lnTo>
                <a:lnTo>
                  <a:pt x="6034583" y="2998165"/>
                </a:lnTo>
                <a:lnTo>
                  <a:pt x="6036932" y="2993453"/>
                </a:lnTo>
                <a:lnTo>
                  <a:pt x="6037097" y="2991027"/>
                </a:lnTo>
                <a:close/>
              </a:path>
              <a:path w="9475470" h="4709795">
                <a:moveTo>
                  <a:pt x="6061799" y="1704098"/>
                </a:moveTo>
                <a:lnTo>
                  <a:pt x="6061634" y="1701685"/>
                </a:lnTo>
                <a:lnTo>
                  <a:pt x="6059297" y="1696961"/>
                </a:lnTo>
                <a:lnTo>
                  <a:pt x="6057468" y="1695373"/>
                </a:lnTo>
                <a:lnTo>
                  <a:pt x="6052477" y="1693684"/>
                </a:lnTo>
                <a:lnTo>
                  <a:pt x="6050051" y="1693849"/>
                </a:lnTo>
                <a:lnTo>
                  <a:pt x="6045339" y="1696186"/>
                </a:lnTo>
                <a:lnTo>
                  <a:pt x="6043739" y="1698015"/>
                </a:lnTo>
                <a:lnTo>
                  <a:pt x="6042063" y="1703006"/>
                </a:lnTo>
                <a:lnTo>
                  <a:pt x="6042228" y="1705432"/>
                </a:lnTo>
                <a:lnTo>
                  <a:pt x="6044565" y="1710143"/>
                </a:lnTo>
                <a:lnTo>
                  <a:pt x="6046394" y="1711744"/>
                </a:lnTo>
                <a:lnTo>
                  <a:pt x="6051385" y="1713420"/>
                </a:lnTo>
                <a:lnTo>
                  <a:pt x="6053810" y="1713255"/>
                </a:lnTo>
                <a:lnTo>
                  <a:pt x="6058522" y="1710918"/>
                </a:lnTo>
                <a:lnTo>
                  <a:pt x="6060122" y="1709089"/>
                </a:lnTo>
                <a:lnTo>
                  <a:pt x="6061799" y="1704098"/>
                </a:lnTo>
                <a:close/>
              </a:path>
              <a:path w="9475470" h="4709795">
                <a:moveTo>
                  <a:pt x="6071222" y="3007969"/>
                </a:moveTo>
                <a:lnTo>
                  <a:pt x="6069546" y="3002991"/>
                </a:lnTo>
                <a:lnTo>
                  <a:pt x="6067945" y="3001162"/>
                </a:lnTo>
                <a:lnTo>
                  <a:pt x="6063234" y="2998813"/>
                </a:lnTo>
                <a:lnTo>
                  <a:pt x="6060808" y="2998647"/>
                </a:lnTo>
                <a:lnTo>
                  <a:pt x="6055817" y="3000337"/>
                </a:lnTo>
                <a:lnTo>
                  <a:pt x="6053988" y="3001924"/>
                </a:lnTo>
                <a:lnTo>
                  <a:pt x="6051651" y="3006636"/>
                </a:lnTo>
                <a:lnTo>
                  <a:pt x="6051486" y="3009061"/>
                </a:lnTo>
                <a:lnTo>
                  <a:pt x="6053163" y="3014053"/>
                </a:lnTo>
                <a:lnTo>
                  <a:pt x="6054763" y="3015881"/>
                </a:lnTo>
                <a:lnTo>
                  <a:pt x="6059475" y="3018218"/>
                </a:lnTo>
                <a:lnTo>
                  <a:pt x="6061900" y="3018383"/>
                </a:lnTo>
                <a:lnTo>
                  <a:pt x="6066879" y="3016707"/>
                </a:lnTo>
                <a:lnTo>
                  <a:pt x="6068720" y="3015107"/>
                </a:lnTo>
                <a:lnTo>
                  <a:pt x="6071057" y="3010395"/>
                </a:lnTo>
                <a:lnTo>
                  <a:pt x="6071222" y="3007969"/>
                </a:lnTo>
                <a:close/>
              </a:path>
              <a:path w="9475470" h="4709795">
                <a:moveTo>
                  <a:pt x="6095936" y="1687182"/>
                </a:moveTo>
                <a:lnTo>
                  <a:pt x="6095771" y="1684756"/>
                </a:lnTo>
                <a:lnTo>
                  <a:pt x="6093434" y="1680044"/>
                </a:lnTo>
                <a:lnTo>
                  <a:pt x="6091606" y="1678444"/>
                </a:lnTo>
                <a:lnTo>
                  <a:pt x="6086614" y="1676755"/>
                </a:lnTo>
                <a:lnTo>
                  <a:pt x="6084189" y="1676920"/>
                </a:lnTo>
                <a:lnTo>
                  <a:pt x="6079477" y="1679270"/>
                </a:lnTo>
                <a:lnTo>
                  <a:pt x="6077877" y="1681099"/>
                </a:lnTo>
                <a:lnTo>
                  <a:pt x="6076200" y="1686077"/>
                </a:lnTo>
                <a:lnTo>
                  <a:pt x="6076366" y="1688503"/>
                </a:lnTo>
                <a:lnTo>
                  <a:pt x="6078702" y="1693214"/>
                </a:lnTo>
                <a:lnTo>
                  <a:pt x="6080531" y="1694815"/>
                </a:lnTo>
                <a:lnTo>
                  <a:pt x="6085522" y="1696491"/>
                </a:lnTo>
                <a:lnTo>
                  <a:pt x="6087935" y="1696326"/>
                </a:lnTo>
                <a:lnTo>
                  <a:pt x="6092660" y="1693989"/>
                </a:lnTo>
                <a:lnTo>
                  <a:pt x="6094260" y="1692160"/>
                </a:lnTo>
                <a:lnTo>
                  <a:pt x="6095936" y="1687182"/>
                </a:lnTo>
                <a:close/>
              </a:path>
              <a:path w="9475470" h="4709795">
                <a:moveTo>
                  <a:pt x="6105347" y="3024911"/>
                </a:moveTo>
                <a:lnTo>
                  <a:pt x="6103671" y="3019933"/>
                </a:lnTo>
                <a:lnTo>
                  <a:pt x="6102070" y="3018104"/>
                </a:lnTo>
                <a:lnTo>
                  <a:pt x="6097359" y="3015754"/>
                </a:lnTo>
                <a:lnTo>
                  <a:pt x="6094933" y="3015589"/>
                </a:lnTo>
                <a:lnTo>
                  <a:pt x="6089955" y="3017266"/>
                </a:lnTo>
                <a:lnTo>
                  <a:pt x="6088113" y="3018866"/>
                </a:lnTo>
                <a:lnTo>
                  <a:pt x="6085776" y="3023578"/>
                </a:lnTo>
                <a:lnTo>
                  <a:pt x="6085611" y="3026003"/>
                </a:lnTo>
                <a:lnTo>
                  <a:pt x="6087288" y="3030994"/>
                </a:lnTo>
                <a:lnTo>
                  <a:pt x="6088888" y="3032823"/>
                </a:lnTo>
                <a:lnTo>
                  <a:pt x="6093599" y="3035160"/>
                </a:lnTo>
                <a:lnTo>
                  <a:pt x="6096025" y="3035325"/>
                </a:lnTo>
                <a:lnTo>
                  <a:pt x="6101016" y="3033649"/>
                </a:lnTo>
                <a:lnTo>
                  <a:pt x="6102845" y="3032048"/>
                </a:lnTo>
                <a:lnTo>
                  <a:pt x="6105182" y="3027337"/>
                </a:lnTo>
                <a:lnTo>
                  <a:pt x="6105347" y="3024911"/>
                </a:lnTo>
                <a:close/>
              </a:path>
              <a:path w="9475470" h="4709795">
                <a:moveTo>
                  <a:pt x="6130074" y="1670253"/>
                </a:moveTo>
                <a:lnTo>
                  <a:pt x="6129909" y="1667827"/>
                </a:lnTo>
                <a:lnTo>
                  <a:pt x="6127572" y="1663115"/>
                </a:lnTo>
                <a:lnTo>
                  <a:pt x="6125743" y="1661515"/>
                </a:lnTo>
                <a:lnTo>
                  <a:pt x="6120752" y="1659839"/>
                </a:lnTo>
                <a:lnTo>
                  <a:pt x="6118326" y="1660004"/>
                </a:lnTo>
                <a:lnTo>
                  <a:pt x="6113615" y="1662341"/>
                </a:lnTo>
                <a:lnTo>
                  <a:pt x="6112014" y="1664169"/>
                </a:lnTo>
                <a:lnTo>
                  <a:pt x="6110338" y="1669148"/>
                </a:lnTo>
                <a:lnTo>
                  <a:pt x="6110503" y="1671574"/>
                </a:lnTo>
                <a:lnTo>
                  <a:pt x="6112840" y="1676285"/>
                </a:lnTo>
                <a:lnTo>
                  <a:pt x="6114669" y="1677885"/>
                </a:lnTo>
                <a:lnTo>
                  <a:pt x="6119647" y="1679575"/>
                </a:lnTo>
                <a:lnTo>
                  <a:pt x="6122073" y="1679409"/>
                </a:lnTo>
                <a:lnTo>
                  <a:pt x="6126797" y="1677073"/>
                </a:lnTo>
                <a:lnTo>
                  <a:pt x="6128385" y="1675231"/>
                </a:lnTo>
                <a:lnTo>
                  <a:pt x="6130074" y="1670253"/>
                </a:lnTo>
                <a:close/>
              </a:path>
              <a:path w="9475470" h="4709795">
                <a:moveTo>
                  <a:pt x="6139472" y="3041853"/>
                </a:moveTo>
                <a:lnTo>
                  <a:pt x="6137795" y="3036874"/>
                </a:lnTo>
                <a:lnTo>
                  <a:pt x="6136195" y="3035046"/>
                </a:lnTo>
                <a:lnTo>
                  <a:pt x="6131484" y="3032696"/>
                </a:lnTo>
                <a:lnTo>
                  <a:pt x="6129058" y="3032531"/>
                </a:lnTo>
                <a:lnTo>
                  <a:pt x="6124079" y="3034207"/>
                </a:lnTo>
                <a:lnTo>
                  <a:pt x="6122251" y="3035808"/>
                </a:lnTo>
                <a:lnTo>
                  <a:pt x="6119901" y="3040519"/>
                </a:lnTo>
                <a:lnTo>
                  <a:pt x="6119736" y="3042945"/>
                </a:lnTo>
                <a:lnTo>
                  <a:pt x="6121425" y="3047936"/>
                </a:lnTo>
                <a:lnTo>
                  <a:pt x="6123013" y="3049765"/>
                </a:lnTo>
                <a:lnTo>
                  <a:pt x="6127737" y="3052102"/>
                </a:lnTo>
                <a:lnTo>
                  <a:pt x="6130150" y="3052267"/>
                </a:lnTo>
                <a:lnTo>
                  <a:pt x="6135141" y="3050590"/>
                </a:lnTo>
                <a:lnTo>
                  <a:pt x="6136970" y="3048990"/>
                </a:lnTo>
                <a:lnTo>
                  <a:pt x="6139307" y="3044279"/>
                </a:lnTo>
                <a:lnTo>
                  <a:pt x="6139472" y="3041853"/>
                </a:lnTo>
                <a:close/>
              </a:path>
              <a:path w="9475470" h="4709795">
                <a:moveTo>
                  <a:pt x="6164211" y="1653324"/>
                </a:moveTo>
                <a:lnTo>
                  <a:pt x="6164046" y="1650898"/>
                </a:lnTo>
                <a:lnTo>
                  <a:pt x="6161710" y="1646186"/>
                </a:lnTo>
                <a:lnTo>
                  <a:pt x="6159881" y="1644586"/>
                </a:lnTo>
                <a:lnTo>
                  <a:pt x="6154890" y="1642910"/>
                </a:lnTo>
                <a:lnTo>
                  <a:pt x="6152464" y="1643075"/>
                </a:lnTo>
                <a:lnTo>
                  <a:pt x="6147752" y="1645412"/>
                </a:lnTo>
                <a:lnTo>
                  <a:pt x="6146152" y="1647240"/>
                </a:lnTo>
                <a:lnTo>
                  <a:pt x="6144476" y="1652231"/>
                </a:lnTo>
                <a:lnTo>
                  <a:pt x="6144641" y="1654657"/>
                </a:lnTo>
                <a:lnTo>
                  <a:pt x="6146978" y="1659369"/>
                </a:lnTo>
                <a:lnTo>
                  <a:pt x="6148806" y="1660956"/>
                </a:lnTo>
                <a:lnTo>
                  <a:pt x="6153785" y="1662645"/>
                </a:lnTo>
                <a:lnTo>
                  <a:pt x="6156210" y="1662480"/>
                </a:lnTo>
                <a:lnTo>
                  <a:pt x="6160922" y="1660144"/>
                </a:lnTo>
                <a:lnTo>
                  <a:pt x="6162522" y="1658315"/>
                </a:lnTo>
                <a:lnTo>
                  <a:pt x="6164211" y="1653324"/>
                </a:lnTo>
                <a:close/>
              </a:path>
              <a:path w="9475470" h="4709795">
                <a:moveTo>
                  <a:pt x="6173609" y="3058795"/>
                </a:moveTo>
                <a:lnTo>
                  <a:pt x="6171933" y="3053816"/>
                </a:lnTo>
                <a:lnTo>
                  <a:pt x="6170333" y="3051987"/>
                </a:lnTo>
                <a:lnTo>
                  <a:pt x="6165621" y="3049638"/>
                </a:lnTo>
                <a:lnTo>
                  <a:pt x="6163195" y="3049473"/>
                </a:lnTo>
                <a:lnTo>
                  <a:pt x="6158204" y="3051149"/>
                </a:lnTo>
                <a:lnTo>
                  <a:pt x="6156376" y="3052749"/>
                </a:lnTo>
                <a:lnTo>
                  <a:pt x="6154039" y="3057461"/>
                </a:lnTo>
                <a:lnTo>
                  <a:pt x="6153874" y="3059887"/>
                </a:lnTo>
                <a:lnTo>
                  <a:pt x="6155550" y="3064878"/>
                </a:lnTo>
                <a:lnTo>
                  <a:pt x="6157150" y="3066707"/>
                </a:lnTo>
                <a:lnTo>
                  <a:pt x="6161862" y="3069044"/>
                </a:lnTo>
                <a:lnTo>
                  <a:pt x="6164288" y="3069209"/>
                </a:lnTo>
                <a:lnTo>
                  <a:pt x="6169266" y="3067532"/>
                </a:lnTo>
                <a:lnTo>
                  <a:pt x="6171095" y="3065932"/>
                </a:lnTo>
                <a:lnTo>
                  <a:pt x="6173444" y="3061220"/>
                </a:lnTo>
                <a:lnTo>
                  <a:pt x="6173609" y="3058795"/>
                </a:lnTo>
                <a:close/>
              </a:path>
              <a:path w="9475470" h="4709795">
                <a:moveTo>
                  <a:pt x="6198336" y="1636395"/>
                </a:moveTo>
                <a:lnTo>
                  <a:pt x="6198184" y="1633969"/>
                </a:lnTo>
                <a:lnTo>
                  <a:pt x="6195834" y="1629257"/>
                </a:lnTo>
                <a:lnTo>
                  <a:pt x="6194006" y="1627670"/>
                </a:lnTo>
                <a:lnTo>
                  <a:pt x="6189027" y="1625981"/>
                </a:lnTo>
                <a:lnTo>
                  <a:pt x="6186602" y="1626146"/>
                </a:lnTo>
                <a:lnTo>
                  <a:pt x="6181890" y="1628482"/>
                </a:lnTo>
                <a:lnTo>
                  <a:pt x="6180290" y="1630311"/>
                </a:lnTo>
                <a:lnTo>
                  <a:pt x="6178613" y="1635302"/>
                </a:lnTo>
                <a:lnTo>
                  <a:pt x="6178778" y="1637728"/>
                </a:lnTo>
                <a:lnTo>
                  <a:pt x="6181115" y="1642440"/>
                </a:lnTo>
                <a:lnTo>
                  <a:pt x="6182944" y="1644040"/>
                </a:lnTo>
                <a:lnTo>
                  <a:pt x="6187922" y="1645716"/>
                </a:lnTo>
                <a:lnTo>
                  <a:pt x="6190348" y="1645551"/>
                </a:lnTo>
                <a:lnTo>
                  <a:pt x="6195060" y="1643214"/>
                </a:lnTo>
                <a:lnTo>
                  <a:pt x="6196660" y="1641386"/>
                </a:lnTo>
                <a:lnTo>
                  <a:pt x="6198336" y="1636395"/>
                </a:lnTo>
                <a:close/>
              </a:path>
              <a:path w="9475470" h="4709795">
                <a:moveTo>
                  <a:pt x="6207734" y="3075736"/>
                </a:moveTo>
                <a:lnTo>
                  <a:pt x="6206058" y="3070758"/>
                </a:lnTo>
                <a:lnTo>
                  <a:pt x="6204458" y="3068929"/>
                </a:lnTo>
                <a:lnTo>
                  <a:pt x="6199746" y="3066580"/>
                </a:lnTo>
                <a:lnTo>
                  <a:pt x="6197320" y="3066415"/>
                </a:lnTo>
                <a:lnTo>
                  <a:pt x="6192329" y="3068091"/>
                </a:lnTo>
                <a:lnTo>
                  <a:pt x="6190500" y="3069691"/>
                </a:lnTo>
                <a:lnTo>
                  <a:pt x="6188164" y="3074403"/>
                </a:lnTo>
                <a:lnTo>
                  <a:pt x="6187999" y="3076829"/>
                </a:lnTo>
                <a:lnTo>
                  <a:pt x="6189675" y="3081820"/>
                </a:lnTo>
                <a:lnTo>
                  <a:pt x="6191275" y="3083649"/>
                </a:lnTo>
                <a:lnTo>
                  <a:pt x="6195987" y="3085985"/>
                </a:lnTo>
                <a:lnTo>
                  <a:pt x="6198413" y="3086150"/>
                </a:lnTo>
                <a:lnTo>
                  <a:pt x="6203391" y="3084474"/>
                </a:lnTo>
                <a:lnTo>
                  <a:pt x="6205232" y="3082874"/>
                </a:lnTo>
                <a:lnTo>
                  <a:pt x="6207569" y="3078162"/>
                </a:lnTo>
                <a:lnTo>
                  <a:pt x="6207734" y="3075736"/>
                </a:lnTo>
                <a:close/>
              </a:path>
              <a:path w="9475470" h="4709795">
                <a:moveTo>
                  <a:pt x="6232474" y="1619478"/>
                </a:moveTo>
                <a:lnTo>
                  <a:pt x="6232309" y="1617052"/>
                </a:lnTo>
                <a:lnTo>
                  <a:pt x="6229972" y="1612341"/>
                </a:lnTo>
                <a:lnTo>
                  <a:pt x="6228143" y="1610741"/>
                </a:lnTo>
                <a:lnTo>
                  <a:pt x="6223165" y="1609051"/>
                </a:lnTo>
                <a:lnTo>
                  <a:pt x="6220739" y="1609217"/>
                </a:lnTo>
                <a:lnTo>
                  <a:pt x="6216027" y="1611553"/>
                </a:lnTo>
                <a:lnTo>
                  <a:pt x="6214427" y="1613395"/>
                </a:lnTo>
                <a:lnTo>
                  <a:pt x="6212738" y="1618373"/>
                </a:lnTo>
                <a:lnTo>
                  <a:pt x="6212903" y="1620799"/>
                </a:lnTo>
                <a:lnTo>
                  <a:pt x="6215240" y="1625511"/>
                </a:lnTo>
                <a:lnTo>
                  <a:pt x="6217082" y="1627111"/>
                </a:lnTo>
                <a:lnTo>
                  <a:pt x="6222060" y="1628787"/>
                </a:lnTo>
                <a:lnTo>
                  <a:pt x="6224486" y="1628622"/>
                </a:lnTo>
                <a:lnTo>
                  <a:pt x="6229197" y="1626285"/>
                </a:lnTo>
                <a:lnTo>
                  <a:pt x="6230798" y="1624457"/>
                </a:lnTo>
                <a:lnTo>
                  <a:pt x="6232474" y="1619478"/>
                </a:lnTo>
                <a:close/>
              </a:path>
              <a:path w="9475470" h="4709795">
                <a:moveTo>
                  <a:pt x="6241859" y="3092678"/>
                </a:moveTo>
                <a:lnTo>
                  <a:pt x="6240183" y="3087700"/>
                </a:lnTo>
                <a:lnTo>
                  <a:pt x="6238583" y="3085871"/>
                </a:lnTo>
                <a:lnTo>
                  <a:pt x="6233871" y="3083522"/>
                </a:lnTo>
                <a:lnTo>
                  <a:pt x="6231445" y="3083356"/>
                </a:lnTo>
                <a:lnTo>
                  <a:pt x="6226467" y="3085033"/>
                </a:lnTo>
                <a:lnTo>
                  <a:pt x="6224625" y="3086633"/>
                </a:lnTo>
                <a:lnTo>
                  <a:pt x="6222289" y="3091345"/>
                </a:lnTo>
                <a:lnTo>
                  <a:pt x="6222123" y="3093770"/>
                </a:lnTo>
                <a:lnTo>
                  <a:pt x="6223800" y="3098762"/>
                </a:lnTo>
                <a:lnTo>
                  <a:pt x="6225400" y="3100590"/>
                </a:lnTo>
                <a:lnTo>
                  <a:pt x="6230112" y="3102927"/>
                </a:lnTo>
                <a:lnTo>
                  <a:pt x="6232537" y="3103092"/>
                </a:lnTo>
                <a:lnTo>
                  <a:pt x="6237529" y="3101416"/>
                </a:lnTo>
                <a:lnTo>
                  <a:pt x="6239357" y="3099816"/>
                </a:lnTo>
                <a:lnTo>
                  <a:pt x="6241694" y="3095104"/>
                </a:lnTo>
                <a:lnTo>
                  <a:pt x="6241859" y="3092678"/>
                </a:lnTo>
                <a:close/>
              </a:path>
              <a:path w="9475470" h="4709795">
                <a:moveTo>
                  <a:pt x="6266612" y="1602549"/>
                </a:moveTo>
                <a:lnTo>
                  <a:pt x="6266446" y="1600123"/>
                </a:lnTo>
                <a:lnTo>
                  <a:pt x="6264110" y="1595412"/>
                </a:lnTo>
                <a:lnTo>
                  <a:pt x="6262281" y="1593811"/>
                </a:lnTo>
                <a:lnTo>
                  <a:pt x="6257302" y="1592135"/>
                </a:lnTo>
                <a:lnTo>
                  <a:pt x="6254877" y="1592300"/>
                </a:lnTo>
                <a:lnTo>
                  <a:pt x="6250152" y="1594637"/>
                </a:lnTo>
                <a:lnTo>
                  <a:pt x="6248565" y="1596466"/>
                </a:lnTo>
                <a:lnTo>
                  <a:pt x="6246876" y="1601444"/>
                </a:lnTo>
                <a:lnTo>
                  <a:pt x="6247041" y="1603870"/>
                </a:lnTo>
                <a:lnTo>
                  <a:pt x="6249378" y="1608582"/>
                </a:lnTo>
                <a:lnTo>
                  <a:pt x="6251206" y="1610182"/>
                </a:lnTo>
                <a:lnTo>
                  <a:pt x="6256198" y="1611858"/>
                </a:lnTo>
                <a:lnTo>
                  <a:pt x="6258623" y="1611706"/>
                </a:lnTo>
                <a:lnTo>
                  <a:pt x="6263335" y="1609356"/>
                </a:lnTo>
                <a:lnTo>
                  <a:pt x="6264935" y="1607527"/>
                </a:lnTo>
                <a:lnTo>
                  <a:pt x="6266612" y="1602549"/>
                </a:lnTo>
                <a:close/>
              </a:path>
              <a:path w="9475470" h="4709795">
                <a:moveTo>
                  <a:pt x="6275984" y="3109620"/>
                </a:moveTo>
                <a:lnTo>
                  <a:pt x="6274308" y="3104642"/>
                </a:lnTo>
                <a:lnTo>
                  <a:pt x="6272720" y="3102813"/>
                </a:lnTo>
                <a:lnTo>
                  <a:pt x="6267996" y="3100463"/>
                </a:lnTo>
                <a:lnTo>
                  <a:pt x="6265583" y="3100298"/>
                </a:lnTo>
                <a:lnTo>
                  <a:pt x="6260592" y="3101975"/>
                </a:lnTo>
                <a:lnTo>
                  <a:pt x="6258763" y="3103575"/>
                </a:lnTo>
                <a:lnTo>
                  <a:pt x="6256426" y="3108287"/>
                </a:lnTo>
                <a:lnTo>
                  <a:pt x="6256261" y="3110712"/>
                </a:lnTo>
                <a:lnTo>
                  <a:pt x="6257937" y="3115703"/>
                </a:lnTo>
                <a:lnTo>
                  <a:pt x="6259525" y="3117532"/>
                </a:lnTo>
                <a:lnTo>
                  <a:pt x="6264249" y="3119869"/>
                </a:lnTo>
                <a:lnTo>
                  <a:pt x="6266662" y="3120034"/>
                </a:lnTo>
                <a:lnTo>
                  <a:pt x="6271653" y="3118358"/>
                </a:lnTo>
                <a:lnTo>
                  <a:pt x="6273482" y="3116757"/>
                </a:lnTo>
                <a:lnTo>
                  <a:pt x="6275819" y="3112046"/>
                </a:lnTo>
                <a:lnTo>
                  <a:pt x="6275984" y="3109620"/>
                </a:lnTo>
                <a:close/>
              </a:path>
              <a:path w="9475470" h="4709795">
                <a:moveTo>
                  <a:pt x="6300749" y="1585620"/>
                </a:moveTo>
                <a:lnTo>
                  <a:pt x="6300584" y="1583194"/>
                </a:lnTo>
                <a:lnTo>
                  <a:pt x="6298247" y="1578483"/>
                </a:lnTo>
                <a:lnTo>
                  <a:pt x="6296418" y="1576882"/>
                </a:lnTo>
                <a:lnTo>
                  <a:pt x="6291440" y="1575206"/>
                </a:lnTo>
                <a:lnTo>
                  <a:pt x="6289014" y="1575371"/>
                </a:lnTo>
                <a:lnTo>
                  <a:pt x="6284290" y="1577708"/>
                </a:lnTo>
                <a:lnTo>
                  <a:pt x="6282690" y="1579537"/>
                </a:lnTo>
                <a:lnTo>
                  <a:pt x="6281013" y="1584528"/>
                </a:lnTo>
                <a:lnTo>
                  <a:pt x="6281178" y="1586941"/>
                </a:lnTo>
                <a:lnTo>
                  <a:pt x="6283515" y="1591665"/>
                </a:lnTo>
                <a:lnTo>
                  <a:pt x="6285344" y="1593253"/>
                </a:lnTo>
                <a:lnTo>
                  <a:pt x="6290335" y="1594942"/>
                </a:lnTo>
                <a:lnTo>
                  <a:pt x="6292761" y="1594777"/>
                </a:lnTo>
                <a:lnTo>
                  <a:pt x="6297473" y="1592440"/>
                </a:lnTo>
                <a:lnTo>
                  <a:pt x="6299073" y="1590611"/>
                </a:lnTo>
                <a:lnTo>
                  <a:pt x="6300749" y="1585620"/>
                </a:lnTo>
                <a:close/>
              </a:path>
              <a:path w="9475470" h="4709795">
                <a:moveTo>
                  <a:pt x="6310122" y="3126562"/>
                </a:moveTo>
                <a:lnTo>
                  <a:pt x="6308445" y="3121583"/>
                </a:lnTo>
                <a:lnTo>
                  <a:pt x="6306845" y="3119755"/>
                </a:lnTo>
                <a:lnTo>
                  <a:pt x="6302133" y="3117405"/>
                </a:lnTo>
                <a:lnTo>
                  <a:pt x="6299708" y="3117240"/>
                </a:lnTo>
                <a:lnTo>
                  <a:pt x="6294717" y="3118916"/>
                </a:lnTo>
                <a:lnTo>
                  <a:pt x="6292888" y="3120517"/>
                </a:lnTo>
                <a:lnTo>
                  <a:pt x="6290551" y="3125228"/>
                </a:lnTo>
                <a:lnTo>
                  <a:pt x="6290386" y="3127654"/>
                </a:lnTo>
                <a:lnTo>
                  <a:pt x="6292062" y="3132645"/>
                </a:lnTo>
                <a:lnTo>
                  <a:pt x="6293663" y="3134474"/>
                </a:lnTo>
                <a:lnTo>
                  <a:pt x="6298374" y="3136811"/>
                </a:lnTo>
                <a:lnTo>
                  <a:pt x="6300800" y="3136976"/>
                </a:lnTo>
                <a:lnTo>
                  <a:pt x="6305778" y="3135299"/>
                </a:lnTo>
                <a:lnTo>
                  <a:pt x="6307607" y="3133699"/>
                </a:lnTo>
                <a:lnTo>
                  <a:pt x="6309957" y="3128988"/>
                </a:lnTo>
                <a:lnTo>
                  <a:pt x="6310122" y="3126562"/>
                </a:lnTo>
                <a:close/>
              </a:path>
              <a:path w="9475470" h="4709795">
                <a:moveTo>
                  <a:pt x="6334887" y="1568691"/>
                </a:moveTo>
                <a:lnTo>
                  <a:pt x="6334722" y="1566265"/>
                </a:lnTo>
                <a:lnTo>
                  <a:pt x="6332385" y="1561553"/>
                </a:lnTo>
                <a:lnTo>
                  <a:pt x="6330556" y="1559953"/>
                </a:lnTo>
                <a:lnTo>
                  <a:pt x="6325565" y="1558277"/>
                </a:lnTo>
                <a:lnTo>
                  <a:pt x="6323139" y="1558442"/>
                </a:lnTo>
                <a:lnTo>
                  <a:pt x="6318428" y="1560779"/>
                </a:lnTo>
                <a:lnTo>
                  <a:pt x="6316827" y="1562608"/>
                </a:lnTo>
                <a:lnTo>
                  <a:pt x="6315151" y="1567599"/>
                </a:lnTo>
                <a:lnTo>
                  <a:pt x="6315316" y="1570024"/>
                </a:lnTo>
                <a:lnTo>
                  <a:pt x="6317653" y="1574736"/>
                </a:lnTo>
                <a:lnTo>
                  <a:pt x="6319482" y="1576336"/>
                </a:lnTo>
                <a:lnTo>
                  <a:pt x="6324473" y="1578013"/>
                </a:lnTo>
                <a:lnTo>
                  <a:pt x="6326899" y="1577848"/>
                </a:lnTo>
                <a:lnTo>
                  <a:pt x="6331610" y="1575511"/>
                </a:lnTo>
                <a:lnTo>
                  <a:pt x="6333210" y="1573682"/>
                </a:lnTo>
                <a:lnTo>
                  <a:pt x="6334887" y="1568691"/>
                </a:lnTo>
                <a:close/>
              </a:path>
              <a:path w="9475470" h="4709795">
                <a:moveTo>
                  <a:pt x="6344247" y="3143504"/>
                </a:moveTo>
                <a:lnTo>
                  <a:pt x="6342570" y="3138525"/>
                </a:lnTo>
                <a:lnTo>
                  <a:pt x="6340970" y="3136684"/>
                </a:lnTo>
                <a:lnTo>
                  <a:pt x="6336258" y="3134347"/>
                </a:lnTo>
                <a:lnTo>
                  <a:pt x="6333833" y="3134182"/>
                </a:lnTo>
                <a:lnTo>
                  <a:pt x="6328842" y="3135858"/>
                </a:lnTo>
                <a:lnTo>
                  <a:pt x="6327013" y="3137458"/>
                </a:lnTo>
                <a:lnTo>
                  <a:pt x="6324676" y="3142170"/>
                </a:lnTo>
                <a:lnTo>
                  <a:pt x="6324511" y="3144596"/>
                </a:lnTo>
                <a:lnTo>
                  <a:pt x="6326187" y="3149587"/>
                </a:lnTo>
                <a:lnTo>
                  <a:pt x="6327788" y="3151416"/>
                </a:lnTo>
                <a:lnTo>
                  <a:pt x="6332499" y="3153753"/>
                </a:lnTo>
                <a:lnTo>
                  <a:pt x="6334925" y="3153918"/>
                </a:lnTo>
                <a:lnTo>
                  <a:pt x="6339916" y="3152241"/>
                </a:lnTo>
                <a:lnTo>
                  <a:pt x="6341745" y="3150641"/>
                </a:lnTo>
                <a:lnTo>
                  <a:pt x="6344082" y="3145929"/>
                </a:lnTo>
                <a:lnTo>
                  <a:pt x="6344247" y="3143504"/>
                </a:lnTo>
                <a:close/>
              </a:path>
              <a:path w="9475470" h="4709795">
                <a:moveTo>
                  <a:pt x="6369024" y="1551774"/>
                </a:moveTo>
                <a:lnTo>
                  <a:pt x="6368859" y="1549349"/>
                </a:lnTo>
                <a:lnTo>
                  <a:pt x="6366523" y="1544637"/>
                </a:lnTo>
                <a:lnTo>
                  <a:pt x="6364694" y="1543037"/>
                </a:lnTo>
                <a:lnTo>
                  <a:pt x="6359703" y="1541348"/>
                </a:lnTo>
                <a:lnTo>
                  <a:pt x="6357277" y="1541513"/>
                </a:lnTo>
                <a:lnTo>
                  <a:pt x="6352565" y="1543850"/>
                </a:lnTo>
                <a:lnTo>
                  <a:pt x="6350965" y="1545691"/>
                </a:lnTo>
                <a:lnTo>
                  <a:pt x="6349289" y="1550670"/>
                </a:lnTo>
                <a:lnTo>
                  <a:pt x="6349454" y="1553095"/>
                </a:lnTo>
                <a:lnTo>
                  <a:pt x="6351791" y="1557807"/>
                </a:lnTo>
                <a:lnTo>
                  <a:pt x="6353619" y="1559407"/>
                </a:lnTo>
                <a:lnTo>
                  <a:pt x="6358610" y="1561084"/>
                </a:lnTo>
                <a:lnTo>
                  <a:pt x="6361023" y="1560918"/>
                </a:lnTo>
                <a:lnTo>
                  <a:pt x="6365748" y="1558582"/>
                </a:lnTo>
                <a:lnTo>
                  <a:pt x="6367348" y="1556753"/>
                </a:lnTo>
                <a:lnTo>
                  <a:pt x="6369024" y="1551774"/>
                </a:lnTo>
                <a:close/>
              </a:path>
              <a:path w="9475470" h="4709795">
                <a:moveTo>
                  <a:pt x="6378372" y="3160445"/>
                </a:moveTo>
                <a:lnTo>
                  <a:pt x="6376695" y="3155467"/>
                </a:lnTo>
                <a:lnTo>
                  <a:pt x="6375095" y="3153626"/>
                </a:lnTo>
                <a:lnTo>
                  <a:pt x="6370383" y="3151289"/>
                </a:lnTo>
                <a:lnTo>
                  <a:pt x="6367958" y="3151124"/>
                </a:lnTo>
                <a:lnTo>
                  <a:pt x="6362979" y="3152800"/>
                </a:lnTo>
                <a:lnTo>
                  <a:pt x="6361138" y="3154400"/>
                </a:lnTo>
                <a:lnTo>
                  <a:pt x="6358801" y="3159112"/>
                </a:lnTo>
                <a:lnTo>
                  <a:pt x="6358636" y="3161538"/>
                </a:lnTo>
                <a:lnTo>
                  <a:pt x="6360312" y="3166529"/>
                </a:lnTo>
                <a:lnTo>
                  <a:pt x="6361912" y="3168358"/>
                </a:lnTo>
                <a:lnTo>
                  <a:pt x="6366624" y="3170694"/>
                </a:lnTo>
                <a:lnTo>
                  <a:pt x="6369050" y="3170859"/>
                </a:lnTo>
                <a:lnTo>
                  <a:pt x="6374041" y="3169183"/>
                </a:lnTo>
                <a:lnTo>
                  <a:pt x="6375870" y="3167583"/>
                </a:lnTo>
                <a:lnTo>
                  <a:pt x="6378207" y="3162871"/>
                </a:lnTo>
                <a:lnTo>
                  <a:pt x="6378372" y="3160445"/>
                </a:lnTo>
                <a:close/>
              </a:path>
              <a:path w="9475470" h="4709795">
                <a:moveTo>
                  <a:pt x="6403162" y="1534845"/>
                </a:moveTo>
                <a:lnTo>
                  <a:pt x="6402997" y="1532420"/>
                </a:lnTo>
                <a:lnTo>
                  <a:pt x="6400660" y="1527708"/>
                </a:lnTo>
                <a:lnTo>
                  <a:pt x="6398831" y="1526108"/>
                </a:lnTo>
                <a:lnTo>
                  <a:pt x="6393840" y="1524431"/>
                </a:lnTo>
                <a:lnTo>
                  <a:pt x="6391415" y="1524596"/>
                </a:lnTo>
                <a:lnTo>
                  <a:pt x="6386703" y="1526933"/>
                </a:lnTo>
                <a:lnTo>
                  <a:pt x="6385103" y="1528762"/>
                </a:lnTo>
                <a:lnTo>
                  <a:pt x="6383426" y="1533740"/>
                </a:lnTo>
                <a:lnTo>
                  <a:pt x="6383591" y="1536166"/>
                </a:lnTo>
                <a:lnTo>
                  <a:pt x="6385928" y="1540878"/>
                </a:lnTo>
                <a:lnTo>
                  <a:pt x="6387757" y="1542478"/>
                </a:lnTo>
                <a:lnTo>
                  <a:pt x="6392735" y="1544154"/>
                </a:lnTo>
                <a:lnTo>
                  <a:pt x="6395161" y="1544002"/>
                </a:lnTo>
                <a:lnTo>
                  <a:pt x="6399885" y="1541653"/>
                </a:lnTo>
                <a:lnTo>
                  <a:pt x="6401473" y="1539824"/>
                </a:lnTo>
                <a:lnTo>
                  <a:pt x="6403162" y="1534845"/>
                </a:lnTo>
                <a:close/>
              </a:path>
              <a:path w="9475470" h="4709795">
                <a:moveTo>
                  <a:pt x="6412497" y="3177387"/>
                </a:moveTo>
                <a:lnTo>
                  <a:pt x="6410820" y="3172409"/>
                </a:lnTo>
                <a:lnTo>
                  <a:pt x="6409233" y="3170567"/>
                </a:lnTo>
                <a:lnTo>
                  <a:pt x="6404508" y="3168231"/>
                </a:lnTo>
                <a:lnTo>
                  <a:pt x="6402095" y="3168065"/>
                </a:lnTo>
                <a:lnTo>
                  <a:pt x="6397104" y="3169742"/>
                </a:lnTo>
                <a:lnTo>
                  <a:pt x="6395275" y="3171342"/>
                </a:lnTo>
                <a:lnTo>
                  <a:pt x="6392939" y="3176054"/>
                </a:lnTo>
                <a:lnTo>
                  <a:pt x="6392773" y="3178479"/>
                </a:lnTo>
                <a:lnTo>
                  <a:pt x="6394450" y="3183471"/>
                </a:lnTo>
                <a:lnTo>
                  <a:pt x="6396037" y="3185299"/>
                </a:lnTo>
                <a:lnTo>
                  <a:pt x="6400762" y="3187636"/>
                </a:lnTo>
                <a:lnTo>
                  <a:pt x="6403187" y="3187801"/>
                </a:lnTo>
                <a:lnTo>
                  <a:pt x="6408166" y="3186125"/>
                </a:lnTo>
                <a:lnTo>
                  <a:pt x="6409995" y="3184525"/>
                </a:lnTo>
                <a:lnTo>
                  <a:pt x="6412331" y="3179813"/>
                </a:lnTo>
                <a:lnTo>
                  <a:pt x="6412497" y="3177387"/>
                </a:lnTo>
                <a:close/>
              </a:path>
              <a:path w="9475470" h="4709795">
                <a:moveTo>
                  <a:pt x="6437300" y="1517916"/>
                </a:moveTo>
                <a:lnTo>
                  <a:pt x="6437135" y="1515491"/>
                </a:lnTo>
                <a:lnTo>
                  <a:pt x="6434798" y="1510779"/>
                </a:lnTo>
                <a:lnTo>
                  <a:pt x="6432969" y="1509179"/>
                </a:lnTo>
                <a:lnTo>
                  <a:pt x="6427978" y="1507502"/>
                </a:lnTo>
                <a:lnTo>
                  <a:pt x="6425552" y="1507667"/>
                </a:lnTo>
                <a:lnTo>
                  <a:pt x="6420840" y="1510004"/>
                </a:lnTo>
                <a:lnTo>
                  <a:pt x="6419240" y="1511833"/>
                </a:lnTo>
                <a:lnTo>
                  <a:pt x="6417564" y="1516824"/>
                </a:lnTo>
                <a:lnTo>
                  <a:pt x="6417729" y="1519237"/>
                </a:lnTo>
                <a:lnTo>
                  <a:pt x="6420066" y="1523961"/>
                </a:lnTo>
                <a:lnTo>
                  <a:pt x="6421895" y="1525549"/>
                </a:lnTo>
                <a:lnTo>
                  <a:pt x="6426873" y="1527238"/>
                </a:lnTo>
                <a:lnTo>
                  <a:pt x="6429299" y="1527073"/>
                </a:lnTo>
                <a:lnTo>
                  <a:pt x="6434010" y="1524736"/>
                </a:lnTo>
                <a:lnTo>
                  <a:pt x="6435611" y="1522907"/>
                </a:lnTo>
                <a:lnTo>
                  <a:pt x="6437300" y="1517916"/>
                </a:lnTo>
                <a:close/>
              </a:path>
              <a:path w="9475470" h="4709795">
                <a:moveTo>
                  <a:pt x="6446634" y="3194329"/>
                </a:moveTo>
                <a:lnTo>
                  <a:pt x="6444958" y="3189351"/>
                </a:lnTo>
                <a:lnTo>
                  <a:pt x="6443358" y="3187509"/>
                </a:lnTo>
                <a:lnTo>
                  <a:pt x="6438646" y="3185172"/>
                </a:lnTo>
                <a:lnTo>
                  <a:pt x="6436220" y="3185007"/>
                </a:lnTo>
                <a:lnTo>
                  <a:pt x="6431229" y="3186684"/>
                </a:lnTo>
                <a:lnTo>
                  <a:pt x="6429400" y="3188284"/>
                </a:lnTo>
                <a:lnTo>
                  <a:pt x="6427063" y="3192996"/>
                </a:lnTo>
                <a:lnTo>
                  <a:pt x="6426898" y="3195421"/>
                </a:lnTo>
                <a:lnTo>
                  <a:pt x="6428575" y="3200412"/>
                </a:lnTo>
                <a:lnTo>
                  <a:pt x="6430175" y="3202241"/>
                </a:lnTo>
                <a:lnTo>
                  <a:pt x="6434887" y="3204578"/>
                </a:lnTo>
                <a:lnTo>
                  <a:pt x="6437312" y="3204743"/>
                </a:lnTo>
                <a:lnTo>
                  <a:pt x="6442291" y="3203067"/>
                </a:lnTo>
                <a:lnTo>
                  <a:pt x="6444132" y="3201466"/>
                </a:lnTo>
                <a:lnTo>
                  <a:pt x="6446469" y="3196755"/>
                </a:lnTo>
                <a:lnTo>
                  <a:pt x="6446634" y="3194329"/>
                </a:lnTo>
                <a:close/>
              </a:path>
              <a:path w="9475470" h="4709795">
                <a:moveTo>
                  <a:pt x="6471425" y="1500987"/>
                </a:moveTo>
                <a:lnTo>
                  <a:pt x="6471259" y="1498561"/>
                </a:lnTo>
                <a:lnTo>
                  <a:pt x="6468923" y="1493850"/>
                </a:lnTo>
                <a:lnTo>
                  <a:pt x="6467094" y="1492250"/>
                </a:lnTo>
                <a:lnTo>
                  <a:pt x="6462115" y="1490573"/>
                </a:lnTo>
                <a:lnTo>
                  <a:pt x="6459690" y="1490738"/>
                </a:lnTo>
                <a:lnTo>
                  <a:pt x="6454978" y="1493075"/>
                </a:lnTo>
                <a:lnTo>
                  <a:pt x="6453378" y="1494904"/>
                </a:lnTo>
                <a:lnTo>
                  <a:pt x="6451701" y="1499895"/>
                </a:lnTo>
                <a:lnTo>
                  <a:pt x="6451854" y="1502321"/>
                </a:lnTo>
                <a:lnTo>
                  <a:pt x="6454191" y="1507032"/>
                </a:lnTo>
                <a:lnTo>
                  <a:pt x="6456032" y="1508633"/>
                </a:lnTo>
                <a:lnTo>
                  <a:pt x="6461011" y="1510309"/>
                </a:lnTo>
                <a:lnTo>
                  <a:pt x="6463436" y="1510144"/>
                </a:lnTo>
                <a:lnTo>
                  <a:pt x="6468148" y="1507807"/>
                </a:lnTo>
                <a:lnTo>
                  <a:pt x="6469748" y="1505978"/>
                </a:lnTo>
                <a:lnTo>
                  <a:pt x="6471425" y="1500987"/>
                </a:lnTo>
                <a:close/>
              </a:path>
              <a:path w="9475470" h="4709795">
                <a:moveTo>
                  <a:pt x="6480759" y="3211271"/>
                </a:moveTo>
                <a:lnTo>
                  <a:pt x="6479083" y="3206292"/>
                </a:lnTo>
                <a:lnTo>
                  <a:pt x="6477482" y="3204451"/>
                </a:lnTo>
                <a:lnTo>
                  <a:pt x="6472771" y="3202114"/>
                </a:lnTo>
                <a:lnTo>
                  <a:pt x="6470345" y="3201949"/>
                </a:lnTo>
                <a:lnTo>
                  <a:pt x="6465354" y="3203625"/>
                </a:lnTo>
                <a:lnTo>
                  <a:pt x="6463525" y="3205226"/>
                </a:lnTo>
                <a:lnTo>
                  <a:pt x="6461188" y="3209937"/>
                </a:lnTo>
                <a:lnTo>
                  <a:pt x="6461023" y="3212363"/>
                </a:lnTo>
                <a:lnTo>
                  <a:pt x="6462700" y="3217354"/>
                </a:lnTo>
                <a:lnTo>
                  <a:pt x="6464300" y="3219183"/>
                </a:lnTo>
                <a:lnTo>
                  <a:pt x="6469012" y="3221520"/>
                </a:lnTo>
                <a:lnTo>
                  <a:pt x="6471437" y="3221685"/>
                </a:lnTo>
                <a:lnTo>
                  <a:pt x="6476428" y="3220008"/>
                </a:lnTo>
                <a:lnTo>
                  <a:pt x="6478257" y="3218408"/>
                </a:lnTo>
                <a:lnTo>
                  <a:pt x="6480594" y="3213697"/>
                </a:lnTo>
                <a:lnTo>
                  <a:pt x="6480759" y="3211271"/>
                </a:lnTo>
                <a:close/>
              </a:path>
              <a:path w="9475470" h="4709795">
                <a:moveTo>
                  <a:pt x="6505562" y="1484071"/>
                </a:moveTo>
                <a:lnTo>
                  <a:pt x="6505397" y="1481645"/>
                </a:lnTo>
                <a:lnTo>
                  <a:pt x="6503060" y="1476933"/>
                </a:lnTo>
                <a:lnTo>
                  <a:pt x="6501231" y="1475333"/>
                </a:lnTo>
                <a:lnTo>
                  <a:pt x="6496253" y="1473644"/>
                </a:lnTo>
                <a:lnTo>
                  <a:pt x="6493827" y="1473809"/>
                </a:lnTo>
                <a:lnTo>
                  <a:pt x="6489116" y="1476146"/>
                </a:lnTo>
                <a:lnTo>
                  <a:pt x="6487515" y="1477975"/>
                </a:lnTo>
                <a:lnTo>
                  <a:pt x="6485826" y="1482966"/>
                </a:lnTo>
                <a:lnTo>
                  <a:pt x="6485991" y="1485392"/>
                </a:lnTo>
                <a:lnTo>
                  <a:pt x="6488328" y="1490103"/>
                </a:lnTo>
                <a:lnTo>
                  <a:pt x="6490170" y="1491703"/>
                </a:lnTo>
                <a:lnTo>
                  <a:pt x="6495148" y="1493380"/>
                </a:lnTo>
                <a:lnTo>
                  <a:pt x="6497574" y="1493215"/>
                </a:lnTo>
                <a:lnTo>
                  <a:pt x="6502286" y="1490878"/>
                </a:lnTo>
                <a:lnTo>
                  <a:pt x="6503886" y="1489049"/>
                </a:lnTo>
                <a:lnTo>
                  <a:pt x="6505562" y="1484071"/>
                </a:lnTo>
                <a:close/>
              </a:path>
              <a:path w="9475470" h="4709795">
                <a:moveTo>
                  <a:pt x="6514884" y="3228213"/>
                </a:moveTo>
                <a:lnTo>
                  <a:pt x="6513208" y="3223234"/>
                </a:lnTo>
                <a:lnTo>
                  <a:pt x="6511607" y="3221393"/>
                </a:lnTo>
                <a:lnTo>
                  <a:pt x="6506896" y="3219056"/>
                </a:lnTo>
                <a:lnTo>
                  <a:pt x="6504470" y="3218891"/>
                </a:lnTo>
                <a:lnTo>
                  <a:pt x="6499492" y="3220567"/>
                </a:lnTo>
                <a:lnTo>
                  <a:pt x="6497663" y="3222167"/>
                </a:lnTo>
                <a:lnTo>
                  <a:pt x="6495313" y="3226879"/>
                </a:lnTo>
                <a:lnTo>
                  <a:pt x="6495148" y="3229305"/>
                </a:lnTo>
                <a:lnTo>
                  <a:pt x="6496825" y="3234296"/>
                </a:lnTo>
                <a:lnTo>
                  <a:pt x="6498425" y="3236125"/>
                </a:lnTo>
                <a:lnTo>
                  <a:pt x="6503136" y="3238462"/>
                </a:lnTo>
                <a:lnTo>
                  <a:pt x="6505562" y="3238627"/>
                </a:lnTo>
                <a:lnTo>
                  <a:pt x="6510553" y="3236950"/>
                </a:lnTo>
                <a:lnTo>
                  <a:pt x="6512382" y="3235350"/>
                </a:lnTo>
                <a:lnTo>
                  <a:pt x="6514719" y="3230638"/>
                </a:lnTo>
                <a:lnTo>
                  <a:pt x="6514884" y="3228213"/>
                </a:lnTo>
                <a:close/>
              </a:path>
              <a:path w="9475470" h="4709795">
                <a:moveTo>
                  <a:pt x="6539700" y="1467142"/>
                </a:moveTo>
                <a:lnTo>
                  <a:pt x="6539535" y="1464716"/>
                </a:lnTo>
                <a:lnTo>
                  <a:pt x="6537198" y="1460004"/>
                </a:lnTo>
                <a:lnTo>
                  <a:pt x="6535369" y="1458404"/>
                </a:lnTo>
                <a:lnTo>
                  <a:pt x="6530391" y="1456728"/>
                </a:lnTo>
                <a:lnTo>
                  <a:pt x="6527965" y="1456893"/>
                </a:lnTo>
                <a:lnTo>
                  <a:pt x="6523241" y="1459230"/>
                </a:lnTo>
                <a:lnTo>
                  <a:pt x="6521653" y="1461058"/>
                </a:lnTo>
                <a:lnTo>
                  <a:pt x="6519964" y="1466037"/>
                </a:lnTo>
                <a:lnTo>
                  <a:pt x="6520129" y="1468462"/>
                </a:lnTo>
                <a:lnTo>
                  <a:pt x="6522466" y="1473174"/>
                </a:lnTo>
                <a:lnTo>
                  <a:pt x="6524295" y="1474774"/>
                </a:lnTo>
                <a:lnTo>
                  <a:pt x="6529286" y="1476451"/>
                </a:lnTo>
                <a:lnTo>
                  <a:pt x="6531711" y="1476286"/>
                </a:lnTo>
                <a:lnTo>
                  <a:pt x="6536423" y="1473949"/>
                </a:lnTo>
                <a:lnTo>
                  <a:pt x="6538023" y="1472120"/>
                </a:lnTo>
                <a:lnTo>
                  <a:pt x="6539700" y="1467142"/>
                </a:lnTo>
                <a:close/>
              </a:path>
              <a:path w="9475470" h="4709795">
                <a:moveTo>
                  <a:pt x="6549022" y="3245154"/>
                </a:moveTo>
                <a:lnTo>
                  <a:pt x="6547332" y="3240176"/>
                </a:lnTo>
                <a:lnTo>
                  <a:pt x="6545745" y="3238335"/>
                </a:lnTo>
                <a:lnTo>
                  <a:pt x="6541021" y="3235998"/>
                </a:lnTo>
                <a:lnTo>
                  <a:pt x="6538608" y="3235833"/>
                </a:lnTo>
                <a:lnTo>
                  <a:pt x="6533616" y="3237509"/>
                </a:lnTo>
                <a:lnTo>
                  <a:pt x="6531788" y="3239109"/>
                </a:lnTo>
                <a:lnTo>
                  <a:pt x="6529451" y="3243821"/>
                </a:lnTo>
                <a:lnTo>
                  <a:pt x="6529286" y="3246247"/>
                </a:lnTo>
                <a:lnTo>
                  <a:pt x="6530962" y="3251238"/>
                </a:lnTo>
                <a:lnTo>
                  <a:pt x="6532562" y="3253067"/>
                </a:lnTo>
                <a:lnTo>
                  <a:pt x="6537274" y="3255403"/>
                </a:lnTo>
                <a:lnTo>
                  <a:pt x="6539700" y="3255568"/>
                </a:lnTo>
                <a:lnTo>
                  <a:pt x="6544678" y="3253892"/>
                </a:lnTo>
                <a:lnTo>
                  <a:pt x="6546507" y="3252292"/>
                </a:lnTo>
                <a:lnTo>
                  <a:pt x="6548856" y="3247580"/>
                </a:lnTo>
                <a:lnTo>
                  <a:pt x="6549022" y="3245154"/>
                </a:lnTo>
                <a:close/>
              </a:path>
              <a:path w="9475470" h="4709795">
                <a:moveTo>
                  <a:pt x="6573837" y="1450213"/>
                </a:moveTo>
                <a:lnTo>
                  <a:pt x="6573672" y="1447787"/>
                </a:lnTo>
                <a:lnTo>
                  <a:pt x="6571335" y="1443075"/>
                </a:lnTo>
                <a:lnTo>
                  <a:pt x="6569507" y="1441475"/>
                </a:lnTo>
                <a:lnTo>
                  <a:pt x="6564516" y="1439799"/>
                </a:lnTo>
                <a:lnTo>
                  <a:pt x="6562103" y="1439964"/>
                </a:lnTo>
                <a:lnTo>
                  <a:pt x="6557378" y="1442300"/>
                </a:lnTo>
                <a:lnTo>
                  <a:pt x="6555778" y="1444129"/>
                </a:lnTo>
                <a:lnTo>
                  <a:pt x="6554102" y="1449108"/>
                </a:lnTo>
                <a:lnTo>
                  <a:pt x="6554267" y="1451533"/>
                </a:lnTo>
                <a:lnTo>
                  <a:pt x="6556603" y="1456258"/>
                </a:lnTo>
                <a:lnTo>
                  <a:pt x="6558432" y="1457845"/>
                </a:lnTo>
                <a:lnTo>
                  <a:pt x="6563423" y="1459534"/>
                </a:lnTo>
                <a:lnTo>
                  <a:pt x="6565849" y="1459369"/>
                </a:lnTo>
                <a:lnTo>
                  <a:pt x="6570561" y="1457032"/>
                </a:lnTo>
                <a:lnTo>
                  <a:pt x="6572161" y="1455204"/>
                </a:lnTo>
                <a:lnTo>
                  <a:pt x="6573837" y="1450213"/>
                </a:lnTo>
                <a:close/>
              </a:path>
              <a:path w="9475470" h="4709795">
                <a:moveTo>
                  <a:pt x="6583146" y="3262096"/>
                </a:moveTo>
                <a:lnTo>
                  <a:pt x="6581470" y="3257118"/>
                </a:lnTo>
                <a:lnTo>
                  <a:pt x="6579870" y="3255276"/>
                </a:lnTo>
                <a:lnTo>
                  <a:pt x="6575158" y="3252940"/>
                </a:lnTo>
                <a:lnTo>
                  <a:pt x="6572732" y="3252774"/>
                </a:lnTo>
                <a:lnTo>
                  <a:pt x="6567741" y="3254451"/>
                </a:lnTo>
                <a:lnTo>
                  <a:pt x="6565913" y="3256051"/>
                </a:lnTo>
                <a:lnTo>
                  <a:pt x="6563576" y="3260763"/>
                </a:lnTo>
                <a:lnTo>
                  <a:pt x="6563411" y="3263188"/>
                </a:lnTo>
                <a:lnTo>
                  <a:pt x="6565087" y="3268167"/>
                </a:lnTo>
                <a:lnTo>
                  <a:pt x="6566687" y="3270008"/>
                </a:lnTo>
                <a:lnTo>
                  <a:pt x="6571399" y="3272345"/>
                </a:lnTo>
                <a:lnTo>
                  <a:pt x="6573825" y="3272510"/>
                </a:lnTo>
                <a:lnTo>
                  <a:pt x="6578803" y="3270834"/>
                </a:lnTo>
                <a:lnTo>
                  <a:pt x="6580645" y="3269234"/>
                </a:lnTo>
                <a:lnTo>
                  <a:pt x="6582981" y="3264522"/>
                </a:lnTo>
                <a:lnTo>
                  <a:pt x="6583146" y="3262096"/>
                </a:lnTo>
                <a:close/>
              </a:path>
              <a:path w="9475470" h="4709795">
                <a:moveTo>
                  <a:pt x="6607975" y="1433283"/>
                </a:moveTo>
                <a:lnTo>
                  <a:pt x="6607810" y="1430858"/>
                </a:lnTo>
                <a:lnTo>
                  <a:pt x="6605473" y="1426146"/>
                </a:lnTo>
                <a:lnTo>
                  <a:pt x="6603644" y="1424546"/>
                </a:lnTo>
                <a:lnTo>
                  <a:pt x="6598653" y="1422869"/>
                </a:lnTo>
                <a:lnTo>
                  <a:pt x="6596227" y="1423035"/>
                </a:lnTo>
                <a:lnTo>
                  <a:pt x="6591516" y="1425371"/>
                </a:lnTo>
                <a:lnTo>
                  <a:pt x="6589916" y="1427200"/>
                </a:lnTo>
                <a:lnTo>
                  <a:pt x="6588239" y="1432191"/>
                </a:lnTo>
                <a:lnTo>
                  <a:pt x="6588404" y="1434617"/>
                </a:lnTo>
                <a:lnTo>
                  <a:pt x="6590741" y="1439329"/>
                </a:lnTo>
                <a:lnTo>
                  <a:pt x="6592570" y="1440929"/>
                </a:lnTo>
                <a:lnTo>
                  <a:pt x="6597561" y="1442605"/>
                </a:lnTo>
                <a:lnTo>
                  <a:pt x="6599987" y="1442440"/>
                </a:lnTo>
                <a:lnTo>
                  <a:pt x="6604698" y="1440103"/>
                </a:lnTo>
                <a:lnTo>
                  <a:pt x="6606299" y="1438275"/>
                </a:lnTo>
                <a:lnTo>
                  <a:pt x="6607975" y="1433283"/>
                </a:lnTo>
                <a:close/>
              </a:path>
              <a:path w="9475470" h="4709795">
                <a:moveTo>
                  <a:pt x="6617271" y="3279038"/>
                </a:moveTo>
                <a:lnTo>
                  <a:pt x="6615595" y="3274060"/>
                </a:lnTo>
                <a:lnTo>
                  <a:pt x="6613995" y="3272218"/>
                </a:lnTo>
                <a:lnTo>
                  <a:pt x="6609283" y="3269881"/>
                </a:lnTo>
                <a:lnTo>
                  <a:pt x="6606857" y="3269716"/>
                </a:lnTo>
                <a:lnTo>
                  <a:pt x="6601879" y="3271393"/>
                </a:lnTo>
                <a:lnTo>
                  <a:pt x="6600037" y="3272993"/>
                </a:lnTo>
                <a:lnTo>
                  <a:pt x="6597701" y="3277705"/>
                </a:lnTo>
                <a:lnTo>
                  <a:pt x="6597536" y="3280130"/>
                </a:lnTo>
                <a:lnTo>
                  <a:pt x="6599212" y="3285109"/>
                </a:lnTo>
                <a:lnTo>
                  <a:pt x="6600812" y="3286950"/>
                </a:lnTo>
                <a:lnTo>
                  <a:pt x="6605524" y="3289287"/>
                </a:lnTo>
                <a:lnTo>
                  <a:pt x="6607950" y="3289452"/>
                </a:lnTo>
                <a:lnTo>
                  <a:pt x="6612941" y="3287776"/>
                </a:lnTo>
                <a:lnTo>
                  <a:pt x="6614769" y="3286175"/>
                </a:lnTo>
                <a:lnTo>
                  <a:pt x="6617106" y="3281464"/>
                </a:lnTo>
                <a:lnTo>
                  <a:pt x="6617271" y="3279038"/>
                </a:lnTo>
                <a:close/>
              </a:path>
              <a:path w="9475470" h="4709795">
                <a:moveTo>
                  <a:pt x="6642113" y="1416354"/>
                </a:moveTo>
                <a:lnTo>
                  <a:pt x="6641947" y="1413941"/>
                </a:lnTo>
                <a:lnTo>
                  <a:pt x="6639611" y="1409217"/>
                </a:lnTo>
                <a:lnTo>
                  <a:pt x="6637782" y="1407629"/>
                </a:lnTo>
                <a:lnTo>
                  <a:pt x="6632791" y="1405940"/>
                </a:lnTo>
                <a:lnTo>
                  <a:pt x="6630365" y="1406105"/>
                </a:lnTo>
                <a:lnTo>
                  <a:pt x="6625653" y="1408442"/>
                </a:lnTo>
                <a:lnTo>
                  <a:pt x="6624053" y="1410271"/>
                </a:lnTo>
                <a:lnTo>
                  <a:pt x="6622377" y="1415262"/>
                </a:lnTo>
                <a:lnTo>
                  <a:pt x="6622542" y="1417688"/>
                </a:lnTo>
                <a:lnTo>
                  <a:pt x="6624879" y="1422400"/>
                </a:lnTo>
                <a:lnTo>
                  <a:pt x="6626707" y="1424000"/>
                </a:lnTo>
                <a:lnTo>
                  <a:pt x="6631686" y="1425676"/>
                </a:lnTo>
                <a:lnTo>
                  <a:pt x="6634112" y="1425511"/>
                </a:lnTo>
                <a:lnTo>
                  <a:pt x="6638836" y="1423174"/>
                </a:lnTo>
                <a:lnTo>
                  <a:pt x="6640423" y="1421345"/>
                </a:lnTo>
                <a:lnTo>
                  <a:pt x="6642113" y="1416354"/>
                </a:lnTo>
                <a:close/>
              </a:path>
              <a:path w="9475470" h="4709795">
                <a:moveTo>
                  <a:pt x="6651396" y="3295980"/>
                </a:moveTo>
                <a:lnTo>
                  <a:pt x="6649720" y="3290989"/>
                </a:lnTo>
                <a:lnTo>
                  <a:pt x="6648120" y="3289160"/>
                </a:lnTo>
                <a:lnTo>
                  <a:pt x="6643408" y="3286823"/>
                </a:lnTo>
                <a:lnTo>
                  <a:pt x="6640982" y="3286658"/>
                </a:lnTo>
                <a:lnTo>
                  <a:pt x="6636004" y="3288334"/>
                </a:lnTo>
                <a:lnTo>
                  <a:pt x="6634175" y="3289935"/>
                </a:lnTo>
                <a:lnTo>
                  <a:pt x="6631826" y="3294646"/>
                </a:lnTo>
                <a:lnTo>
                  <a:pt x="6631660" y="3297072"/>
                </a:lnTo>
                <a:lnTo>
                  <a:pt x="6633350" y="3302050"/>
                </a:lnTo>
                <a:lnTo>
                  <a:pt x="6634937" y="3303892"/>
                </a:lnTo>
                <a:lnTo>
                  <a:pt x="6639649" y="3306229"/>
                </a:lnTo>
                <a:lnTo>
                  <a:pt x="6642074" y="3306394"/>
                </a:lnTo>
                <a:lnTo>
                  <a:pt x="6647066" y="3304717"/>
                </a:lnTo>
                <a:lnTo>
                  <a:pt x="6648894" y="3303117"/>
                </a:lnTo>
                <a:lnTo>
                  <a:pt x="6651231" y="3298406"/>
                </a:lnTo>
                <a:lnTo>
                  <a:pt x="6651396" y="3295980"/>
                </a:lnTo>
                <a:close/>
              </a:path>
              <a:path w="9475470" h="4709795">
                <a:moveTo>
                  <a:pt x="6676250" y="1399438"/>
                </a:moveTo>
                <a:lnTo>
                  <a:pt x="6676085" y="1397012"/>
                </a:lnTo>
                <a:lnTo>
                  <a:pt x="6673748" y="1392301"/>
                </a:lnTo>
                <a:lnTo>
                  <a:pt x="6671919" y="1390700"/>
                </a:lnTo>
                <a:lnTo>
                  <a:pt x="6666928" y="1389024"/>
                </a:lnTo>
                <a:lnTo>
                  <a:pt x="6664503" y="1389176"/>
                </a:lnTo>
                <a:lnTo>
                  <a:pt x="6659791" y="1391526"/>
                </a:lnTo>
                <a:lnTo>
                  <a:pt x="6658191" y="1393355"/>
                </a:lnTo>
                <a:lnTo>
                  <a:pt x="6656514" y="1398333"/>
                </a:lnTo>
                <a:lnTo>
                  <a:pt x="6656679" y="1400759"/>
                </a:lnTo>
                <a:lnTo>
                  <a:pt x="6659016" y="1405470"/>
                </a:lnTo>
                <a:lnTo>
                  <a:pt x="6660845" y="1407071"/>
                </a:lnTo>
                <a:lnTo>
                  <a:pt x="6665823" y="1408747"/>
                </a:lnTo>
                <a:lnTo>
                  <a:pt x="6668249" y="1408582"/>
                </a:lnTo>
                <a:lnTo>
                  <a:pt x="6672974" y="1406245"/>
                </a:lnTo>
                <a:lnTo>
                  <a:pt x="6674561" y="1404416"/>
                </a:lnTo>
                <a:lnTo>
                  <a:pt x="6676250" y="1399438"/>
                </a:lnTo>
                <a:close/>
              </a:path>
              <a:path w="9475470" h="4709795">
                <a:moveTo>
                  <a:pt x="6685534" y="3312922"/>
                </a:moveTo>
                <a:lnTo>
                  <a:pt x="6683857" y="3307931"/>
                </a:lnTo>
                <a:lnTo>
                  <a:pt x="6682257" y="3306102"/>
                </a:lnTo>
                <a:lnTo>
                  <a:pt x="6677546" y="3303765"/>
                </a:lnTo>
                <a:lnTo>
                  <a:pt x="6675120" y="3303600"/>
                </a:lnTo>
                <a:lnTo>
                  <a:pt x="6670129" y="3305276"/>
                </a:lnTo>
                <a:lnTo>
                  <a:pt x="6668300" y="3306876"/>
                </a:lnTo>
                <a:lnTo>
                  <a:pt x="6665963" y="3311588"/>
                </a:lnTo>
                <a:lnTo>
                  <a:pt x="6665798" y="3314014"/>
                </a:lnTo>
                <a:lnTo>
                  <a:pt x="6667474" y="3318992"/>
                </a:lnTo>
                <a:lnTo>
                  <a:pt x="6669075" y="3320834"/>
                </a:lnTo>
                <a:lnTo>
                  <a:pt x="6673786" y="3323171"/>
                </a:lnTo>
                <a:lnTo>
                  <a:pt x="6676212" y="3323336"/>
                </a:lnTo>
                <a:lnTo>
                  <a:pt x="6681190" y="3321659"/>
                </a:lnTo>
                <a:lnTo>
                  <a:pt x="6683019" y="3320059"/>
                </a:lnTo>
                <a:lnTo>
                  <a:pt x="6685369" y="3315347"/>
                </a:lnTo>
                <a:lnTo>
                  <a:pt x="6685534" y="3312922"/>
                </a:lnTo>
                <a:close/>
              </a:path>
              <a:path w="9475470" h="4709795">
                <a:moveTo>
                  <a:pt x="6710388" y="1382509"/>
                </a:moveTo>
                <a:lnTo>
                  <a:pt x="6710223" y="1380083"/>
                </a:lnTo>
                <a:lnTo>
                  <a:pt x="6707886" y="1375371"/>
                </a:lnTo>
                <a:lnTo>
                  <a:pt x="6706044" y="1373771"/>
                </a:lnTo>
                <a:lnTo>
                  <a:pt x="6701066" y="1372095"/>
                </a:lnTo>
                <a:lnTo>
                  <a:pt x="6698640" y="1372260"/>
                </a:lnTo>
                <a:lnTo>
                  <a:pt x="6693929" y="1374597"/>
                </a:lnTo>
                <a:lnTo>
                  <a:pt x="6692328" y="1376426"/>
                </a:lnTo>
                <a:lnTo>
                  <a:pt x="6690652" y="1381404"/>
                </a:lnTo>
                <a:lnTo>
                  <a:pt x="6690817" y="1383830"/>
                </a:lnTo>
                <a:lnTo>
                  <a:pt x="6693154" y="1388541"/>
                </a:lnTo>
                <a:lnTo>
                  <a:pt x="6694983" y="1390142"/>
                </a:lnTo>
                <a:lnTo>
                  <a:pt x="6699961" y="1391831"/>
                </a:lnTo>
                <a:lnTo>
                  <a:pt x="6702387" y="1391666"/>
                </a:lnTo>
                <a:lnTo>
                  <a:pt x="6707098" y="1389329"/>
                </a:lnTo>
                <a:lnTo>
                  <a:pt x="6708699" y="1387487"/>
                </a:lnTo>
                <a:lnTo>
                  <a:pt x="6710388" y="1382509"/>
                </a:lnTo>
                <a:close/>
              </a:path>
              <a:path w="9475470" h="4709795">
                <a:moveTo>
                  <a:pt x="6719659" y="3329863"/>
                </a:moveTo>
                <a:lnTo>
                  <a:pt x="6717982" y="3324872"/>
                </a:lnTo>
                <a:lnTo>
                  <a:pt x="6716382" y="3323044"/>
                </a:lnTo>
                <a:lnTo>
                  <a:pt x="6711670" y="3320707"/>
                </a:lnTo>
                <a:lnTo>
                  <a:pt x="6709245" y="3320542"/>
                </a:lnTo>
                <a:lnTo>
                  <a:pt x="6704254" y="3322218"/>
                </a:lnTo>
                <a:lnTo>
                  <a:pt x="6702425" y="3323818"/>
                </a:lnTo>
                <a:lnTo>
                  <a:pt x="6700088" y="3328530"/>
                </a:lnTo>
                <a:lnTo>
                  <a:pt x="6699923" y="3330956"/>
                </a:lnTo>
                <a:lnTo>
                  <a:pt x="6701599" y="3335934"/>
                </a:lnTo>
                <a:lnTo>
                  <a:pt x="6703200" y="3337776"/>
                </a:lnTo>
                <a:lnTo>
                  <a:pt x="6707911" y="3340112"/>
                </a:lnTo>
                <a:lnTo>
                  <a:pt x="6710337" y="3340277"/>
                </a:lnTo>
                <a:lnTo>
                  <a:pt x="6715328" y="3338601"/>
                </a:lnTo>
                <a:lnTo>
                  <a:pt x="6717157" y="3337001"/>
                </a:lnTo>
                <a:lnTo>
                  <a:pt x="6719494" y="3332289"/>
                </a:lnTo>
                <a:lnTo>
                  <a:pt x="6719659" y="3329863"/>
                </a:lnTo>
                <a:close/>
              </a:path>
              <a:path w="9475470" h="4709795">
                <a:moveTo>
                  <a:pt x="6744513" y="1365580"/>
                </a:moveTo>
                <a:lnTo>
                  <a:pt x="6744348" y="1363154"/>
                </a:lnTo>
                <a:lnTo>
                  <a:pt x="6742011" y="1358442"/>
                </a:lnTo>
                <a:lnTo>
                  <a:pt x="6740182" y="1356842"/>
                </a:lnTo>
                <a:lnTo>
                  <a:pt x="6735204" y="1355166"/>
                </a:lnTo>
                <a:lnTo>
                  <a:pt x="6732778" y="1355331"/>
                </a:lnTo>
                <a:lnTo>
                  <a:pt x="6728066" y="1357668"/>
                </a:lnTo>
                <a:lnTo>
                  <a:pt x="6726466" y="1359496"/>
                </a:lnTo>
                <a:lnTo>
                  <a:pt x="6724790" y="1364488"/>
                </a:lnTo>
                <a:lnTo>
                  <a:pt x="6724942" y="1366913"/>
                </a:lnTo>
                <a:lnTo>
                  <a:pt x="6727279" y="1371625"/>
                </a:lnTo>
                <a:lnTo>
                  <a:pt x="6729120" y="1373225"/>
                </a:lnTo>
                <a:lnTo>
                  <a:pt x="6734099" y="1374902"/>
                </a:lnTo>
                <a:lnTo>
                  <a:pt x="6736524" y="1374736"/>
                </a:lnTo>
                <a:lnTo>
                  <a:pt x="6741236" y="1372400"/>
                </a:lnTo>
                <a:lnTo>
                  <a:pt x="6742836" y="1370571"/>
                </a:lnTo>
                <a:lnTo>
                  <a:pt x="6744513" y="1365580"/>
                </a:lnTo>
                <a:close/>
              </a:path>
              <a:path w="9475470" h="4709795">
                <a:moveTo>
                  <a:pt x="6753784" y="3346805"/>
                </a:moveTo>
                <a:lnTo>
                  <a:pt x="6752107" y="3341814"/>
                </a:lnTo>
                <a:lnTo>
                  <a:pt x="6750507" y="3339985"/>
                </a:lnTo>
                <a:lnTo>
                  <a:pt x="6745795" y="3337649"/>
                </a:lnTo>
                <a:lnTo>
                  <a:pt x="6743370" y="3337483"/>
                </a:lnTo>
                <a:lnTo>
                  <a:pt x="6738391" y="3339160"/>
                </a:lnTo>
                <a:lnTo>
                  <a:pt x="6736550" y="3340760"/>
                </a:lnTo>
                <a:lnTo>
                  <a:pt x="6734213" y="3345472"/>
                </a:lnTo>
                <a:lnTo>
                  <a:pt x="6734048" y="3347897"/>
                </a:lnTo>
                <a:lnTo>
                  <a:pt x="6735724" y="3352876"/>
                </a:lnTo>
                <a:lnTo>
                  <a:pt x="6737324" y="3354717"/>
                </a:lnTo>
                <a:lnTo>
                  <a:pt x="6742036" y="3357054"/>
                </a:lnTo>
                <a:lnTo>
                  <a:pt x="6744462" y="3357219"/>
                </a:lnTo>
                <a:lnTo>
                  <a:pt x="6749453" y="3355543"/>
                </a:lnTo>
                <a:lnTo>
                  <a:pt x="6751282" y="3353943"/>
                </a:lnTo>
                <a:lnTo>
                  <a:pt x="6753619" y="3349231"/>
                </a:lnTo>
                <a:lnTo>
                  <a:pt x="6753784" y="3346805"/>
                </a:lnTo>
                <a:close/>
              </a:path>
              <a:path w="9475470" h="4709795">
                <a:moveTo>
                  <a:pt x="6778650" y="1348651"/>
                </a:moveTo>
                <a:lnTo>
                  <a:pt x="6778485" y="1346238"/>
                </a:lnTo>
                <a:lnTo>
                  <a:pt x="6776148" y="1341513"/>
                </a:lnTo>
                <a:lnTo>
                  <a:pt x="6774320" y="1339926"/>
                </a:lnTo>
                <a:lnTo>
                  <a:pt x="6769341" y="1338237"/>
                </a:lnTo>
                <a:lnTo>
                  <a:pt x="6766915" y="1338402"/>
                </a:lnTo>
                <a:lnTo>
                  <a:pt x="6762204" y="1340739"/>
                </a:lnTo>
                <a:lnTo>
                  <a:pt x="6760604" y="1342567"/>
                </a:lnTo>
                <a:lnTo>
                  <a:pt x="6758914" y="1347558"/>
                </a:lnTo>
                <a:lnTo>
                  <a:pt x="6759080" y="1349984"/>
                </a:lnTo>
                <a:lnTo>
                  <a:pt x="6761416" y="1354696"/>
                </a:lnTo>
                <a:lnTo>
                  <a:pt x="6763245" y="1356296"/>
                </a:lnTo>
                <a:lnTo>
                  <a:pt x="6768236" y="1357972"/>
                </a:lnTo>
                <a:lnTo>
                  <a:pt x="6770662" y="1357807"/>
                </a:lnTo>
                <a:lnTo>
                  <a:pt x="6775374" y="1355471"/>
                </a:lnTo>
                <a:lnTo>
                  <a:pt x="6776974" y="1353642"/>
                </a:lnTo>
                <a:lnTo>
                  <a:pt x="6778650" y="1348651"/>
                </a:lnTo>
                <a:close/>
              </a:path>
              <a:path w="9475470" h="4709795">
                <a:moveTo>
                  <a:pt x="6787909" y="3363747"/>
                </a:moveTo>
                <a:lnTo>
                  <a:pt x="6786232" y="3358756"/>
                </a:lnTo>
                <a:lnTo>
                  <a:pt x="6784645" y="3356927"/>
                </a:lnTo>
                <a:lnTo>
                  <a:pt x="6779920" y="3354590"/>
                </a:lnTo>
                <a:lnTo>
                  <a:pt x="6777495" y="3354425"/>
                </a:lnTo>
                <a:lnTo>
                  <a:pt x="6772516" y="3356102"/>
                </a:lnTo>
                <a:lnTo>
                  <a:pt x="6770687" y="3357702"/>
                </a:lnTo>
                <a:lnTo>
                  <a:pt x="6768351" y="3362414"/>
                </a:lnTo>
                <a:lnTo>
                  <a:pt x="6768185" y="3364839"/>
                </a:lnTo>
                <a:lnTo>
                  <a:pt x="6769862" y="3369818"/>
                </a:lnTo>
                <a:lnTo>
                  <a:pt x="6771449" y="3371659"/>
                </a:lnTo>
                <a:lnTo>
                  <a:pt x="6776174" y="3373996"/>
                </a:lnTo>
                <a:lnTo>
                  <a:pt x="6778587" y="3374161"/>
                </a:lnTo>
                <a:lnTo>
                  <a:pt x="6783578" y="3372485"/>
                </a:lnTo>
                <a:lnTo>
                  <a:pt x="6785407" y="3370884"/>
                </a:lnTo>
                <a:lnTo>
                  <a:pt x="6787743" y="3366173"/>
                </a:lnTo>
                <a:lnTo>
                  <a:pt x="6787909" y="3363747"/>
                </a:lnTo>
                <a:close/>
              </a:path>
              <a:path w="9475470" h="4709795">
                <a:moveTo>
                  <a:pt x="6812788" y="1331734"/>
                </a:moveTo>
                <a:lnTo>
                  <a:pt x="6812623" y="1329309"/>
                </a:lnTo>
                <a:lnTo>
                  <a:pt x="6810286" y="1324597"/>
                </a:lnTo>
                <a:lnTo>
                  <a:pt x="6808457" y="1322997"/>
                </a:lnTo>
                <a:lnTo>
                  <a:pt x="6803479" y="1321320"/>
                </a:lnTo>
                <a:lnTo>
                  <a:pt x="6801053" y="1321473"/>
                </a:lnTo>
                <a:lnTo>
                  <a:pt x="6796329" y="1323822"/>
                </a:lnTo>
                <a:lnTo>
                  <a:pt x="6794741" y="1325651"/>
                </a:lnTo>
                <a:lnTo>
                  <a:pt x="6793052" y="1330629"/>
                </a:lnTo>
                <a:lnTo>
                  <a:pt x="6793217" y="1333055"/>
                </a:lnTo>
                <a:lnTo>
                  <a:pt x="6795554" y="1337767"/>
                </a:lnTo>
                <a:lnTo>
                  <a:pt x="6797383" y="1339367"/>
                </a:lnTo>
                <a:lnTo>
                  <a:pt x="6802374" y="1341043"/>
                </a:lnTo>
                <a:lnTo>
                  <a:pt x="6804800" y="1340878"/>
                </a:lnTo>
                <a:lnTo>
                  <a:pt x="6809511" y="1338541"/>
                </a:lnTo>
                <a:lnTo>
                  <a:pt x="6811111" y="1336713"/>
                </a:lnTo>
                <a:lnTo>
                  <a:pt x="6812788" y="1331734"/>
                </a:lnTo>
                <a:close/>
              </a:path>
              <a:path w="9475470" h="4709795">
                <a:moveTo>
                  <a:pt x="6822046" y="3380689"/>
                </a:moveTo>
                <a:lnTo>
                  <a:pt x="6820370" y="3375698"/>
                </a:lnTo>
                <a:lnTo>
                  <a:pt x="6818770" y="3373869"/>
                </a:lnTo>
                <a:lnTo>
                  <a:pt x="6814058" y="3371532"/>
                </a:lnTo>
                <a:lnTo>
                  <a:pt x="6811632" y="3371367"/>
                </a:lnTo>
                <a:lnTo>
                  <a:pt x="6806641" y="3373043"/>
                </a:lnTo>
                <a:lnTo>
                  <a:pt x="6804812" y="3374644"/>
                </a:lnTo>
                <a:lnTo>
                  <a:pt x="6802475" y="3379355"/>
                </a:lnTo>
                <a:lnTo>
                  <a:pt x="6802310" y="3381781"/>
                </a:lnTo>
                <a:lnTo>
                  <a:pt x="6803987" y="3386759"/>
                </a:lnTo>
                <a:lnTo>
                  <a:pt x="6805587" y="3388601"/>
                </a:lnTo>
                <a:lnTo>
                  <a:pt x="6810299" y="3390938"/>
                </a:lnTo>
                <a:lnTo>
                  <a:pt x="6812724" y="3391103"/>
                </a:lnTo>
                <a:lnTo>
                  <a:pt x="6817703" y="3389426"/>
                </a:lnTo>
                <a:lnTo>
                  <a:pt x="6819532" y="3387826"/>
                </a:lnTo>
                <a:lnTo>
                  <a:pt x="6821881" y="3383115"/>
                </a:lnTo>
                <a:lnTo>
                  <a:pt x="6822046" y="3380689"/>
                </a:lnTo>
                <a:close/>
              </a:path>
              <a:path w="9475470" h="4709795">
                <a:moveTo>
                  <a:pt x="6846925" y="1314805"/>
                </a:moveTo>
                <a:lnTo>
                  <a:pt x="6846760" y="1312379"/>
                </a:lnTo>
                <a:lnTo>
                  <a:pt x="6844424" y="1307668"/>
                </a:lnTo>
                <a:lnTo>
                  <a:pt x="6842595" y="1306068"/>
                </a:lnTo>
                <a:lnTo>
                  <a:pt x="6837604" y="1304391"/>
                </a:lnTo>
                <a:lnTo>
                  <a:pt x="6835178" y="1304556"/>
                </a:lnTo>
                <a:lnTo>
                  <a:pt x="6830466" y="1306893"/>
                </a:lnTo>
                <a:lnTo>
                  <a:pt x="6828866" y="1308722"/>
                </a:lnTo>
                <a:lnTo>
                  <a:pt x="6827190" y="1313700"/>
                </a:lnTo>
                <a:lnTo>
                  <a:pt x="6827355" y="1316126"/>
                </a:lnTo>
                <a:lnTo>
                  <a:pt x="6829692" y="1320838"/>
                </a:lnTo>
                <a:lnTo>
                  <a:pt x="6831520" y="1322438"/>
                </a:lnTo>
                <a:lnTo>
                  <a:pt x="6836511" y="1324127"/>
                </a:lnTo>
                <a:lnTo>
                  <a:pt x="6838937" y="1323962"/>
                </a:lnTo>
                <a:lnTo>
                  <a:pt x="6843649" y="1321625"/>
                </a:lnTo>
                <a:lnTo>
                  <a:pt x="6845249" y="1319784"/>
                </a:lnTo>
                <a:lnTo>
                  <a:pt x="6846925" y="1314805"/>
                </a:lnTo>
                <a:close/>
              </a:path>
              <a:path w="9475470" h="4709795">
                <a:moveTo>
                  <a:pt x="6856171" y="3397631"/>
                </a:moveTo>
                <a:lnTo>
                  <a:pt x="6854495" y="3392640"/>
                </a:lnTo>
                <a:lnTo>
                  <a:pt x="6852894" y="3390811"/>
                </a:lnTo>
                <a:lnTo>
                  <a:pt x="6848183" y="3388474"/>
                </a:lnTo>
                <a:lnTo>
                  <a:pt x="6845757" y="3388309"/>
                </a:lnTo>
                <a:lnTo>
                  <a:pt x="6840766" y="3389985"/>
                </a:lnTo>
                <a:lnTo>
                  <a:pt x="6838937" y="3391585"/>
                </a:lnTo>
                <a:lnTo>
                  <a:pt x="6836600" y="3396297"/>
                </a:lnTo>
                <a:lnTo>
                  <a:pt x="6836435" y="3398723"/>
                </a:lnTo>
                <a:lnTo>
                  <a:pt x="6838112" y="3403701"/>
                </a:lnTo>
                <a:lnTo>
                  <a:pt x="6839712" y="3405530"/>
                </a:lnTo>
                <a:lnTo>
                  <a:pt x="6844424" y="3407880"/>
                </a:lnTo>
                <a:lnTo>
                  <a:pt x="6846849" y="3408045"/>
                </a:lnTo>
                <a:lnTo>
                  <a:pt x="6851840" y="3406368"/>
                </a:lnTo>
                <a:lnTo>
                  <a:pt x="6853669" y="3404768"/>
                </a:lnTo>
                <a:lnTo>
                  <a:pt x="6856006" y="3400056"/>
                </a:lnTo>
                <a:lnTo>
                  <a:pt x="6856171" y="3397631"/>
                </a:lnTo>
                <a:close/>
              </a:path>
              <a:path w="9475470" h="4709795">
                <a:moveTo>
                  <a:pt x="6881063" y="1297876"/>
                </a:moveTo>
                <a:lnTo>
                  <a:pt x="6880898" y="1295450"/>
                </a:lnTo>
                <a:lnTo>
                  <a:pt x="6878561" y="1290739"/>
                </a:lnTo>
                <a:lnTo>
                  <a:pt x="6876732" y="1289138"/>
                </a:lnTo>
                <a:lnTo>
                  <a:pt x="6871741" y="1287462"/>
                </a:lnTo>
                <a:lnTo>
                  <a:pt x="6869316" y="1287627"/>
                </a:lnTo>
                <a:lnTo>
                  <a:pt x="6864604" y="1289964"/>
                </a:lnTo>
                <a:lnTo>
                  <a:pt x="6863004" y="1291793"/>
                </a:lnTo>
                <a:lnTo>
                  <a:pt x="6861327" y="1296784"/>
                </a:lnTo>
                <a:lnTo>
                  <a:pt x="6861492" y="1299210"/>
                </a:lnTo>
                <a:lnTo>
                  <a:pt x="6863829" y="1303921"/>
                </a:lnTo>
                <a:lnTo>
                  <a:pt x="6865658" y="1305509"/>
                </a:lnTo>
                <a:lnTo>
                  <a:pt x="6870649" y="1307198"/>
                </a:lnTo>
                <a:lnTo>
                  <a:pt x="6873075" y="1307033"/>
                </a:lnTo>
                <a:lnTo>
                  <a:pt x="6877786" y="1304696"/>
                </a:lnTo>
                <a:lnTo>
                  <a:pt x="6879387" y="1302867"/>
                </a:lnTo>
                <a:lnTo>
                  <a:pt x="6881063" y="1297876"/>
                </a:lnTo>
                <a:close/>
              </a:path>
              <a:path w="9475470" h="4709795">
                <a:moveTo>
                  <a:pt x="6890296" y="3414572"/>
                </a:moveTo>
                <a:lnTo>
                  <a:pt x="6888620" y="3409581"/>
                </a:lnTo>
                <a:lnTo>
                  <a:pt x="6887019" y="3407753"/>
                </a:lnTo>
                <a:lnTo>
                  <a:pt x="6882308" y="3405416"/>
                </a:lnTo>
                <a:lnTo>
                  <a:pt x="6879882" y="3405251"/>
                </a:lnTo>
                <a:lnTo>
                  <a:pt x="6874904" y="3406927"/>
                </a:lnTo>
                <a:lnTo>
                  <a:pt x="6873062" y="3408527"/>
                </a:lnTo>
                <a:lnTo>
                  <a:pt x="6870725" y="3413239"/>
                </a:lnTo>
                <a:lnTo>
                  <a:pt x="6870560" y="3415665"/>
                </a:lnTo>
                <a:lnTo>
                  <a:pt x="6872237" y="3420643"/>
                </a:lnTo>
                <a:lnTo>
                  <a:pt x="6873837" y="3422472"/>
                </a:lnTo>
                <a:lnTo>
                  <a:pt x="6878548" y="3424821"/>
                </a:lnTo>
                <a:lnTo>
                  <a:pt x="6880974" y="3424986"/>
                </a:lnTo>
                <a:lnTo>
                  <a:pt x="6885965" y="3423310"/>
                </a:lnTo>
                <a:lnTo>
                  <a:pt x="6887794" y="3421710"/>
                </a:lnTo>
                <a:lnTo>
                  <a:pt x="6890131" y="3416998"/>
                </a:lnTo>
                <a:lnTo>
                  <a:pt x="6890296" y="3414572"/>
                </a:lnTo>
                <a:close/>
              </a:path>
              <a:path w="9475470" h="4709795">
                <a:moveTo>
                  <a:pt x="6915201" y="1280947"/>
                </a:moveTo>
                <a:lnTo>
                  <a:pt x="6915036" y="1278521"/>
                </a:lnTo>
                <a:lnTo>
                  <a:pt x="6912699" y="1273810"/>
                </a:lnTo>
                <a:lnTo>
                  <a:pt x="6910870" y="1272222"/>
                </a:lnTo>
                <a:lnTo>
                  <a:pt x="6905879" y="1270533"/>
                </a:lnTo>
                <a:lnTo>
                  <a:pt x="6903453" y="1270698"/>
                </a:lnTo>
                <a:lnTo>
                  <a:pt x="6898741" y="1273035"/>
                </a:lnTo>
                <a:lnTo>
                  <a:pt x="6897141" y="1274864"/>
                </a:lnTo>
                <a:lnTo>
                  <a:pt x="6895465" y="1279855"/>
                </a:lnTo>
                <a:lnTo>
                  <a:pt x="6895630" y="1282280"/>
                </a:lnTo>
                <a:lnTo>
                  <a:pt x="6897967" y="1286992"/>
                </a:lnTo>
                <a:lnTo>
                  <a:pt x="6899796" y="1288592"/>
                </a:lnTo>
                <a:lnTo>
                  <a:pt x="6904774" y="1290269"/>
                </a:lnTo>
                <a:lnTo>
                  <a:pt x="6907200" y="1290104"/>
                </a:lnTo>
                <a:lnTo>
                  <a:pt x="6911924" y="1287767"/>
                </a:lnTo>
                <a:lnTo>
                  <a:pt x="6913512" y="1285938"/>
                </a:lnTo>
                <a:lnTo>
                  <a:pt x="6915201" y="1280947"/>
                </a:lnTo>
                <a:close/>
              </a:path>
              <a:path w="9475470" h="4709795">
                <a:moveTo>
                  <a:pt x="6924421" y="3431514"/>
                </a:moveTo>
                <a:lnTo>
                  <a:pt x="6922744" y="3426523"/>
                </a:lnTo>
                <a:lnTo>
                  <a:pt x="6921157" y="3424694"/>
                </a:lnTo>
                <a:lnTo>
                  <a:pt x="6916433" y="3422358"/>
                </a:lnTo>
                <a:lnTo>
                  <a:pt x="6914020" y="3422192"/>
                </a:lnTo>
                <a:lnTo>
                  <a:pt x="6909028" y="3423869"/>
                </a:lnTo>
                <a:lnTo>
                  <a:pt x="6907200" y="3425469"/>
                </a:lnTo>
                <a:lnTo>
                  <a:pt x="6904863" y="3430181"/>
                </a:lnTo>
                <a:lnTo>
                  <a:pt x="6904698" y="3432606"/>
                </a:lnTo>
                <a:lnTo>
                  <a:pt x="6906374" y="3437585"/>
                </a:lnTo>
                <a:lnTo>
                  <a:pt x="6907962" y="3439414"/>
                </a:lnTo>
                <a:lnTo>
                  <a:pt x="6912686" y="3441763"/>
                </a:lnTo>
                <a:lnTo>
                  <a:pt x="6915099" y="3441928"/>
                </a:lnTo>
                <a:lnTo>
                  <a:pt x="6920090" y="3440252"/>
                </a:lnTo>
                <a:lnTo>
                  <a:pt x="6921919" y="3438652"/>
                </a:lnTo>
                <a:lnTo>
                  <a:pt x="6924256" y="3433940"/>
                </a:lnTo>
                <a:lnTo>
                  <a:pt x="6924421" y="3431514"/>
                </a:lnTo>
                <a:close/>
              </a:path>
              <a:path w="9475470" h="4709795">
                <a:moveTo>
                  <a:pt x="6949338" y="1264031"/>
                </a:moveTo>
                <a:lnTo>
                  <a:pt x="6949173" y="1261605"/>
                </a:lnTo>
                <a:lnTo>
                  <a:pt x="6946836" y="1256893"/>
                </a:lnTo>
                <a:lnTo>
                  <a:pt x="6945008" y="1255293"/>
                </a:lnTo>
                <a:lnTo>
                  <a:pt x="6940016" y="1253604"/>
                </a:lnTo>
                <a:lnTo>
                  <a:pt x="6937591" y="1253769"/>
                </a:lnTo>
                <a:lnTo>
                  <a:pt x="6932879" y="1256106"/>
                </a:lnTo>
                <a:lnTo>
                  <a:pt x="6931279" y="1257947"/>
                </a:lnTo>
                <a:lnTo>
                  <a:pt x="6929602" y="1262926"/>
                </a:lnTo>
                <a:lnTo>
                  <a:pt x="6929768" y="1265351"/>
                </a:lnTo>
                <a:lnTo>
                  <a:pt x="6932104" y="1270063"/>
                </a:lnTo>
                <a:lnTo>
                  <a:pt x="6933933" y="1271663"/>
                </a:lnTo>
                <a:lnTo>
                  <a:pt x="6938912" y="1273340"/>
                </a:lnTo>
                <a:lnTo>
                  <a:pt x="6941337" y="1273175"/>
                </a:lnTo>
                <a:lnTo>
                  <a:pt x="6946049" y="1270838"/>
                </a:lnTo>
                <a:lnTo>
                  <a:pt x="6947649" y="1269009"/>
                </a:lnTo>
                <a:lnTo>
                  <a:pt x="6949338" y="1264031"/>
                </a:lnTo>
                <a:close/>
              </a:path>
              <a:path w="9475470" h="4709795">
                <a:moveTo>
                  <a:pt x="6958558" y="3448456"/>
                </a:moveTo>
                <a:lnTo>
                  <a:pt x="6956882" y="3443465"/>
                </a:lnTo>
                <a:lnTo>
                  <a:pt x="6955282" y="3441636"/>
                </a:lnTo>
                <a:lnTo>
                  <a:pt x="6950570" y="3439299"/>
                </a:lnTo>
                <a:lnTo>
                  <a:pt x="6948144" y="3439134"/>
                </a:lnTo>
                <a:lnTo>
                  <a:pt x="6943153" y="3440811"/>
                </a:lnTo>
                <a:lnTo>
                  <a:pt x="6941325" y="3442411"/>
                </a:lnTo>
                <a:lnTo>
                  <a:pt x="6938988" y="3447123"/>
                </a:lnTo>
                <a:lnTo>
                  <a:pt x="6938823" y="3449548"/>
                </a:lnTo>
                <a:lnTo>
                  <a:pt x="6940499" y="3454527"/>
                </a:lnTo>
                <a:lnTo>
                  <a:pt x="6942099" y="3456355"/>
                </a:lnTo>
                <a:lnTo>
                  <a:pt x="6946811" y="3458705"/>
                </a:lnTo>
                <a:lnTo>
                  <a:pt x="6949237" y="3458870"/>
                </a:lnTo>
                <a:lnTo>
                  <a:pt x="6954215" y="3457194"/>
                </a:lnTo>
                <a:lnTo>
                  <a:pt x="6956057" y="3455593"/>
                </a:lnTo>
                <a:lnTo>
                  <a:pt x="6958393" y="3450882"/>
                </a:lnTo>
                <a:lnTo>
                  <a:pt x="6958558" y="3448456"/>
                </a:lnTo>
                <a:close/>
              </a:path>
              <a:path w="9475470" h="4709795">
                <a:moveTo>
                  <a:pt x="6983476" y="1247101"/>
                </a:moveTo>
                <a:lnTo>
                  <a:pt x="6983311" y="1244676"/>
                </a:lnTo>
                <a:lnTo>
                  <a:pt x="6980974" y="1239964"/>
                </a:lnTo>
                <a:lnTo>
                  <a:pt x="6979132" y="1238364"/>
                </a:lnTo>
                <a:lnTo>
                  <a:pt x="6974154" y="1236687"/>
                </a:lnTo>
                <a:lnTo>
                  <a:pt x="6971728" y="1236853"/>
                </a:lnTo>
                <a:lnTo>
                  <a:pt x="6967017" y="1239189"/>
                </a:lnTo>
                <a:lnTo>
                  <a:pt x="6965416" y="1241018"/>
                </a:lnTo>
                <a:lnTo>
                  <a:pt x="6963740" y="1245997"/>
                </a:lnTo>
                <a:lnTo>
                  <a:pt x="6963905" y="1248422"/>
                </a:lnTo>
                <a:lnTo>
                  <a:pt x="6966242" y="1253134"/>
                </a:lnTo>
                <a:lnTo>
                  <a:pt x="6968071" y="1254734"/>
                </a:lnTo>
                <a:lnTo>
                  <a:pt x="6973049" y="1256423"/>
                </a:lnTo>
                <a:lnTo>
                  <a:pt x="6975475" y="1256258"/>
                </a:lnTo>
                <a:lnTo>
                  <a:pt x="6980187" y="1253909"/>
                </a:lnTo>
                <a:lnTo>
                  <a:pt x="6981787" y="1252080"/>
                </a:lnTo>
                <a:lnTo>
                  <a:pt x="6983476" y="1247101"/>
                </a:lnTo>
                <a:close/>
              </a:path>
              <a:path w="9475470" h="4709795">
                <a:moveTo>
                  <a:pt x="6992683" y="3465398"/>
                </a:moveTo>
                <a:lnTo>
                  <a:pt x="6991007" y="3460407"/>
                </a:lnTo>
                <a:lnTo>
                  <a:pt x="6989407" y="3458578"/>
                </a:lnTo>
                <a:lnTo>
                  <a:pt x="6984695" y="3456241"/>
                </a:lnTo>
                <a:lnTo>
                  <a:pt x="6982269" y="3456076"/>
                </a:lnTo>
                <a:lnTo>
                  <a:pt x="6977278" y="3457752"/>
                </a:lnTo>
                <a:lnTo>
                  <a:pt x="6975449" y="3459353"/>
                </a:lnTo>
                <a:lnTo>
                  <a:pt x="6973113" y="3464064"/>
                </a:lnTo>
                <a:lnTo>
                  <a:pt x="6972948" y="3466490"/>
                </a:lnTo>
                <a:lnTo>
                  <a:pt x="6974624" y="3471468"/>
                </a:lnTo>
                <a:lnTo>
                  <a:pt x="6976224" y="3473297"/>
                </a:lnTo>
                <a:lnTo>
                  <a:pt x="6980936" y="3475647"/>
                </a:lnTo>
                <a:lnTo>
                  <a:pt x="6983362" y="3475812"/>
                </a:lnTo>
                <a:lnTo>
                  <a:pt x="6988353" y="3474135"/>
                </a:lnTo>
                <a:lnTo>
                  <a:pt x="6990181" y="3472535"/>
                </a:lnTo>
                <a:lnTo>
                  <a:pt x="6992518" y="3467824"/>
                </a:lnTo>
                <a:lnTo>
                  <a:pt x="6992683" y="3465398"/>
                </a:lnTo>
                <a:close/>
              </a:path>
              <a:path w="9475470" h="4709795">
                <a:moveTo>
                  <a:pt x="7017601" y="1230172"/>
                </a:moveTo>
                <a:lnTo>
                  <a:pt x="7017436" y="1227747"/>
                </a:lnTo>
                <a:lnTo>
                  <a:pt x="7015099" y="1223035"/>
                </a:lnTo>
                <a:lnTo>
                  <a:pt x="7013270" y="1221435"/>
                </a:lnTo>
                <a:lnTo>
                  <a:pt x="7008292" y="1219758"/>
                </a:lnTo>
                <a:lnTo>
                  <a:pt x="7005866" y="1219923"/>
                </a:lnTo>
                <a:lnTo>
                  <a:pt x="7001154" y="1222260"/>
                </a:lnTo>
                <a:lnTo>
                  <a:pt x="6999554" y="1224089"/>
                </a:lnTo>
                <a:lnTo>
                  <a:pt x="6997865" y="1229080"/>
                </a:lnTo>
                <a:lnTo>
                  <a:pt x="6998030" y="1231506"/>
                </a:lnTo>
                <a:lnTo>
                  <a:pt x="7000367" y="1236218"/>
                </a:lnTo>
                <a:lnTo>
                  <a:pt x="7002208" y="1237805"/>
                </a:lnTo>
                <a:lnTo>
                  <a:pt x="7007187" y="1239494"/>
                </a:lnTo>
                <a:lnTo>
                  <a:pt x="7009612" y="1239329"/>
                </a:lnTo>
                <a:lnTo>
                  <a:pt x="7014324" y="1236992"/>
                </a:lnTo>
                <a:lnTo>
                  <a:pt x="7015924" y="1235163"/>
                </a:lnTo>
                <a:lnTo>
                  <a:pt x="7017601" y="1230172"/>
                </a:lnTo>
                <a:close/>
              </a:path>
              <a:path w="9475470" h="4709795">
                <a:moveTo>
                  <a:pt x="7026808" y="3482340"/>
                </a:moveTo>
                <a:lnTo>
                  <a:pt x="7025132" y="3477349"/>
                </a:lnTo>
                <a:lnTo>
                  <a:pt x="7023532" y="3475520"/>
                </a:lnTo>
                <a:lnTo>
                  <a:pt x="7018820" y="3473183"/>
                </a:lnTo>
                <a:lnTo>
                  <a:pt x="7016394" y="3473018"/>
                </a:lnTo>
                <a:lnTo>
                  <a:pt x="7011416" y="3474694"/>
                </a:lnTo>
                <a:lnTo>
                  <a:pt x="7009587" y="3476294"/>
                </a:lnTo>
                <a:lnTo>
                  <a:pt x="7007238" y="3481006"/>
                </a:lnTo>
                <a:lnTo>
                  <a:pt x="7007072" y="3483432"/>
                </a:lnTo>
                <a:lnTo>
                  <a:pt x="7008749" y="3488410"/>
                </a:lnTo>
                <a:lnTo>
                  <a:pt x="7010349" y="3490239"/>
                </a:lnTo>
                <a:lnTo>
                  <a:pt x="7015061" y="3492589"/>
                </a:lnTo>
                <a:lnTo>
                  <a:pt x="7017486" y="3492754"/>
                </a:lnTo>
                <a:lnTo>
                  <a:pt x="7022478" y="3491077"/>
                </a:lnTo>
                <a:lnTo>
                  <a:pt x="7024306" y="3489477"/>
                </a:lnTo>
                <a:lnTo>
                  <a:pt x="7026643" y="3484765"/>
                </a:lnTo>
                <a:lnTo>
                  <a:pt x="7026808" y="3482340"/>
                </a:lnTo>
                <a:close/>
              </a:path>
              <a:path w="9475470" h="4709795">
                <a:moveTo>
                  <a:pt x="7051738" y="1213243"/>
                </a:moveTo>
                <a:lnTo>
                  <a:pt x="7051573" y="1210818"/>
                </a:lnTo>
                <a:lnTo>
                  <a:pt x="7049236" y="1206106"/>
                </a:lnTo>
                <a:lnTo>
                  <a:pt x="7047408" y="1204506"/>
                </a:lnTo>
                <a:lnTo>
                  <a:pt x="7042429" y="1202829"/>
                </a:lnTo>
                <a:lnTo>
                  <a:pt x="7040004" y="1202994"/>
                </a:lnTo>
                <a:lnTo>
                  <a:pt x="7035279" y="1205331"/>
                </a:lnTo>
                <a:lnTo>
                  <a:pt x="7033692" y="1207160"/>
                </a:lnTo>
                <a:lnTo>
                  <a:pt x="7032003" y="1212151"/>
                </a:lnTo>
                <a:lnTo>
                  <a:pt x="7032168" y="1214577"/>
                </a:lnTo>
                <a:lnTo>
                  <a:pt x="7034504" y="1219288"/>
                </a:lnTo>
                <a:lnTo>
                  <a:pt x="7036333" y="1220889"/>
                </a:lnTo>
                <a:lnTo>
                  <a:pt x="7041324" y="1222565"/>
                </a:lnTo>
                <a:lnTo>
                  <a:pt x="7043750" y="1222400"/>
                </a:lnTo>
                <a:lnTo>
                  <a:pt x="7048462" y="1220063"/>
                </a:lnTo>
                <a:lnTo>
                  <a:pt x="7050062" y="1218234"/>
                </a:lnTo>
                <a:lnTo>
                  <a:pt x="7051738" y="1213243"/>
                </a:lnTo>
                <a:close/>
              </a:path>
              <a:path w="9475470" h="4709795">
                <a:moveTo>
                  <a:pt x="7060946" y="3499281"/>
                </a:moveTo>
                <a:lnTo>
                  <a:pt x="7059257" y="3494290"/>
                </a:lnTo>
                <a:lnTo>
                  <a:pt x="7057669" y="3492462"/>
                </a:lnTo>
                <a:lnTo>
                  <a:pt x="7052945" y="3490125"/>
                </a:lnTo>
                <a:lnTo>
                  <a:pt x="7050532" y="3489960"/>
                </a:lnTo>
                <a:lnTo>
                  <a:pt x="7045541" y="3491636"/>
                </a:lnTo>
                <a:lnTo>
                  <a:pt x="7043712" y="3493236"/>
                </a:lnTo>
                <a:lnTo>
                  <a:pt x="7041375" y="3497948"/>
                </a:lnTo>
                <a:lnTo>
                  <a:pt x="7041210" y="3500374"/>
                </a:lnTo>
                <a:lnTo>
                  <a:pt x="7042886" y="3505352"/>
                </a:lnTo>
                <a:lnTo>
                  <a:pt x="7044487" y="3507181"/>
                </a:lnTo>
                <a:lnTo>
                  <a:pt x="7049198" y="3509530"/>
                </a:lnTo>
                <a:lnTo>
                  <a:pt x="7051624" y="3509695"/>
                </a:lnTo>
                <a:lnTo>
                  <a:pt x="7056602" y="3508019"/>
                </a:lnTo>
                <a:lnTo>
                  <a:pt x="7058431" y="3506419"/>
                </a:lnTo>
                <a:lnTo>
                  <a:pt x="7060768" y="3501707"/>
                </a:lnTo>
                <a:lnTo>
                  <a:pt x="7060946" y="3499281"/>
                </a:lnTo>
                <a:close/>
              </a:path>
              <a:path w="9475470" h="4709795">
                <a:moveTo>
                  <a:pt x="7085876" y="1196327"/>
                </a:moveTo>
                <a:lnTo>
                  <a:pt x="7085711" y="1193901"/>
                </a:lnTo>
                <a:lnTo>
                  <a:pt x="7083374" y="1189189"/>
                </a:lnTo>
                <a:lnTo>
                  <a:pt x="7081545" y="1187589"/>
                </a:lnTo>
                <a:lnTo>
                  <a:pt x="7076567" y="1185900"/>
                </a:lnTo>
                <a:lnTo>
                  <a:pt x="7074141" y="1186065"/>
                </a:lnTo>
                <a:lnTo>
                  <a:pt x="7069417" y="1188402"/>
                </a:lnTo>
                <a:lnTo>
                  <a:pt x="7067817" y="1190244"/>
                </a:lnTo>
                <a:lnTo>
                  <a:pt x="7066140" y="1195222"/>
                </a:lnTo>
                <a:lnTo>
                  <a:pt x="7066305" y="1197648"/>
                </a:lnTo>
                <a:lnTo>
                  <a:pt x="7068642" y="1202359"/>
                </a:lnTo>
                <a:lnTo>
                  <a:pt x="7070471" y="1203960"/>
                </a:lnTo>
                <a:lnTo>
                  <a:pt x="7075462" y="1205636"/>
                </a:lnTo>
                <a:lnTo>
                  <a:pt x="7077888" y="1205471"/>
                </a:lnTo>
                <a:lnTo>
                  <a:pt x="7082599" y="1203134"/>
                </a:lnTo>
                <a:lnTo>
                  <a:pt x="7084200" y="1201305"/>
                </a:lnTo>
                <a:lnTo>
                  <a:pt x="7085876" y="1196327"/>
                </a:lnTo>
                <a:close/>
              </a:path>
              <a:path w="9475470" h="4709795">
                <a:moveTo>
                  <a:pt x="7095071" y="3516223"/>
                </a:moveTo>
                <a:lnTo>
                  <a:pt x="7093394" y="3511232"/>
                </a:lnTo>
                <a:lnTo>
                  <a:pt x="7091794" y="3509403"/>
                </a:lnTo>
                <a:lnTo>
                  <a:pt x="7087082" y="3507067"/>
                </a:lnTo>
                <a:lnTo>
                  <a:pt x="7084657" y="3506901"/>
                </a:lnTo>
                <a:lnTo>
                  <a:pt x="7079666" y="3508578"/>
                </a:lnTo>
                <a:lnTo>
                  <a:pt x="7077837" y="3510178"/>
                </a:lnTo>
                <a:lnTo>
                  <a:pt x="7075500" y="3514890"/>
                </a:lnTo>
                <a:lnTo>
                  <a:pt x="7075335" y="3517315"/>
                </a:lnTo>
                <a:lnTo>
                  <a:pt x="7077011" y="3522294"/>
                </a:lnTo>
                <a:lnTo>
                  <a:pt x="7078612" y="3524123"/>
                </a:lnTo>
                <a:lnTo>
                  <a:pt x="7083323" y="3526472"/>
                </a:lnTo>
                <a:lnTo>
                  <a:pt x="7085749" y="3526637"/>
                </a:lnTo>
                <a:lnTo>
                  <a:pt x="7090727" y="3524961"/>
                </a:lnTo>
                <a:lnTo>
                  <a:pt x="7092569" y="3523361"/>
                </a:lnTo>
                <a:lnTo>
                  <a:pt x="7094906" y="3518649"/>
                </a:lnTo>
                <a:lnTo>
                  <a:pt x="7095071" y="3516223"/>
                </a:lnTo>
                <a:close/>
              </a:path>
              <a:path w="9475470" h="4709795">
                <a:moveTo>
                  <a:pt x="7120014" y="1179398"/>
                </a:moveTo>
                <a:lnTo>
                  <a:pt x="7119848" y="1176972"/>
                </a:lnTo>
                <a:lnTo>
                  <a:pt x="7117512" y="1172260"/>
                </a:lnTo>
                <a:lnTo>
                  <a:pt x="7115683" y="1170660"/>
                </a:lnTo>
                <a:lnTo>
                  <a:pt x="7110692" y="1168984"/>
                </a:lnTo>
                <a:lnTo>
                  <a:pt x="7108266" y="1169149"/>
                </a:lnTo>
                <a:lnTo>
                  <a:pt x="7103554" y="1171486"/>
                </a:lnTo>
                <a:lnTo>
                  <a:pt x="7101954" y="1173314"/>
                </a:lnTo>
                <a:lnTo>
                  <a:pt x="7100278" y="1178293"/>
                </a:lnTo>
                <a:lnTo>
                  <a:pt x="7100443" y="1180719"/>
                </a:lnTo>
                <a:lnTo>
                  <a:pt x="7102780" y="1185430"/>
                </a:lnTo>
                <a:lnTo>
                  <a:pt x="7104608" y="1187030"/>
                </a:lnTo>
                <a:lnTo>
                  <a:pt x="7109600" y="1188707"/>
                </a:lnTo>
                <a:lnTo>
                  <a:pt x="7112025" y="1188554"/>
                </a:lnTo>
                <a:lnTo>
                  <a:pt x="7116737" y="1186205"/>
                </a:lnTo>
                <a:lnTo>
                  <a:pt x="7118337" y="1184376"/>
                </a:lnTo>
                <a:lnTo>
                  <a:pt x="7120014" y="1179398"/>
                </a:lnTo>
                <a:close/>
              </a:path>
              <a:path w="9475470" h="4709795">
                <a:moveTo>
                  <a:pt x="7129196" y="3533165"/>
                </a:moveTo>
                <a:lnTo>
                  <a:pt x="7127519" y="3528174"/>
                </a:lnTo>
                <a:lnTo>
                  <a:pt x="7125919" y="3526345"/>
                </a:lnTo>
                <a:lnTo>
                  <a:pt x="7121207" y="3524008"/>
                </a:lnTo>
                <a:lnTo>
                  <a:pt x="7118782" y="3523843"/>
                </a:lnTo>
                <a:lnTo>
                  <a:pt x="7113803" y="3525520"/>
                </a:lnTo>
                <a:lnTo>
                  <a:pt x="7111962" y="3527120"/>
                </a:lnTo>
                <a:lnTo>
                  <a:pt x="7109625" y="3531832"/>
                </a:lnTo>
                <a:lnTo>
                  <a:pt x="7109460" y="3534257"/>
                </a:lnTo>
                <a:lnTo>
                  <a:pt x="7111136" y="3539236"/>
                </a:lnTo>
                <a:lnTo>
                  <a:pt x="7112736" y="3541064"/>
                </a:lnTo>
                <a:lnTo>
                  <a:pt x="7117448" y="3543414"/>
                </a:lnTo>
                <a:lnTo>
                  <a:pt x="7119874" y="3543579"/>
                </a:lnTo>
                <a:lnTo>
                  <a:pt x="7124865" y="3541890"/>
                </a:lnTo>
                <a:lnTo>
                  <a:pt x="7126694" y="3540302"/>
                </a:lnTo>
                <a:lnTo>
                  <a:pt x="7129031" y="3535591"/>
                </a:lnTo>
                <a:lnTo>
                  <a:pt x="7129196" y="3533165"/>
                </a:lnTo>
                <a:close/>
              </a:path>
              <a:path w="9475470" h="4709795">
                <a:moveTo>
                  <a:pt x="7154151" y="1162469"/>
                </a:moveTo>
                <a:lnTo>
                  <a:pt x="7153986" y="1160043"/>
                </a:lnTo>
                <a:lnTo>
                  <a:pt x="7151649" y="1155331"/>
                </a:lnTo>
                <a:lnTo>
                  <a:pt x="7149820" y="1153731"/>
                </a:lnTo>
                <a:lnTo>
                  <a:pt x="7144829" y="1152055"/>
                </a:lnTo>
                <a:lnTo>
                  <a:pt x="7142404" y="1152220"/>
                </a:lnTo>
                <a:lnTo>
                  <a:pt x="7137692" y="1154557"/>
                </a:lnTo>
                <a:lnTo>
                  <a:pt x="7136092" y="1156385"/>
                </a:lnTo>
                <a:lnTo>
                  <a:pt x="7134415" y="1161376"/>
                </a:lnTo>
                <a:lnTo>
                  <a:pt x="7134580" y="1163789"/>
                </a:lnTo>
                <a:lnTo>
                  <a:pt x="7136917" y="1168514"/>
                </a:lnTo>
                <a:lnTo>
                  <a:pt x="7138746" y="1170101"/>
                </a:lnTo>
                <a:lnTo>
                  <a:pt x="7143737" y="1171790"/>
                </a:lnTo>
                <a:lnTo>
                  <a:pt x="7146150" y="1171625"/>
                </a:lnTo>
                <a:lnTo>
                  <a:pt x="7150875" y="1169289"/>
                </a:lnTo>
                <a:lnTo>
                  <a:pt x="7152475" y="1167460"/>
                </a:lnTo>
                <a:lnTo>
                  <a:pt x="7154151" y="1162469"/>
                </a:lnTo>
                <a:close/>
              </a:path>
              <a:path w="9475470" h="4709795">
                <a:moveTo>
                  <a:pt x="7163321" y="3550107"/>
                </a:moveTo>
                <a:lnTo>
                  <a:pt x="7161644" y="3545116"/>
                </a:lnTo>
                <a:lnTo>
                  <a:pt x="7160044" y="3543287"/>
                </a:lnTo>
                <a:lnTo>
                  <a:pt x="7155332" y="3540950"/>
                </a:lnTo>
                <a:lnTo>
                  <a:pt x="7152907" y="3540785"/>
                </a:lnTo>
                <a:lnTo>
                  <a:pt x="7147928" y="3542461"/>
                </a:lnTo>
                <a:lnTo>
                  <a:pt x="7146099" y="3544062"/>
                </a:lnTo>
                <a:lnTo>
                  <a:pt x="7143750" y="3548773"/>
                </a:lnTo>
                <a:lnTo>
                  <a:pt x="7143585" y="3551199"/>
                </a:lnTo>
                <a:lnTo>
                  <a:pt x="7145274" y="3556177"/>
                </a:lnTo>
                <a:lnTo>
                  <a:pt x="7146861" y="3558006"/>
                </a:lnTo>
                <a:lnTo>
                  <a:pt x="7151573" y="3560356"/>
                </a:lnTo>
                <a:lnTo>
                  <a:pt x="7153999" y="3560521"/>
                </a:lnTo>
                <a:lnTo>
                  <a:pt x="7158990" y="3558832"/>
                </a:lnTo>
                <a:lnTo>
                  <a:pt x="7160819" y="3557244"/>
                </a:lnTo>
                <a:lnTo>
                  <a:pt x="7163155" y="3552533"/>
                </a:lnTo>
                <a:lnTo>
                  <a:pt x="7163321" y="3550107"/>
                </a:lnTo>
                <a:close/>
              </a:path>
              <a:path w="9475470" h="4709795">
                <a:moveTo>
                  <a:pt x="7188289" y="1145540"/>
                </a:moveTo>
                <a:lnTo>
                  <a:pt x="7188124" y="1143114"/>
                </a:lnTo>
                <a:lnTo>
                  <a:pt x="7185787" y="1138402"/>
                </a:lnTo>
                <a:lnTo>
                  <a:pt x="7183958" y="1136802"/>
                </a:lnTo>
                <a:lnTo>
                  <a:pt x="7178967" y="1135126"/>
                </a:lnTo>
                <a:lnTo>
                  <a:pt x="7176541" y="1135291"/>
                </a:lnTo>
                <a:lnTo>
                  <a:pt x="7171830" y="1137627"/>
                </a:lnTo>
                <a:lnTo>
                  <a:pt x="7170229" y="1139456"/>
                </a:lnTo>
                <a:lnTo>
                  <a:pt x="7168553" y="1144447"/>
                </a:lnTo>
                <a:lnTo>
                  <a:pt x="7168718" y="1146873"/>
                </a:lnTo>
                <a:lnTo>
                  <a:pt x="7171055" y="1151585"/>
                </a:lnTo>
                <a:lnTo>
                  <a:pt x="7172884" y="1153185"/>
                </a:lnTo>
                <a:lnTo>
                  <a:pt x="7177862" y="1154861"/>
                </a:lnTo>
                <a:lnTo>
                  <a:pt x="7180288" y="1154696"/>
                </a:lnTo>
                <a:lnTo>
                  <a:pt x="7185012" y="1152359"/>
                </a:lnTo>
                <a:lnTo>
                  <a:pt x="7186600" y="1150531"/>
                </a:lnTo>
                <a:lnTo>
                  <a:pt x="7188289" y="1145540"/>
                </a:lnTo>
                <a:close/>
              </a:path>
              <a:path w="9475470" h="4709795">
                <a:moveTo>
                  <a:pt x="7197458" y="3567049"/>
                </a:moveTo>
                <a:lnTo>
                  <a:pt x="7195769" y="3562058"/>
                </a:lnTo>
                <a:lnTo>
                  <a:pt x="7194182" y="3560229"/>
                </a:lnTo>
                <a:lnTo>
                  <a:pt x="7189470" y="3557892"/>
                </a:lnTo>
                <a:lnTo>
                  <a:pt x="7187044" y="3557727"/>
                </a:lnTo>
                <a:lnTo>
                  <a:pt x="7182053" y="3559403"/>
                </a:lnTo>
                <a:lnTo>
                  <a:pt x="7180224" y="3561003"/>
                </a:lnTo>
                <a:lnTo>
                  <a:pt x="7177887" y="3565715"/>
                </a:lnTo>
                <a:lnTo>
                  <a:pt x="7177722" y="3568141"/>
                </a:lnTo>
                <a:lnTo>
                  <a:pt x="7179399" y="3573119"/>
                </a:lnTo>
                <a:lnTo>
                  <a:pt x="7180999" y="3574948"/>
                </a:lnTo>
                <a:lnTo>
                  <a:pt x="7185711" y="3577298"/>
                </a:lnTo>
                <a:lnTo>
                  <a:pt x="7188136" y="3577463"/>
                </a:lnTo>
                <a:lnTo>
                  <a:pt x="7193115" y="3575774"/>
                </a:lnTo>
                <a:lnTo>
                  <a:pt x="7194944" y="3574186"/>
                </a:lnTo>
                <a:lnTo>
                  <a:pt x="7197293" y="3569474"/>
                </a:lnTo>
                <a:lnTo>
                  <a:pt x="7197458" y="3567049"/>
                </a:lnTo>
                <a:close/>
              </a:path>
              <a:path w="9475470" h="4709795">
                <a:moveTo>
                  <a:pt x="7222426" y="1128623"/>
                </a:moveTo>
                <a:lnTo>
                  <a:pt x="7222261" y="1126197"/>
                </a:lnTo>
                <a:lnTo>
                  <a:pt x="7219924" y="1121486"/>
                </a:lnTo>
                <a:lnTo>
                  <a:pt x="7218083" y="1119886"/>
                </a:lnTo>
                <a:lnTo>
                  <a:pt x="7213105" y="1118196"/>
                </a:lnTo>
                <a:lnTo>
                  <a:pt x="7210679" y="1118362"/>
                </a:lnTo>
                <a:lnTo>
                  <a:pt x="7205967" y="1120698"/>
                </a:lnTo>
                <a:lnTo>
                  <a:pt x="7204367" y="1122540"/>
                </a:lnTo>
                <a:lnTo>
                  <a:pt x="7202691" y="1127518"/>
                </a:lnTo>
                <a:lnTo>
                  <a:pt x="7202856" y="1129944"/>
                </a:lnTo>
                <a:lnTo>
                  <a:pt x="7205192" y="1134656"/>
                </a:lnTo>
                <a:lnTo>
                  <a:pt x="7207021" y="1136256"/>
                </a:lnTo>
                <a:lnTo>
                  <a:pt x="7212000" y="1137932"/>
                </a:lnTo>
                <a:lnTo>
                  <a:pt x="7214425" y="1137767"/>
                </a:lnTo>
                <a:lnTo>
                  <a:pt x="7219137" y="1135430"/>
                </a:lnTo>
                <a:lnTo>
                  <a:pt x="7220737" y="1133602"/>
                </a:lnTo>
                <a:lnTo>
                  <a:pt x="7222426" y="1128623"/>
                </a:lnTo>
                <a:close/>
              </a:path>
              <a:path w="9475470" h="4709795">
                <a:moveTo>
                  <a:pt x="7231583" y="3583990"/>
                </a:moveTo>
                <a:lnTo>
                  <a:pt x="7229907" y="3578999"/>
                </a:lnTo>
                <a:lnTo>
                  <a:pt x="7228306" y="3577171"/>
                </a:lnTo>
                <a:lnTo>
                  <a:pt x="7223595" y="3574834"/>
                </a:lnTo>
                <a:lnTo>
                  <a:pt x="7221169" y="3574669"/>
                </a:lnTo>
                <a:lnTo>
                  <a:pt x="7216178" y="3576345"/>
                </a:lnTo>
                <a:lnTo>
                  <a:pt x="7214349" y="3577945"/>
                </a:lnTo>
                <a:lnTo>
                  <a:pt x="7212012" y="3582657"/>
                </a:lnTo>
                <a:lnTo>
                  <a:pt x="7211847" y="3585070"/>
                </a:lnTo>
                <a:lnTo>
                  <a:pt x="7213524" y="3590061"/>
                </a:lnTo>
                <a:lnTo>
                  <a:pt x="7215124" y="3591890"/>
                </a:lnTo>
                <a:lnTo>
                  <a:pt x="7219836" y="3594239"/>
                </a:lnTo>
                <a:lnTo>
                  <a:pt x="7222261" y="3594404"/>
                </a:lnTo>
                <a:lnTo>
                  <a:pt x="7227240" y="3592715"/>
                </a:lnTo>
                <a:lnTo>
                  <a:pt x="7229081" y="3591128"/>
                </a:lnTo>
                <a:lnTo>
                  <a:pt x="7231418" y="3586416"/>
                </a:lnTo>
                <a:lnTo>
                  <a:pt x="7231583" y="3583990"/>
                </a:lnTo>
                <a:close/>
              </a:path>
              <a:path w="9475470" h="4709795">
                <a:moveTo>
                  <a:pt x="7256551" y="1111694"/>
                </a:moveTo>
                <a:lnTo>
                  <a:pt x="7256399" y="1109268"/>
                </a:lnTo>
                <a:lnTo>
                  <a:pt x="7254049" y="1104557"/>
                </a:lnTo>
                <a:lnTo>
                  <a:pt x="7252221" y="1102956"/>
                </a:lnTo>
                <a:lnTo>
                  <a:pt x="7247242" y="1101280"/>
                </a:lnTo>
                <a:lnTo>
                  <a:pt x="7244816" y="1101445"/>
                </a:lnTo>
                <a:lnTo>
                  <a:pt x="7240105" y="1103782"/>
                </a:lnTo>
                <a:lnTo>
                  <a:pt x="7238505" y="1105611"/>
                </a:lnTo>
                <a:lnTo>
                  <a:pt x="7236828" y="1110589"/>
                </a:lnTo>
                <a:lnTo>
                  <a:pt x="7236981" y="1113015"/>
                </a:lnTo>
                <a:lnTo>
                  <a:pt x="7239317" y="1117727"/>
                </a:lnTo>
                <a:lnTo>
                  <a:pt x="7241159" y="1119327"/>
                </a:lnTo>
                <a:lnTo>
                  <a:pt x="7246137" y="1121003"/>
                </a:lnTo>
                <a:lnTo>
                  <a:pt x="7248563" y="1120851"/>
                </a:lnTo>
                <a:lnTo>
                  <a:pt x="7253275" y="1118501"/>
                </a:lnTo>
                <a:lnTo>
                  <a:pt x="7254875" y="1116672"/>
                </a:lnTo>
                <a:lnTo>
                  <a:pt x="7256551" y="1111694"/>
                </a:lnTo>
                <a:close/>
              </a:path>
              <a:path w="9475470" h="4709795">
                <a:moveTo>
                  <a:pt x="7265708" y="3600932"/>
                </a:moveTo>
                <a:lnTo>
                  <a:pt x="7264032" y="3595941"/>
                </a:lnTo>
                <a:lnTo>
                  <a:pt x="7262431" y="3594112"/>
                </a:lnTo>
                <a:lnTo>
                  <a:pt x="7257720" y="3591776"/>
                </a:lnTo>
                <a:lnTo>
                  <a:pt x="7255294" y="3591610"/>
                </a:lnTo>
                <a:lnTo>
                  <a:pt x="7250316" y="3593287"/>
                </a:lnTo>
                <a:lnTo>
                  <a:pt x="7248474" y="3594887"/>
                </a:lnTo>
                <a:lnTo>
                  <a:pt x="7246137" y="3599599"/>
                </a:lnTo>
                <a:lnTo>
                  <a:pt x="7245972" y="3602012"/>
                </a:lnTo>
                <a:lnTo>
                  <a:pt x="7247649" y="3607003"/>
                </a:lnTo>
                <a:lnTo>
                  <a:pt x="7249249" y="3608832"/>
                </a:lnTo>
                <a:lnTo>
                  <a:pt x="7253960" y="3611181"/>
                </a:lnTo>
                <a:lnTo>
                  <a:pt x="7256386" y="3611346"/>
                </a:lnTo>
                <a:lnTo>
                  <a:pt x="7261377" y="3609657"/>
                </a:lnTo>
                <a:lnTo>
                  <a:pt x="7263206" y="3608070"/>
                </a:lnTo>
                <a:lnTo>
                  <a:pt x="7265543" y="3603358"/>
                </a:lnTo>
                <a:lnTo>
                  <a:pt x="7265708" y="3600932"/>
                </a:lnTo>
                <a:close/>
              </a:path>
              <a:path w="9475470" h="4709795">
                <a:moveTo>
                  <a:pt x="7290689" y="1094765"/>
                </a:moveTo>
                <a:lnTo>
                  <a:pt x="7290524" y="1092339"/>
                </a:lnTo>
                <a:lnTo>
                  <a:pt x="7288187" y="1087628"/>
                </a:lnTo>
                <a:lnTo>
                  <a:pt x="7286358" y="1086027"/>
                </a:lnTo>
                <a:lnTo>
                  <a:pt x="7281380" y="1084351"/>
                </a:lnTo>
                <a:lnTo>
                  <a:pt x="7278954" y="1084516"/>
                </a:lnTo>
                <a:lnTo>
                  <a:pt x="7274242" y="1086853"/>
                </a:lnTo>
                <a:lnTo>
                  <a:pt x="7272642" y="1088682"/>
                </a:lnTo>
                <a:lnTo>
                  <a:pt x="7270953" y="1093673"/>
                </a:lnTo>
                <a:lnTo>
                  <a:pt x="7271118" y="1096086"/>
                </a:lnTo>
                <a:lnTo>
                  <a:pt x="7273455" y="1100810"/>
                </a:lnTo>
                <a:lnTo>
                  <a:pt x="7275284" y="1102398"/>
                </a:lnTo>
                <a:lnTo>
                  <a:pt x="7280275" y="1104087"/>
                </a:lnTo>
                <a:lnTo>
                  <a:pt x="7282701" y="1103922"/>
                </a:lnTo>
                <a:lnTo>
                  <a:pt x="7287412" y="1101585"/>
                </a:lnTo>
                <a:lnTo>
                  <a:pt x="7289012" y="1099756"/>
                </a:lnTo>
                <a:lnTo>
                  <a:pt x="7290689" y="1094765"/>
                </a:lnTo>
                <a:close/>
              </a:path>
              <a:path w="9475470" h="4709795">
                <a:moveTo>
                  <a:pt x="7299833" y="3617874"/>
                </a:moveTo>
                <a:lnTo>
                  <a:pt x="7298156" y="3612883"/>
                </a:lnTo>
                <a:lnTo>
                  <a:pt x="7296556" y="3611054"/>
                </a:lnTo>
                <a:lnTo>
                  <a:pt x="7291845" y="3608717"/>
                </a:lnTo>
                <a:lnTo>
                  <a:pt x="7289419" y="3608552"/>
                </a:lnTo>
                <a:lnTo>
                  <a:pt x="7284440" y="3610229"/>
                </a:lnTo>
                <a:lnTo>
                  <a:pt x="7282612" y="3611829"/>
                </a:lnTo>
                <a:lnTo>
                  <a:pt x="7280275" y="3616541"/>
                </a:lnTo>
                <a:lnTo>
                  <a:pt x="7280110" y="3618954"/>
                </a:lnTo>
                <a:lnTo>
                  <a:pt x="7281786" y="3623945"/>
                </a:lnTo>
                <a:lnTo>
                  <a:pt x="7283374" y="3625773"/>
                </a:lnTo>
                <a:lnTo>
                  <a:pt x="7288098" y="3628110"/>
                </a:lnTo>
                <a:lnTo>
                  <a:pt x="7290511" y="3628275"/>
                </a:lnTo>
                <a:lnTo>
                  <a:pt x="7295502" y="3626599"/>
                </a:lnTo>
                <a:lnTo>
                  <a:pt x="7297331" y="3625011"/>
                </a:lnTo>
                <a:lnTo>
                  <a:pt x="7299668" y="3620300"/>
                </a:lnTo>
                <a:lnTo>
                  <a:pt x="7299833" y="3617874"/>
                </a:lnTo>
                <a:close/>
              </a:path>
              <a:path w="9475470" h="4709795">
                <a:moveTo>
                  <a:pt x="7324826" y="1077836"/>
                </a:moveTo>
                <a:lnTo>
                  <a:pt x="7324661" y="1075410"/>
                </a:lnTo>
                <a:lnTo>
                  <a:pt x="7322325" y="1070698"/>
                </a:lnTo>
                <a:lnTo>
                  <a:pt x="7320496" y="1069098"/>
                </a:lnTo>
                <a:lnTo>
                  <a:pt x="7315517" y="1067422"/>
                </a:lnTo>
                <a:lnTo>
                  <a:pt x="7313092" y="1067587"/>
                </a:lnTo>
                <a:lnTo>
                  <a:pt x="7308367" y="1069924"/>
                </a:lnTo>
                <a:lnTo>
                  <a:pt x="7306780" y="1071753"/>
                </a:lnTo>
                <a:lnTo>
                  <a:pt x="7305091" y="1076744"/>
                </a:lnTo>
                <a:lnTo>
                  <a:pt x="7305256" y="1079169"/>
                </a:lnTo>
                <a:lnTo>
                  <a:pt x="7307593" y="1083881"/>
                </a:lnTo>
                <a:lnTo>
                  <a:pt x="7309421" y="1085481"/>
                </a:lnTo>
                <a:lnTo>
                  <a:pt x="7314412" y="1087158"/>
                </a:lnTo>
                <a:lnTo>
                  <a:pt x="7316838" y="1086993"/>
                </a:lnTo>
                <a:lnTo>
                  <a:pt x="7321550" y="1084656"/>
                </a:lnTo>
                <a:lnTo>
                  <a:pt x="7323150" y="1082827"/>
                </a:lnTo>
                <a:lnTo>
                  <a:pt x="7324826" y="1077836"/>
                </a:lnTo>
                <a:close/>
              </a:path>
              <a:path w="9475470" h="4709795">
                <a:moveTo>
                  <a:pt x="7333970" y="3634816"/>
                </a:moveTo>
                <a:lnTo>
                  <a:pt x="7332294" y="3629825"/>
                </a:lnTo>
                <a:lnTo>
                  <a:pt x="7330694" y="3627996"/>
                </a:lnTo>
                <a:lnTo>
                  <a:pt x="7325982" y="3625659"/>
                </a:lnTo>
                <a:lnTo>
                  <a:pt x="7323556" y="3625494"/>
                </a:lnTo>
                <a:lnTo>
                  <a:pt x="7318565" y="3627170"/>
                </a:lnTo>
                <a:lnTo>
                  <a:pt x="7316737" y="3628771"/>
                </a:lnTo>
                <a:lnTo>
                  <a:pt x="7314400" y="3633482"/>
                </a:lnTo>
                <a:lnTo>
                  <a:pt x="7314235" y="3635895"/>
                </a:lnTo>
                <a:lnTo>
                  <a:pt x="7315911" y="3640886"/>
                </a:lnTo>
                <a:lnTo>
                  <a:pt x="7317511" y="3642715"/>
                </a:lnTo>
                <a:lnTo>
                  <a:pt x="7322223" y="3645052"/>
                </a:lnTo>
                <a:lnTo>
                  <a:pt x="7324649" y="3645217"/>
                </a:lnTo>
                <a:lnTo>
                  <a:pt x="7329627" y="3643541"/>
                </a:lnTo>
                <a:lnTo>
                  <a:pt x="7331456" y="3641953"/>
                </a:lnTo>
                <a:lnTo>
                  <a:pt x="7333805" y="3637242"/>
                </a:lnTo>
                <a:lnTo>
                  <a:pt x="7333970" y="3634816"/>
                </a:lnTo>
                <a:close/>
              </a:path>
              <a:path w="9475470" h="4709795">
                <a:moveTo>
                  <a:pt x="7358964" y="1060907"/>
                </a:moveTo>
                <a:lnTo>
                  <a:pt x="7358799" y="1058494"/>
                </a:lnTo>
                <a:lnTo>
                  <a:pt x="7356462" y="1053769"/>
                </a:lnTo>
                <a:lnTo>
                  <a:pt x="7354633" y="1052182"/>
                </a:lnTo>
                <a:lnTo>
                  <a:pt x="7349642" y="1050493"/>
                </a:lnTo>
                <a:lnTo>
                  <a:pt x="7347229" y="1050658"/>
                </a:lnTo>
                <a:lnTo>
                  <a:pt x="7342505" y="1052995"/>
                </a:lnTo>
                <a:lnTo>
                  <a:pt x="7340905" y="1054823"/>
                </a:lnTo>
                <a:lnTo>
                  <a:pt x="7339228" y="1059815"/>
                </a:lnTo>
                <a:lnTo>
                  <a:pt x="7339393" y="1062240"/>
                </a:lnTo>
                <a:lnTo>
                  <a:pt x="7341730" y="1066952"/>
                </a:lnTo>
                <a:lnTo>
                  <a:pt x="7343559" y="1068552"/>
                </a:lnTo>
                <a:lnTo>
                  <a:pt x="7348550" y="1070229"/>
                </a:lnTo>
                <a:lnTo>
                  <a:pt x="7350976" y="1070063"/>
                </a:lnTo>
                <a:lnTo>
                  <a:pt x="7355687" y="1067727"/>
                </a:lnTo>
                <a:lnTo>
                  <a:pt x="7357288" y="1065898"/>
                </a:lnTo>
                <a:lnTo>
                  <a:pt x="7358964" y="1060907"/>
                </a:lnTo>
                <a:close/>
              </a:path>
              <a:path w="9475470" h="4709795">
                <a:moveTo>
                  <a:pt x="7368095" y="3651758"/>
                </a:moveTo>
                <a:lnTo>
                  <a:pt x="7366419" y="3646767"/>
                </a:lnTo>
                <a:lnTo>
                  <a:pt x="7364819" y="3644938"/>
                </a:lnTo>
                <a:lnTo>
                  <a:pt x="7360107" y="3642601"/>
                </a:lnTo>
                <a:lnTo>
                  <a:pt x="7357681" y="3642436"/>
                </a:lnTo>
                <a:lnTo>
                  <a:pt x="7352690" y="3644112"/>
                </a:lnTo>
                <a:lnTo>
                  <a:pt x="7350861" y="3645712"/>
                </a:lnTo>
                <a:lnTo>
                  <a:pt x="7348525" y="3650424"/>
                </a:lnTo>
                <a:lnTo>
                  <a:pt x="7348360" y="3652837"/>
                </a:lnTo>
                <a:lnTo>
                  <a:pt x="7350036" y="3657828"/>
                </a:lnTo>
                <a:lnTo>
                  <a:pt x="7351636" y="3659657"/>
                </a:lnTo>
                <a:lnTo>
                  <a:pt x="7356348" y="3661994"/>
                </a:lnTo>
                <a:lnTo>
                  <a:pt x="7358774" y="3662159"/>
                </a:lnTo>
                <a:lnTo>
                  <a:pt x="7363765" y="3660483"/>
                </a:lnTo>
                <a:lnTo>
                  <a:pt x="7365593" y="3658895"/>
                </a:lnTo>
                <a:lnTo>
                  <a:pt x="7367930" y="3654183"/>
                </a:lnTo>
                <a:lnTo>
                  <a:pt x="7368095" y="3651758"/>
                </a:lnTo>
                <a:close/>
              </a:path>
              <a:path w="9475470" h="4709795">
                <a:moveTo>
                  <a:pt x="7393102" y="1043990"/>
                </a:moveTo>
                <a:lnTo>
                  <a:pt x="7392937" y="1041565"/>
                </a:lnTo>
                <a:lnTo>
                  <a:pt x="7390600" y="1036853"/>
                </a:lnTo>
                <a:lnTo>
                  <a:pt x="7388771" y="1035253"/>
                </a:lnTo>
                <a:lnTo>
                  <a:pt x="7383780" y="1033576"/>
                </a:lnTo>
                <a:lnTo>
                  <a:pt x="7381354" y="1033741"/>
                </a:lnTo>
                <a:lnTo>
                  <a:pt x="7376642" y="1036078"/>
                </a:lnTo>
                <a:lnTo>
                  <a:pt x="7375042" y="1037907"/>
                </a:lnTo>
                <a:lnTo>
                  <a:pt x="7373366" y="1042885"/>
                </a:lnTo>
                <a:lnTo>
                  <a:pt x="7373531" y="1045311"/>
                </a:lnTo>
                <a:lnTo>
                  <a:pt x="7375868" y="1050023"/>
                </a:lnTo>
                <a:lnTo>
                  <a:pt x="7377697" y="1051623"/>
                </a:lnTo>
                <a:lnTo>
                  <a:pt x="7382688" y="1053299"/>
                </a:lnTo>
                <a:lnTo>
                  <a:pt x="7385113" y="1053134"/>
                </a:lnTo>
                <a:lnTo>
                  <a:pt x="7389825" y="1050798"/>
                </a:lnTo>
                <a:lnTo>
                  <a:pt x="7391425" y="1048969"/>
                </a:lnTo>
                <a:lnTo>
                  <a:pt x="7393102" y="1043990"/>
                </a:lnTo>
                <a:close/>
              </a:path>
              <a:path w="9475470" h="4709795">
                <a:moveTo>
                  <a:pt x="7402220" y="3668699"/>
                </a:moveTo>
                <a:lnTo>
                  <a:pt x="7400544" y="3663708"/>
                </a:lnTo>
                <a:lnTo>
                  <a:pt x="7398944" y="3661880"/>
                </a:lnTo>
                <a:lnTo>
                  <a:pt x="7394232" y="3659543"/>
                </a:lnTo>
                <a:lnTo>
                  <a:pt x="7391806" y="3659378"/>
                </a:lnTo>
                <a:lnTo>
                  <a:pt x="7386828" y="3661054"/>
                </a:lnTo>
                <a:lnTo>
                  <a:pt x="7384986" y="3662642"/>
                </a:lnTo>
                <a:lnTo>
                  <a:pt x="7382650" y="3667366"/>
                </a:lnTo>
                <a:lnTo>
                  <a:pt x="7382484" y="3669779"/>
                </a:lnTo>
                <a:lnTo>
                  <a:pt x="7384161" y="3674770"/>
                </a:lnTo>
                <a:lnTo>
                  <a:pt x="7385761" y="3676599"/>
                </a:lnTo>
                <a:lnTo>
                  <a:pt x="7390473" y="3678936"/>
                </a:lnTo>
                <a:lnTo>
                  <a:pt x="7392898" y="3679101"/>
                </a:lnTo>
                <a:lnTo>
                  <a:pt x="7397890" y="3677424"/>
                </a:lnTo>
                <a:lnTo>
                  <a:pt x="7399718" y="3675837"/>
                </a:lnTo>
                <a:lnTo>
                  <a:pt x="7402055" y="3671125"/>
                </a:lnTo>
                <a:lnTo>
                  <a:pt x="7402220" y="3668699"/>
                </a:lnTo>
                <a:close/>
              </a:path>
              <a:path w="9475470" h="4709795">
                <a:moveTo>
                  <a:pt x="7427239" y="1027061"/>
                </a:moveTo>
                <a:lnTo>
                  <a:pt x="7427074" y="1024636"/>
                </a:lnTo>
                <a:lnTo>
                  <a:pt x="7424737" y="1019924"/>
                </a:lnTo>
                <a:lnTo>
                  <a:pt x="7422909" y="1018324"/>
                </a:lnTo>
                <a:lnTo>
                  <a:pt x="7417917" y="1016647"/>
                </a:lnTo>
                <a:lnTo>
                  <a:pt x="7415492" y="1016812"/>
                </a:lnTo>
                <a:lnTo>
                  <a:pt x="7410780" y="1019149"/>
                </a:lnTo>
                <a:lnTo>
                  <a:pt x="7409180" y="1020978"/>
                </a:lnTo>
                <a:lnTo>
                  <a:pt x="7407503" y="1025956"/>
                </a:lnTo>
                <a:lnTo>
                  <a:pt x="7407669" y="1028382"/>
                </a:lnTo>
                <a:lnTo>
                  <a:pt x="7410005" y="1033094"/>
                </a:lnTo>
                <a:lnTo>
                  <a:pt x="7411834" y="1034694"/>
                </a:lnTo>
                <a:lnTo>
                  <a:pt x="7416825" y="1036383"/>
                </a:lnTo>
                <a:lnTo>
                  <a:pt x="7419238" y="1036218"/>
                </a:lnTo>
                <a:lnTo>
                  <a:pt x="7423963" y="1033881"/>
                </a:lnTo>
                <a:lnTo>
                  <a:pt x="7425563" y="1032040"/>
                </a:lnTo>
                <a:lnTo>
                  <a:pt x="7427239" y="1027061"/>
                </a:lnTo>
                <a:close/>
              </a:path>
              <a:path w="9475470" h="4709795">
                <a:moveTo>
                  <a:pt x="7436345" y="3685641"/>
                </a:moveTo>
                <a:lnTo>
                  <a:pt x="7434669" y="3680650"/>
                </a:lnTo>
                <a:lnTo>
                  <a:pt x="7433081" y="3678821"/>
                </a:lnTo>
                <a:lnTo>
                  <a:pt x="7428357" y="3676485"/>
                </a:lnTo>
                <a:lnTo>
                  <a:pt x="7425931" y="3676319"/>
                </a:lnTo>
                <a:lnTo>
                  <a:pt x="7420953" y="3677996"/>
                </a:lnTo>
                <a:lnTo>
                  <a:pt x="7419124" y="3679583"/>
                </a:lnTo>
                <a:lnTo>
                  <a:pt x="7416787" y="3684295"/>
                </a:lnTo>
                <a:lnTo>
                  <a:pt x="7416622" y="3686721"/>
                </a:lnTo>
                <a:lnTo>
                  <a:pt x="7418298" y="3691712"/>
                </a:lnTo>
                <a:lnTo>
                  <a:pt x="7419886" y="3693541"/>
                </a:lnTo>
                <a:lnTo>
                  <a:pt x="7424610" y="3695877"/>
                </a:lnTo>
                <a:lnTo>
                  <a:pt x="7427036" y="3696043"/>
                </a:lnTo>
                <a:lnTo>
                  <a:pt x="7432014" y="3694366"/>
                </a:lnTo>
                <a:lnTo>
                  <a:pt x="7433843" y="3692779"/>
                </a:lnTo>
                <a:lnTo>
                  <a:pt x="7436180" y="3688054"/>
                </a:lnTo>
                <a:lnTo>
                  <a:pt x="7436345" y="3685641"/>
                </a:lnTo>
                <a:close/>
              </a:path>
              <a:path w="9475470" h="4709795">
                <a:moveTo>
                  <a:pt x="7461377" y="1010132"/>
                </a:moveTo>
                <a:lnTo>
                  <a:pt x="7461212" y="1007706"/>
                </a:lnTo>
                <a:lnTo>
                  <a:pt x="7458875" y="1002995"/>
                </a:lnTo>
                <a:lnTo>
                  <a:pt x="7457046" y="1001395"/>
                </a:lnTo>
                <a:lnTo>
                  <a:pt x="7452055" y="999718"/>
                </a:lnTo>
                <a:lnTo>
                  <a:pt x="7449629" y="999883"/>
                </a:lnTo>
                <a:lnTo>
                  <a:pt x="7444918" y="1002220"/>
                </a:lnTo>
                <a:lnTo>
                  <a:pt x="7443317" y="1004049"/>
                </a:lnTo>
                <a:lnTo>
                  <a:pt x="7441641" y="1009040"/>
                </a:lnTo>
                <a:lnTo>
                  <a:pt x="7441806" y="1011466"/>
                </a:lnTo>
                <a:lnTo>
                  <a:pt x="7444143" y="1016177"/>
                </a:lnTo>
                <a:lnTo>
                  <a:pt x="7445972" y="1017778"/>
                </a:lnTo>
                <a:lnTo>
                  <a:pt x="7450950" y="1019454"/>
                </a:lnTo>
                <a:lnTo>
                  <a:pt x="7453376" y="1019289"/>
                </a:lnTo>
                <a:lnTo>
                  <a:pt x="7458100" y="1016952"/>
                </a:lnTo>
                <a:lnTo>
                  <a:pt x="7459688" y="1015123"/>
                </a:lnTo>
                <a:lnTo>
                  <a:pt x="7461377" y="1010132"/>
                </a:lnTo>
                <a:close/>
              </a:path>
              <a:path w="9475470" h="4709795">
                <a:moveTo>
                  <a:pt x="7470483" y="3702583"/>
                </a:moveTo>
                <a:lnTo>
                  <a:pt x="7468806" y="3697592"/>
                </a:lnTo>
                <a:lnTo>
                  <a:pt x="7467206" y="3695763"/>
                </a:lnTo>
                <a:lnTo>
                  <a:pt x="7462494" y="3693426"/>
                </a:lnTo>
                <a:lnTo>
                  <a:pt x="7460069" y="3693261"/>
                </a:lnTo>
                <a:lnTo>
                  <a:pt x="7455078" y="3694938"/>
                </a:lnTo>
                <a:lnTo>
                  <a:pt x="7453249" y="3696525"/>
                </a:lnTo>
                <a:lnTo>
                  <a:pt x="7450912" y="3701237"/>
                </a:lnTo>
                <a:lnTo>
                  <a:pt x="7450747" y="3703663"/>
                </a:lnTo>
                <a:lnTo>
                  <a:pt x="7452423" y="3708654"/>
                </a:lnTo>
                <a:lnTo>
                  <a:pt x="7454024" y="3710482"/>
                </a:lnTo>
                <a:lnTo>
                  <a:pt x="7458735" y="3712819"/>
                </a:lnTo>
                <a:lnTo>
                  <a:pt x="7461161" y="3712984"/>
                </a:lnTo>
                <a:lnTo>
                  <a:pt x="7466139" y="3711308"/>
                </a:lnTo>
                <a:lnTo>
                  <a:pt x="7467981" y="3709720"/>
                </a:lnTo>
                <a:lnTo>
                  <a:pt x="7470318" y="3704996"/>
                </a:lnTo>
                <a:lnTo>
                  <a:pt x="7470483" y="3702583"/>
                </a:lnTo>
                <a:close/>
              </a:path>
              <a:path w="9475470" h="4709795">
                <a:moveTo>
                  <a:pt x="7495514" y="993203"/>
                </a:moveTo>
                <a:lnTo>
                  <a:pt x="7495349" y="990790"/>
                </a:lnTo>
                <a:lnTo>
                  <a:pt x="7493013" y="986066"/>
                </a:lnTo>
                <a:lnTo>
                  <a:pt x="7491171" y="984478"/>
                </a:lnTo>
                <a:lnTo>
                  <a:pt x="7486193" y="982789"/>
                </a:lnTo>
                <a:lnTo>
                  <a:pt x="7483767" y="982954"/>
                </a:lnTo>
                <a:lnTo>
                  <a:pt x="7479055" y="985291"/>
                </a:lnTo>
                <a:lnTo>
                  <a:pt x="7477455" y="987120"/>
                </a:lnTo>
                <a:lnTo>
                  <a:pt x="7475779" y="992111"/>
                </a:lnTo>
                <a:lnTo>
                  <a:pt x="7475944" y="994537"/>
                </a:lnTo>
                <a:lnTo>
                  <a:pt x="7478281" y="999248"/>
                </a:lnTo>
                <a:lnTo>
                  <a:pt x="7480109" y="1000848"/>
                </a:lnTo>
                <a:lnTo>
                  <a:pt x="7485088" y="1002525"/>
                </a:lnTo>
                <a:lnTo>
                  <a:pt x="7487513" y="1002360"/>
                </a:lnTo>
                <a:lnTo>
                  <a:pt x="7492225" y="1000023"/>
                </a:lnTo>
                <a:lnTo>
                  <a:pt x="7493825" y="998194"/>
                </a:lnTo>
                <a:lnTo>
                  <a:pt x="7495514" y="993203"/>
                </a:lnTo>
                <a:close/>
              </a:path>
              <a:path w="9475470" h="4709795">
                <a:moveTo>
                  <a:pt x="7504608" y="3719525"/>
                </a:moveTo>
                <a:lnTo>
                  <a:pt x="7502931" y="3714534"/>
                </a:lnTo>
                <a:lnTo>
                  <a:pt x="7501331" y="3712705"/>
                </a:lnTo>
                <a:lnTo>
                  <a:pt x="7496619" y="3710368"/>
                </a:lnTo>
                <a:lnTo>
                  <a:pt x="7494194" y="3710203"/>
                </a:lnTo>
                <a:lnTo>
                  <a:pt x="7489203" y="3711879"/>
                </a:lnTo>
                <a:lnTo>
                  <a:pt x="7487374" y="3713467"/>
                </a:lnTo>
                <a:lnTo>
                  <a:pt x="7485037" y="3718179"/>
                </a:lnTo>
                <a:lnTo>
                  <a:pt x="7484872" y="3720604"/>
                </a:lnTo>
                <a:lnTo>
                  <a:pt x="7486548" y="3725595"/>
                </a:lnTo>
                <a:lnTo>
                  <a:pt x="7488148" y="3727424"/>
                </a:lnTo>
                <a:lnTo>
                  <a:pt x="7492860" y="3729761"/>
                </a:lnTo>
                <a:lnTo>
                  <a:pt x="7495286" y="3729926"/>
                </a:lnTo>
                <a:lnTo>
                  <a:pt x="7500277" y="3728250"/>
                </a:lnTo>
                <a:lnTo>
                  <a:pt x="7502106" y="3726650"/>
                </a:lnTo>
                <a:lnTo>
                  <a:pt x="7504443" y="3721938"/>
                </a:lnTo>
                <a:lnTo>
                  <a:pt x="7504608" y="3719525"/>
                </a:lnTo>
                <a:close/>
              </a:path>
              <a:path w="9475470" h="4709795">
                <a:moveTo>
                  <a:pt x="7529639" y="976287"/>
                </a:moveTo>
                <a:lnTo>
                  <a:pt x="7529474" y="973861"/>
                </a:lnTo>
                <a:lnTo>
                  <a:pt x="7527137" y="969149"/>
                </a:lnTo>
                <a:lnTo>
                  <a:pt x="7525309" y="967549"/>
                </a:lnTo>
                <a:lnTo>
                  <a:pt x="7520330" y="965873"/>
                </a:lnTo>
                <a:lnTo>
                  <a:pt x="7517905" y="966025"/>
                </a:lnTo>
                <a:lnTo>
                  <a:pt x="7513193" y="968375"/>
                </a:lnTo>
                <a:lnTo>
                  <a:pt x="7511593" y="970203"/>
                </a:lnTo>
                <a:lnTo>
                  <a:pt x="7509916" y="975182"/>
                </a:lnTo>
                <a:lnTo>
                  <a:pt x="7510069" y="977607"/>
                </a:lnTo>
                <a:lnTo>
                  <a:pt x="7512405" y="982319"/>
                </a:lnTo>
                <a:lnTo>
                  <a:pt x="7514247" y="983919"/>
                </a:lnTo>
                <a:lnTo>
                  <a:pt x="7519225" y="985596"/>
                </a:lnTo>
                <a:lnTo>
                  <a:pt x="7521651" y="985431"/>
                </a:lnTo>
                <a:lnTo>
                  <a:pt x="7526363" y="983094"/>
                </a:lnTo>
                <a:lnTo>
                  <a:pt x="7527963" y="981265"/>
                </a:lnTo>
                <a:lnTo>
                  <a:pt x="7529639" y="976287"/>
                </a:lnTo>
                <a:close/>
              </a:path>
              <a:path w="9475470" h="4709795">
                <a:moveTo>
                  <a:pt x="7538733" y="3736467"/>
                </a:moveTo>
                <a:lnTo>
                  <a:pt x="7537056" y="3731476"/>
                </a:lnTo>
                <a:lnTo>
                  <a:pt x="7535456" y="3729647"/>
                </a:lnTo>
                <a:lnTo>
                  <a:pt x="7530744" y="3727310"/>
                </a:lnTo>
                <a:lnTo>
                  <a:pt x="7528319" y="3727145"/>
                </a:lnTo>
                <a:lnTo>
                  <a:pt x="7523340" y="3728821"/>
                </a:lnTo>
                <a:lnTo>
                  <a:pt x="7521511" y="3730409"/>
                </a:lnTo>
                <a:lnTo>
                  <a:pt x="7519162" y="3735120"/>
                </a:lnTo>
                <a:lnTo>
                  <a:pt x="7518997" y="3737546"/>
                </a:lnTo>
                <a:lnTo>
                  <a:pt x="7520673" y="3742537"/>
                </a:lnTo>
                <a:lnTo>
                  <a:pt x="7522273" y="3744366"/>
                </a:lnTo>
                <a:lnTo>
                  <a:pt x="7526985" y="3746703"/>
                </a:lnTo>
                <a:lnTo>
                  <a:pt x="7529411" y="3746868"/>
                </a:lnTo>
                <a:lnTo>
                  <a:pt x="7534402" y="3745192"/>
                </a:lnTo>
                <a:lnTo>
                  <a:pt x="7536231" y="3743591"/>
                </a:lnTo>
                <a:lnTo>
                  <a:pt x="7538567" y="3738880"/>
                </a:lnTo>
                <a:lnTo>
                  <a:pt x="7538733" y="3736467"/>
                </a:lnTo>
                <a:close/>
              </a:path>
              <a:path w="9475470" h="4709795">
                <a:moveTo>
                  <a:pt x="7563777" y="959358"/>
                </a:moveTo>
                <a:lnTo>
                  <a:pt x="7563612" y="956932"/>
                </a:lnTo>
                <a:lnTo>
                  <a:pt x="7561275" y="952220"/>
                </a:lnTo>
                <a:lnTo>
                  <a:pt x="7559446" y="950620"/>
                </a:lnTo>
                <a:lnTo>
                  <a:pt x="7554468" y="948944"/>
                </a:lnTo>
                <a:lnTo>
                  <a:pt x="7552042" y="949109"/>
                </a:lnTo>
                <a:lnTo>
                  <a:pt x="7547330" y="951445"/>
                </a:lnTo>
                <a:lnTo>
                  <a:pt x="7545730" y="953274"/>
                </a:lnTo>
                <a:lnTo>
                  <a:pt x="7544041" y="958253"/>
                </a:lnTo>
                <a:lnTo>
                  <a:pt x="7544206" y="960678"/>
                </a:lnTo>
                <a:lnTo>
                  <a:pt x="7546543" y="965390"/>
                </a:lnTo>
                <a:lnTo>
                  <a:pt x="7548372" y="966990"/>
                </a:lnTo>
                <a:lnTo>
                  <a:pt x="7553363" y="968679"/>
                </a:lnTo>
                <a:lnTo>
                  <a:pt x="7555789" y="968514"/>
                </a:lnTo>
                <a:lnTo>
                  <a:pt x="7560500" y="966177"/>
                </a:lnTo>
                <a:lnTo>
                  <a:pt x="7562101" y="964336"/>
                </a:lnTo>
                <a:lnTo>
                  <a:pt x="7563777" y="959358"/>
                </a:lnTo>
                <a:close/>
              </a:path>
              <a:path w="9475470" h="4709795">
                <a:moveTo>
                  <a:pt x="7572857" y="3753396"/>
                </a:moveTo>
                <a:lnTo>
                  <a:pt x="7571181" y="3748417"/>
                </a:lnTo>
                <a:lnTo>
                  <a:pt x="7569594" y="3746589"/>
                </a:lnTo>
                <a:lnTo>
                  <a:pt x="7564869" y="3744252"/>
                </a:lnTo>
                <a:lnTo>
                  <a:pt x="7562456" y="3744074"/>
                </a:lnTo>
                <a:lnTo>
                  <a:pt x="7557465" y="3745763"/>
                </a:lnTo>
                <a:lnTo>
                  <a:pt x="7555636" y="3747351"/>
                </a:lnTo>
                <a:lnTo>
                  <a:pt x="7553299" y="3752062"/>
                </a:lnTo>
                <a:lnTo>
                  <a:pt x="7553134" y="3754488"/>
                </a:lnTo>
                <a:lnTo>
                  <a:pt x="7554811" y="3759479"/>
                </a:lnTo>
                <a:lnTo>
                  <a:pt x="7556411" y="3761308"/>
                </a:lnTo>
                <a:lnTo>
                  <a:pt x="7561123" y="3763645"/>
                </a:lnTo>
                <a:lnTo>
                  <a:pt x="7563548" y="3763810"/>
                </a:lnTo>
                <a:lnTo>
                  <a:pt x="7568527" y="3762133"/>
                </a:lnTo>
                <a:lnTo>
                  <a:pt x="7570356" y="3760533"/>
                </a:lnTo>
                <a:lnTo>
                  <a:pt x="7572692" y="3755821"/>
                </a:lnTo>
                <a:lnTo>
                  <a:pt x="7572857" y="3753396"/>
                </a:lnTo>
                <a:close/>
              </a:path>
              <a:path w="9475470" h="4709795">
                <a:moveTo>
                  <a:pt x="7597915" y="942428"/>
                </a:moveTo>
                <a:lnTo>
                  <a:pt x="7597749" y="940003"/>
                </a:lnTo>
                <a:lnTo>
                  <a:pt x="7595413" y="935291"/>
                </a:lnTo>
                <a:lnTo>
                  <a:pt x="7593584" y="933691"/>
                </a:lnTo>
                <a:lnTo>
                  <a:pt x="7588605" y="932014"/>
                </a:lnTo>
                <a:lnTo>
                  <a:pt x="7586180" y="932180"/>
                </a:lnTo>
                <a:lnTo>
                  <a:pt x="7581455" y="934516"/>
                </a:lnTo>
                <a:lnTo>
                  <a:pt x="7579868" y="936345"/>
                </a:lnTo>
                <a:lnTo>
                  <a:pt x="7578179" y="941336"/>
                </a:lnTo>
                <a:lnTo>
                  <a:pt x="7578344" y="943762"/>
                </a:lnTo>
                <a:lnTo>
                  <a:pt x="7580681" y="948474"/>
                </a:lnTo>
                <a:lnTo>
                  <a:pt x="7582509" y="950074"/>
                </a:lnTo>
                <a:lnTo>
                  <a:pt x="7587501" y="951750"/>
                </a:lnTo>
                <a:lnTo>
                  <a:pt x="7589926" y="951585"/>
                </a:lnTo>
                <a:lnTo>
                  <a:pt x="7594638" y="949248"/>
                </a:lnTo>
                <a:lnTo>
                  <a:pt x="7596238" y="947420"/>
                </a:lnTo>
                <a:lnTo>
                  <a:pt x="7597915" y="942428"/>
                </a:lnTo>
                <a:close/>
              </a:path>
              <a:path w="9475470" h="4709795">
                <a:moveTo>
                  <a:pt x="7606995" y="3770338"/>
                </a:moveTo>
                <a:lnTo>
                  <a:pt x="7605319" y="3765359"/>
                </a:lnTo>
                <a:lnTo>
                  <a:pt x="7603718" y="3763530"/>
                </a:lnTo>
                <a:lnTo>
                  <a:pt x="7599007" y="3761181"/>
                </a:lnTo>
                <a:lnTo>
                  <a:pt x="7596581" y="3761016"/>
                </a:lnTo>
                <a:lnTo>
                  <a:pt x="7591590" y="3762705"/>
                </a:lnTo>
                <a:lnTo>
                  <a:pt x="7589761" y="3764292"/>
                </a:lnTo>
                <a:lnTo>
                  <a:pt x="7587424" y="3769004"/>
                </a:lnTo>
                <a:lnTo>
                  <a:pt x="7587259" y="3771430"/>
                </a:lnTo>
                <a:lnTo>
                  <a:pt x="7588936" y="3776421"/>
                </a:lnTo>
                <a:lnTo>
                  <a:pt x="7590536" y="3778250"/>
                </a:lnTo>
                <a:lnTo>
                  <a:pt x="7595248" y="3780586"/>
                </a:lnTo>
                <a:lnTo>
                  <a:pt x="7597673" y="3780752"/>
                </a:lnTo>
                <a:lnTo>
                  <a:pt x="7602652" y="3779075"/>
                </a:lnTo>
                <a:lnTo>
                  <a:pt x="7604493" y="3777475"/>
                </a:lnTo>
                <a:lnTo>
                  <a:pt x="7606830" y="3772763"/>
                </a:lnTo>
                <a:lnTo>
                  <a:pt x="7606995" y="3770338"/>
                </a:lnTo>
                <a:close/>
              </a:path>
              <a:path w="9475470" h="4709795">
                <a:moveTo>
                  <a:pt x="7632052" y="925499"/>
                </a:moveTo>
                <a:lnTo>
                  <a:pt x="7631887" y="923074"/>
                </a:lnTo>
                <a:lnTo>
                  <a:pt x="7629550" y="918362"/>
                </a:lnTo>
                <a:lnTo>
                  <a:pt x="7627721" y="916774"/>
                </a:lnTo>
                <a:lnTo>
                  <a:pt x="7622730" y="915085"/>
                </a:lnTo>
                <a:lnTo>
                  <a:pt x="7620317" y="915250"/>
                </a:lnTo>
                <a:lnTo>
                  <a:pt x="7615593" y="917587"/>
                </a:lnTo>
                <a:lnTo>
                  <a:pt x="7613993" y="919416"/>
                </a:lnTo>
                <a:lnTo>
                  <a:pt x="7612316" y="924407"/>
                </a:lnTo>
                <a:lnTo>
                  <a:pt x="7612481" y="926833"/>
                </a:lnTo>
                <a:lnTo>
                  <a:pt x="7614818" y="931545"/>
                </a:lnTo>
                <a:lnTo>
                  <a:pt x="7616647" y="933145"/>
                </a:lnTo>
                <a:lnTo>
                  <a:pt x="7621638" y="934821"/>
                </a:lnTo>
                <a:lnTo>
                  <a:pt x="7624064" y="934656"/>
                </a:lnTo>
                <a:lnTo>
                  <a:pt x="7628776" y="932319"/>
                </a:lnTo>
                <a:lnTo>
                  <a:pt x="7630376" y="930490"/>
                </a:lnTo>
                <a:lnTo>
                  <a:pt x="7632052" y="925499"/>
                </a:lnTo>
                <a:close/>
              </a:path>
              <a:path w="9475470" h="4709795">
                <a:moveTo>
                  <a:pt x="7641120" y="3787279"/>
                </a:moveTo>
                <a:lnTo>
                  <a:pt x="7639444" y="3782301"/>
                </a:lnTo>
                <a:lnTo>
                  <a:pt x="7637843" y="3780472"/>
                </a:lnTo>
                <a:lnTo>
                  <a:pt x="7633132" y="3778123"/>
                </a:lnTo>
                <a:lnTo>
                  <a:pt x="7630706" y="3777958"/>
                </a:lnTo>
                <a:lnTo>
                  <a:pt x="7625728" y="3779647"/>
                </a:lnTo>
                <a:lnTo>
                  <a:pt x="7623886" y="3781234"/>
                </a:lnTo>
                <a:lnTo>
                  <a:pt x="7621549" y="3785946"/>
                </a:lnTo>
                <a:lnTo>
                  <a:pt x="7621384" y="3788372"/>
                </a:lnTo>
                <a:lnTo>
                  <a:pt x="7623061" y="3793363"/>
                </a:lnTo>
                <a:lnTo>
                  <a:pt x="7624661" y="3795191"/>
                </a:lnTo>
                <a:lnTo>
                  <a:pt x="7629372" y="3797528"/>
                </a:lnTo>
                <a:lnTo>
                  <a:pt x="7631798" y="3797693"/>
                </a:lnTo>
                <a:lnTo>
                  <a:pt x="7636789" y="3796017"/>
                </a:lnTo>
                <a:lnTo>
                  <a:pt x="7638618" y="3794417"/>
                </a:lnTo>
                <a:lnTo>
                  <a:pt x="7640955" y="3789705"/>
                </a:lnTo>
                <a:lnTo>
                  <a:pt x="7641120" y="3787279"/>
                </a:lnTo>
                <a:close/>
              </a:path>
              <a:path w="9475470" h="4709795">
                <a:moveTo>
                  <a:pt x="7666190" y="908583"/>
                </a:moveTo>
                <a:lnTo>
                  <a:pt x="7666025" y="906157"/>
                </a:lnTo>
                <a:lnTo>
                  <a:pt x="7663688" y="901446"/>
                </a:lnTo>
                <a:lnTo>
                  <a:pt x="7661859" y="899845"/>
                </a:lnTo>
                <a:lnTo>
                  <a:pt x="7656868" y="898169"/>
                </a:lnTo>
                <a:lnTo>
                  <a:pt x="7654442" y="898321"/>
                </a:lnTo>
                <a:lnTo>
                  <a:pt x="7649731" y="900658"/>
                </a:lnTo>
                <a:lnTo>
                  <a:pt x="7648130" y="902500"/>
                </a:lnTo>
                <a:lnTo>
                  <a:pt x="7646454" y="907478"/>
                </a:lnTo>
                <a:lnTo>
                  <a:pt x="7646619" y="909904"/>
                </a:lnTo>
                <a:lnTo>
                  <a:pt x="7648956" y="914615"/>
                </a:lnTo>
                <a:lnTo>
                  <a:pt x="7650785" y="916216"/>
                </a:lnTo>
                <a:lnTo>
                  <a:pt x="7655776" y="917892"/>
                </a:lnTo>
                <a:lnTo>
                  <a:pt x="7658201" y="917727"/>
                </a:lnTo>
                <a:lnTo>
                  <a:pt x="7662913" y="915390"/>
                </a:lnTo>
                <a:lnTo>
                  <a:pt x="7664513" y="913561"/>
                </a:lnTo>
                <a:lnTo>
                  <a:pt x="7666190" y="908583"/>
                </a:lnTo>
                <a:close/>
              </a:path>
              <a:path w="9475470" h="4709795">
                <a:moveTo>
                  <a:pt x="7675245" y="3804221"/>
                </a:moveTo>
                <a:lnTo>
                  <a:pt x="7673568" y="3799243"/>
                </a:lnTo>
                <a:lnTo>
                  <a:pt x="7671968" y="3797414"/>
                </a:lnTo>
                <a:lnTo>
                  <a:pt x="7667257" y="3795064"/>
                </a:lnTo>
                <a:lnTo>
                  <a:pt x="7664831" y="3794899"/>
                </a:lnTo>
                <a:lnTo>
                  <a:pt x="7659852" y="3796588"/>
                </a:lnTo>
                <a:lnTo>
                  <a:pt x="7658024" y="3798176"/>
                </a:lnTo>
                <a:lnTo>
                  <a:pt x="7655674" y="3802888"/>
                </a:lnTo>
                <a:lnTo>
                  <a:pt x="7655509" y="3805313"/>
                </a:lnTo>
                <a:lnTo>
                  <a:pt x="7657198" y="3810304"/>
                </a:lnTo>
                <a:lnTo>
                  <a:pt x="7658786" y="3812133"/>
                </a:lnTo>
                <a:lnTo>
                  <a:pt x="7663497" y="3814470"/>
                </a:lnTo>
                <a:lnTo>
                  <a:pt x="7665923" y="3814635"/>
                </a:lnTo>
                <a:lnTo>
                  <a:pt x="7670914" y="3812959"/>
                </a:lnTo>
                <a:lnTo>
                  <a:pt x="7672743" y="3811359"/>
                </a:lnTo>
                <a:lnTo>
                  <a:pt x="7675080" y="3806647"/>
                </a:lnTo>
                <a:lnTo>
                  <a:pt x="7675245" y="3804221"/>
                </a:lnTo>
                <a:close/>
              </a:path>
              <a:path w="9475470" h="4709795">
                <a:moveTo>
                  <a:pt x="7700327" y="891654"/>
                </a:moveTo>
                <a:lnTo>
                  <a:pt x="7700162" y="889228"/>
                </a:lnTo>
                <a:lnTo>
                  <a:pt x="7697825" y="884516"/>
                </a:lnTo>
                <a:lnTo>
                  <a:pt x="7695997" y="882916"/>
                </a:lnTo>
                <a:lnTo>
                  <a:pt x="7691006" y="881240"/>
                </a:lnTo>
                <a:lnTo>
                  <a:pt x="7688580" y="881405"/>
                </a:lnTo>
                <a:lnTo>
                  <a:pt x="7683868" y="883742"/>
                </a:lnTo>
                <a:lnTo>
                  <a:pt x="7682268" y="885571"/>
                </a:lnTo>
                <a:lnTo>
                  <a:pt x="7680592" y="890549"/>
                </a:lnTo>
                <a:lnTo>
                  <a:pt x="7680757" y="892975"/>
                </a:lnTo>
                <a:lnTo>
                  <a:pt x="7683093" y="897686"/>
                </a:lnTo>
                <a:lnTo>
                  <a:pt x="7684922" y="899287"/>
                </a:lnTo>
                <a:lnTo>
                  <a:pt x="7689901" y="900976"/>
                </a:lnTo>
                <a:lnTo>
                  <a:pt x="7692326" y="900811"/>
                </a:lnTo>
                <a:lnTo>
                  <a:pt x="7697051" y="898474"/>
                </a:lnTo>
                <a:lnTo>
                  <a:pt x="7698638" y="896632"/>
                </a:lnTo>
                <a:lnTo>
                  <a:pt x="7700327" y="891654"/>
                </a:lnTo>
                <a:close/>
              </a:path>
              <a:path w="9475470" h="4709795">
                <a:moveTo>
                  <a:pt x="7709382" y="3821163"/>
                </a:moveTo>
                <a:lnTo>
                  <a:pt x="7707693" y="3816185"/>
                </a:lnTo>
                <a:lnTo>
                  <a:pt x="7706106" y="3814356"/>
                </a:lnTo>
                <a:lnTo>
                  <a:pt x="7701394" y="3812006"/>
                </a:lnTo>
                <a:lnTo>
                  <a:pt x="7698968" y="3811841"/>
                </a:lnTo>
                <a:lnTo>
                  <a:pt x="7693977" y="3813530"/>
                </a:lnTo>
                <a:lnTo>
                  <a:pt x="7692149" y="3815118"/>
                </a:lnTo>
                <a:lnTo>
                  <a:pt x="7689812" y="3819829"/>
                </a:lnTo>
                <a:lnTo>
                  <a:pt x="7689647" y="3822255"/>
                </a:lnTo>
                <a:lnTo>
                  <a:pt x="7691323" y="3827246"/>
                </a:lnTo>
                <a:lnTo>
                  <a:pt x="7692923" y="3829075"/>
                </a:lnTo>
                <a:lnTo>
                  <a:pt x="7697635" y="3831412"/>
                </a:lnTo>
                <a:lnTo>
                  <a:pt x="7700061" y="3831577"/>
                </a:lnTo>
                <a:lnTo>
                  <a:pt x="7705039" y="3829901"/>
                </a:lnTo>
                <a:lnTo>
                  <a:pt x="7706868" y="3828300"/>
                </a:lnTo>
                <a:lnTo>
                  <a:pt x="7709217" y="3823589"/>
                </a:lnTo>
                <a:lnTo>
                  <a:pt x="7709382" y="3821163"/>
                </a:lnTo>
                <a:close/>
              </a:path>
              <a:path w="9475470" h="4709795">
                <a:moveTo>
                  <a:pt x="7734465" y="874725"/>
                </a:moveTo>
                <a:lnTo>
                  <a:pt x="7734300" y="872299"/>
                </a:lnTo>
                <a:lnTo>
                  <a:pt x="7731963" y="867587"/>
                </a:lnTo>
                <a:lnTo>
                  <a:pt x="7730134" y="865987"/>
                </a:lnTo>
                <a:lnTo>
                  <a:pt x="7725143" y="864311"/>
                </a:lnTo>
                <a:lnTo>
                  <a:pt x="7722717" y="864476"/>
                </a:lnTo>
                <a:lnTo>
                  <a:pt x="7718006" y="866813"/>
                </a:lnTo>
                <a:lnTo>
                  <a:pt x="7716406" y="868641"/>
                </a:lnTo>
                <a:lnTo>
                  <a:pt x="7714729" y="873633"/>
                </a:lnTo>
                <a:lnTo>
                  <a:pt x="7714894" y="876058"/>
                </a:lnTo>
                <a:lnTo>
                  <a:pt x="7717231" y="880770"/>
                </a:lnTo>
                <a:lnTo>
                  <a:pt x="7719060" y="882357"/>
                </a:lnTo>
                <a:lnTo>
                  <a:pt x="7724038" y="884047"/>
                </a:lnTo>
                <a:lnTo>
                  <a:pt x="7726464" y="883881"/>
                </a:lnTo>
                <a:lnTo>
                  <a:pt x="7731188" y="881545"/>
                </a:lnTo>
                <a:lnTo>
                  <a:pt x="7732776" y="879716"/>
                </a:lnTo>
                <a:lnTo>
                  <a:pt x="7734465" y="874725"/>
                </a:lnTo>
                <a:close/>
              </a:path>
              <a:path w="9475470" h="4709795">
                <a:moveTo>
                  <a:pt x="7743507" y="3838105"/>
                </a:moveTo>
                <a:lnTo>
                  <a:pt x="7741831" y="3833126"/>
                </a:lnTo>
                <a:lnTo>
                  <a:pt x="7740231" y="3831298"/>
                </a:lnTo>
                <a:lnTo>
                  <a:pt x="7735519" y="3828948"/>
                </a:lnTo>
                <a:lnTo>
                  <a:pt x="7733093" y="3828783"/>
                </a:lnTo>
                <a:lnTo>
                  <a:pt x="7728102" y="3830459"/>
                </a:lnTo>
                <a:lnTo>
                  <a:pt x="7726273" y="3832060"/>
                </a:lnTo>
                <a:lnTo>
                  <a:pt x="7723937" y="3836771"/>
                </a:lnTo>
                <a:lnTo>
                  <a:pt x="7723772" y="3839197"/>
                </a:lnTo>
                <a:lnTo>
                  <a:pt x="7725448" y="3844188"/>
                </a:lnTo>
                <a:lnTo>
                  <a:pt x="7727048" y="3846017"/>
                </a:lnTo>
                <a:lnTo>
                  <a:pt x="7731760" y="3848354"/>
                </a:lnTo>
                <a:lnTo>
                  <a:pt x="7734186" y="3848519"/>
                </a:lnTo>
                <a:lnTo>
                  <a:pt x="7739164" y="3846842"/>
                </a:lnTo>
                <a:lnTo>
                  <a:pt x="7741005" y="3845242"/>
                </a:lnTo>
                <a:lnTo>
                  <a:pt x="7743342" y="3840530"/>
                </a:lnTo>
                <a:lnTo>
                  <a:pt x="7743507" y="3838105"/>
                </a:lnTo>
                <a:close/>
              </a:path>
              <a:path w="9475470" h="4709795">
                <a:moveTo>
                  <a:pt x="7768590" y="857796"/>
                </a:moveTo>
                <a:lnTo>
                  <a:pt x="7768437" y="855370"/>
                </a:lnTo>
                <a:lnTo>
                  <a:pt x="7766101" y="850658"/>
                </a:lnTo>
                <a:lnTo>
                  <a:pt x="7764259" y="849071"/>
                </a:lnTo>
                <a:lnTo>
                  <a:pt x="7759281" y="847382"/>
                </a:lnTo>
                <a:lnTo>
                  <a:pt x="7756855" y="847547"/>
                </a:lnTo>
                <a:lnTo>
                  <a:pt x="7752143" y="849884"/>
                </a:lnTo>
                <a:lnTo>
                  <a:pt x="7750543" y="851712"/>
                </a:lnTo>
                <a:lnTo>
                  <a:pt x="7748867" y="856703"/>
                </a:lnTo>
                <a:lnTo>
                  <a:pt x="7749032" y="859129"/>
                </a:lnTo>
                <a:lnTo>
                  <a:pt x="7751369" y="863841"/>
                </a:lnTo>
                <a:lnTo>
                  <a:pt x="7753197" y="865441"/>
                </a:lnTo>
                <a:lnTo>
                  <a:pt x="7758176" y="867117"/>
                </a:lnTo>
                <a:lnTo>
                  <a:pt x="7760602" y="866952"/>
                </a:lnTo>
                <a:lnTo>
                  <a:pt x="7765313" y="864616"/>
                </a:lnTo>
                <a:lnTo>
                  <a:pt x="7766913" y="862787"/>
                </a:lnTo>
                <a:lnTo>
                  <a:pt x="7768590" y="857796"/>
                </a:lnTo>
                <a:close/>
              </a:path>
              <a:path w="9475470" h="4709795">
                <a:moveTo>
                  <a:pt x="7777632" y="3855047"/>
                </a:moveTo>
                <a:lnTo>
                  <a:pt x="7775956" y="3850068"/>
                </a:lnTo>
                <a:lnTo>
                  <a:pt x="7774356" y="3848239"/>
                </a:lnTo>
                <a:lnTo>
                  <a:pt x="7769644" y="3845890"/>
                </a:lnTo>
                <a:lnTo>
                  <a:pt x="7767218" y="3845725"/>
                </a:lnTo>
                <a:lnTo>
                  <a:pt x="7762240" y="3847401"/>
                </a:lnTo>
                <a:lnTo>
                  <a:pt x="7760398" y="3849001"/>
                </a:lnTo>
                <a:lnTo>
                  <a:pt x="7758062" y="3853713"/>
                </a:lnTo>
                <a:lnTo>
                  <a:pt x="7757896" y="3856139"/>
                </a:lnTo>
                <a:lnTo>
                  <a:pt x="7759573" y="3861130"/>
                </a:lnTo>
                <a:lnTo>
                  <a:pt x="7761173" y="3862959"/>
                </a:lnTo>
                <a:lnTo>
                  <a:pt x="7765885" y="3865295"/>
                </a:lnTo>
                <a:lnTo>
                  <a:pt x="7768310" y="3865461"/>
                </a:lnTo>
                <a:lnTo>
                  <a:pt x="7773302" y="3863784"/>
                </a:lnTo>
                <a:lnTo>
                  <a:pt x="7775130" y="3862184"/>
                </a:lnTo>
                <a:lnTo>
                  <a:pt x="7777467" y="3857472"/>
                </a:lnTo>
                <a:lnTo>
                  <a:pt x="7777632" y="3855047"/>
                </a:lnTo>
                <a:close/>
              </a:path>
              <a:path w="9475470" h="4709795">
                <a:moveTo>
                  <a:pt x="7802727" y="840879"/>
                </a:moveTo>
                <a:lnTo>
                  <a:pt x="7802562" y="838454"/>
                </a:lnTo>
                <a:lnTo>
                  <a:pt x="7800226" y="833742"/>
                </a:lnTo>
                <a:lnTo>
                  <a:pt x="7798397" y="832142"/>
                </a:lnTo>
                <a:lnTo>
                  <a:pt x="7793418" y="830453"/>
                </a:lnTo>
                <a:lnTo>
                  <a:pt x="7790993" y="830618"/>
                </a:lnTo>
                <a:lnTo>
                  <a:pt x="7786281" y="832954"/>
                </a:lnTo>
                <a:lnTo>
                  <a:pt x="7784681" y="834796"/>
                </a:lnTo>
                <a:lnTo>
                  <a:pt x="7783004" y="839774"/>
                </a:lnTo>
                <a:lnTo>
                  <a:pt x="7783157" y="842200"/>
                </a:lnTo>
                <a:lnTo>
                  <a:pt x="7785494" y="846912"/>
                </a:lnTo>
                <a:lnTo>
                  <a:pt x="7787335" y="848512"/>
                </a:lnTo>
                <a:lnTo>
                  <a:pt x="7792313" y="850188"/>
                </a:lnTo>
                <a:lnTo>
                  <a:pt x="7794739" y="850023"/>
                </a:lnTo>
                <a:lnTo>
                  <a:pt x="7799451" y="847686"/>
                </a:lnTo>
                <a:lnTo>
                  <a:pt x="7801051" y="845858"/>
                </a:lnTo>
                <a:lnTo>
                  <a:pt x="7802727" y="840879"/>
                </a:lnTo>
                <a:close/>
              </a:path>
              <a:path w="9475470" h="4709795">
                <a:moveTo>
                  <a:pt x="7811757" y="3871988"/>
                </a:moveTo>
                <a:lnTo>
                  <a:pt x="7810081" y="3867010"/>
                </a:lnTo>
                <a:lnTo>
                  <a:pt x="7808481" y="3865181"/>
                </a:lnTo>
                <a:lnTo>
                  <a:pt x="7803769" y="3862832"/>
                </a:lnTo>
                <a:lnTo>
                  <a:pt x="7801343" y="3862667"/>
                </a:lnTo>
                <a:lnTo>
                  <a:pt x="7796365" y="3864343"/>
                </a:lnTo>
                <a:lnTo>
                  <a:pt x="7794536" y="3865943"/>
                </a:lnTo>
                <a:lnTo>
                  <a:pt x="7792199" y="3870655"/>
                </a:lnTo>
                <a:lnTo>
                  <a:pt x="7792021" y="3873081"/>
                </a:lnTo>
                <a:lnTo>
                  <a:pt x="7793710" y="3878072"/>
                </a:lnTo>
                <a:lnTo>
                  <a:pt x="7795298" y="3879900"/>
                </a:lnTo>
                <a:lnTo>
                  <a:pt x="7800022" y="3882237"/>
                </a:lnTo>
                <a:lnTo>
                  <a:pt x="7802435" y="3882402"/>
                </a:lnTo>
                <a:lnTo>
                  <a:pt x="7807426" y="3880726"/>
                </a:lnTo>
                <a:lnTo>
                  <a:pt x="7809255" y="3879126"/>
                </a:lnTo>
                <a:lnTo>
                  <a:pt x="7811592" y="3874414"/>
                </a:lnTo>
                <a:lnTo>
                  <a:pt x="7811757" y="3871988"/>
                </a:lnTo>
                <a:close/>
              </a:path>
              <a:path w="9475470" h="4709795">
                <a:moveTo>
                  <a:pt x="7836865" y="823950"/>
                </a:moveTo>
                <a:lnTo>
                  <a:pt x="7836700" y="821524"/>
                </a:lnTo>
                <a:lnTo>
                  <a:pt x="7834363" y="816813"/>
                </a:lnTo>
                <a:lnTo>
                  <a:pt x="7832534" y="815213"/>
                </a:lnTo>
                <a:lnTo>
                  <a:pt x="7827556" y="813536"/>
                </a:lnTo>
                <a:lnTo>
                  <a:pt x="7825130" y="813701"/>
                </a:lnTo>
                <a:lnTo>
                  <a:pt x="7820419" y="816038"/>
                </a:lnTo>
                <a:lnTo>
                  <a:pt x="7818818" y="817867"/>
                </a:lnTo>
                <a:lnTo>
                  <a:pt x="7817129" y="822845"/>
                </a:lnTo>
                <a:lnTo>
                  <a:pt x="7817294" y="825271"/>
                </a:lnTo>
                <a:lnTo>
                  <a:pt x="7819631" y="829983"/>
                </a:lnTo>
                <a:lnTo>
                  <a:pt x="7821460" y="831583"/>
                </a:lnTo>
                <a:lnTo>
                  <a:pt x="7826451" y="833259"/>
                </a:lnTo>
                <a:lnTo>
                  <a:pt x="7828877" y="833107"/>
                </a:lnTo>
                <a:lnTo>
                  <a:pt x="7833588" y="830770"/>
                </a:lnTo>
                <a:lnTo>
                  <a:pt x="7835189" y="828929"/>
                </a:lnTo>
                <a:lnTo>
                  <a:pt x="7836865" y="823950"/>
                </a:lnTo>
                <a:close/>
              </a:path>
              <a:path w="9475470" h="4709795">
                <a:moveTo>
                  <a:pt x="7845895" y="3888930"/>
                </a:moveTo>
                <a:lnTo>
                  <a:pt x="7844218" y="3883952"/>
                </a:lnTo>
                <a:lnTo>
                  <a:pt x="7842618" y="3882123"/>
                </a:lnTo>
                <a:lnTo>
                  <a:pt x="7837906" y="3879773"/>
                </a:lnTo>
                <a:lnTo>
                  <a:pt x="7835481" y="3879608"/>
                </a:lnTo>
                <a:lnTo>
                  <a:pt x="7830490" y="3881285"/>
                </a:lnTo>
                <a:lnTo>
                  <a:pt x="7828661" y="3882885"/>
                </a:lnTo>
                <a:lnTo>
                  <a:pt x="7826324" y="3887597"/>
                </a:lnTo>
                <a:lnTo>
                  <a:pt x="7826159" y="3890022"/>
                </a:lnTo>
                <a:lnTo>
                  <a:pt x="7827835" y="3895013"/>
                </a:lnTo>
                <a:lnTo>
                  <a:pt x="7829436" y="3896842"/>
                </a:lnTo>
                <a:lnTo>
                  <a:pt x="7834147" y="3899179"/>
                </a:lnTo>
                <a:lnTo>
                  <a:pt x="7836573" y="3899344"/>
                </a:lnTo>
                <a:lnTo>
                  <a:pt x="7841551" y="3897668"/>
                </a:lnTo>
                <a:lnTo>
                  <a:pt x="7843393" y="3896068"/>
                </a:lnTo>
                <a:lnTo>
                  <a:pt x="7845730" y="3891356"/>
                </a:lnTo>
                <a:lnTo>
                  <a:pt x="7845895" y="3888930"/>
                </a:lnTo>
                <a:close/>
              </a:path>
              <a:path w="9475470" h="4709795">
                <a:moveTo>
                  <a:pt x="7871003" y="807021"/>
                </a:moveTo>
                <a:lnTo>
                  <a:pt x="7870838" y="804595"/>
                </a:lnTo>
                <a:lnTo>
                  <a:pt x="7868501" y="799884"/>
                </a:lnTo>
                <a:lnTo>
                  <a:pt x="7866672" y="798283"/>
                </a:lnTo>
                <a:lnTo>
                  <a:pt x="7861694" y="796607"/>
                </a:lnTo>
                <a:lnTo>
                  <a:pt x="7859268" y="796772"/>
                </a:lnTo>
                <a:lnTo>
                  <a:pt x="7854543" y="799109"/>
                </a:lnTo>
                <a:lnTo>
                  <a:pt x="7852956" y="800938"/>
                </a:lnTo>
                <a:lnTo>
                  <a:pt x="7851267" y="805929"/>
                </a:lnTo>
                <a:lnTo>
                  <a:pt x="7851432" y="808342"/>
                </a:lnTo>
                <a:lnTo>
                  <a:pt x="7853769" y="813066"/>
                </a:lnTo>
                <a:lnTo>
                  <a:pt x="7855598" y="814654"/>
                </a:lnTo>
                <a:lnTo>
                  <a:pt x="7860589" y="816343"/>
                </a:lnTo>
                <a:lnTo>
                  <a:pt x="7863014" y="816178"/>
                </a:lnTo>
                <a:lnTo>
                  <a:pt x="7867726" y="813841"/>
                </a:lnTo>
                <a:lnTo>
                  <a:pt x="7869326" y="812012"/>
                </a:lnTo>
                <a:lnTo>
                  <a:pt x="7871003" y="807021"/>
                </a:lnTo>
                <a:close/>
              </a:path>
              <a:path w="9475470" h="4709795">
                <a:moveTo>
                  <a:pt x="7880020" y="3905872"/>
                </a:moveTo>
                <a:lnTo>
                  <a:pt x="7878343" y="3900894"/>
                </a:lnTo>
                <a:lnTo>
                  <a:pt x="7876743" y="3899065"/>
                </a:lnTo>
                <a:lnTo>
                  <a:pt x="7872031" y="3896715"/>
                </a:lnTo>
                <a:lnTo>
                  <a:pt x="7869606" y="3896550"/>
                </a:lnTo>
                <a:lnTo>
                  <a:pt x="7864615" y="3898227"/>
                </a:lnTo>
                <a:lnTo>
                  <a:pt x="7862786" y="3899827"/>
                </a:lnTo>
                <a:lnTo>
                  <a:pt x="7860449" y="3904538"/>
                </a:lnTo>
                <a:lnTo>
                  <a:pt x="7860284" y="3906964"/>
                </a:lnTo>
                <a:lnTo>
                  <a:pt x="7861960" y="3911955"/>
                </a:lnTo>
                <a:lnTo>
                  <a:pt x="7863560" y="3913784"/>
                </a:lnTo>
                <a:lnTo>
                  <a:pt x="7868272" y="3916121"/>
                </a:lnTo>
                <a:lnTo>
                  <a:pt x="7870698" y="3916286"/>
                </a:lnTo>
                <a:lnTo>
                  <a:pt x="7875689" y="3914610"/>
                </a:lnTo>
                <a:lnTo>
                  <a:pt x="7877518" y="3913009"/>
                </a:lnTo>
                <a:lnTo>
                  <a:pt x="7879855" y="3908298"/>
                </a:lnTo>
                <a:lnTo>
                  <a:pt x="7880020" y="3905872"/>
                </a:lnTo>
                <a:close/>
              </a:path>
              <a:path w="9475470" h="4709795">
                <a:moveTo>
                  <a:pt x="7905140" y="790092"/>
                </a:moveTo>
                <a:lnTo>
                  <a:pt x="7904975" y="787666"/>
                </a:lnTo>
                <a:lnTo>
                  <a:pt x="7902638" y="782955"/>
                </a:lnTo>
                <a:lnTo>
                  <a:pt x="7900810" y="781354"/>
                </a:lnTo>
                <a:lnTo>
                  <a:pt x="7895818" y="779678"/>
                </a:lnTo>
                <a:lnTo>
                  <a:pt x="7893405" y="779843"/>
                </a:lnTo>
                <a:lnTo>
                  <a:pt x="7888681" y="782180"/>
                </a:lnTo>
                <a:lnTo>
                  <a:pt x="7887081" y="784009"/>
                </a:lnTo>
                <a:lnTo>
                  <a:pt x="7885404" y="789000"/>
                </a:lnTo>
                <a:lnTo>
                  <a:pt x="7885570" y="791425"/>
                </a:lnTo>
                <a:lnTo>
                  <a:pt x="7887906" y="796137"/>
                </a:lnTo>
                <a:lnTo>
                  <a:pt x="7889735" y="797737"/>
                </a:lnTo>
                <a:lnTo>
                  <a:pt x="7894726" y="799414"/>
                </a:lnTo>
                <a:lnTo>
                  <a:pt x="7897152" y="799249"/>
                </a:lnTo>
                <a:lnTo>
                  <a:pt x="7901864" y="796912"/>
                </a:lnTo>
                <a:lnTo>
                  <a:pt x="7903464" y="795083"/>
                </a:lnTo>
                <a:lnTo>
                  <a:pt x="7905140" y="790092"/>
                </a:lnTo>
                <a:close/>
              </a:path>
              <a:path w="9475470" h="4709795">
                <a:moveTo>
                  <a:pt x="7914145" y="3922814"/>
                </a:moveTo>
                <a:lnTo>
                  <a:pt x="7912468" y="3917835"/>
                </a:lnTo>
                <a:lnTo>
                  <a:pt x="7910868" y="3916007"/>
                </a:lnTo>
                <a:lnTo>
                  <a:pt x="7906156" y="3913657"/>
                </a:lnTo>
                <a:lnTo>
                  <a:pt x="7903731" y="3913492"/>
                </a:lnTo>
                <a:lnTo>
                  <a:pt x="7898752" y="3915168"/>
                </a:lnTo>
                <a:lnTo>
                  <a:pt x="7896911" y="3916769"/>
                </a:lnTo>
                <a:lnTo>
                  <a:pt x="7894574" y="3921480"/>
                </a:lnTo>
                <a:lnTo>
                  <a:pt x="7894409" y="3923906"/>
                </a:lnTo>
                <a:lnTo>
                  <a:pt x="7896085" y="3928897"/>
                </a:lnTo>
                <a:lnTo>
                  <a:pt x="7897685" y="3930726"/>
                </a:lnTo>
                <a:lnTo>
                  <a:pt x="7902397" y="3933063"/>
                </a:lnTo>
                <a:lnTo>
                  <a:pt x="7904823" y="3933228"/>
                </a:lnTo>
                <a:lnTo>
                  <a:pt x="7909814" y="3931551"/>
                </a:lnTo>
                <a:lnTo>
                  <a:pt x="7911643" y="3929951"/>
                </a:lnTo>
                <a:lnTo>
                  <a:pt x="7913979" y="3925239"/>
                </a:lnTo>
                <a:lnTo>
                  <a:pt x="7914145" y="3922814"/>
                </a:lnTo>
                <a:close/>
              </a:path>
              <a:path w="9475470" h="4709795">
                <a:moveTo>
                  <a:pt x="7939278" y="773176"/>
                </a:moveTo>
                <a:lnTo>
                  <a:pt x="7939113" y="770750"/>
                </a:lnTo>
                <a:lnTo>
                  <a:pt x="7936776" y="766038"/>
                </a:lnTo>
                <a:lnTo>
                  <a:pt x="7934947" y="764438"/>
                </a:lnTo>
                <a:lnTo>
                  <a:pt x="7929956" y="762749"/>
                </a:lnTo>
                <a:lnTo>
                  <a:pt x="7927530" y="762914"/>
                </a:lnTo>
                <a:lnTo>
                  <a:pt x="7922819" y="765251"/>
                </a:lnTo>
                <a:lnTo>
                  <a:pt x="7921218" y="767092"/>
                </a:lnTo>
                <a:lnTo>
                  <a:pt x="7919542" y="772071"/>
                </a:lnTo>
                <a:lnTo>
                  <a:pt x="7919707" y="774496"/>
                </a:lnTo>
                <a:lnTo>
                  <a:pt x="7922044" y="779208"/>
                </a:lnTo>
                <a:lnTo>
                  <a:pt x="7923873" y="780808"/>
                </a:lnTo>
                <a:lnTo>
                  <a:pt x="7928864" y="782485"/>
                </a:lnTo>
                <a:lnTo>
                  <a:pt x="7931277" y="782320"/>
                </a:lnTo>
                <a:lnTo>
                  <a:pt x="7936001" y="779983"/>
                </a:lnTo>
                <a:lnTo>
                  <a:pt x="7937601" y="778154"/>
                </a:lnTo>
                <a:lnTo>
                  <a:pt x="7939278" y="773176"/>
                </a:lnTo>
                <a:close/>
              </a:path>
              <a:path w="9475470" h="4709795">
                <a:moveTo>
                  <a:pt x="7948269" y="3939756"/>
                </a:moveTo>
                <a:lnTo>
                  <a:pt x="7946593" y="3934777"/>
                </a:lnTo>
                <a:lnTo>
                  <a:pt x="7945006" y="3932936"/>
                </a:lnTo>
                <a:lnTo>
                  <a:pt x="7940281" y="3930599"/>
                </a:lnTo>
                <a:lnTo>
                  <a:pt x="7937855" y="3930434"/>
                </a:lnTo>
                <a:lnTo>
                  <a:pt x="7932877" y="3932110"/>
                </a:lnTo>
                <a:lnTo>
                  <a:pt x="7931048" y="3933710"/>
                </a:lnTo>
                <a:lnTo>
                  <a:pt x="7928711" y="3938422"/>
                </a:lnTo>
                <a:lnTo>
                  <a:pt x="7928546" y="3940848"/>
                </a:lnTo>
                <a:lnTo>
                  <a:pt x="7930223" y="3945839"/>
                </a:lnTo>
                <a:lnTo>
                  <a:pt x="7931810" y="3947668"/>
                </a:lnTo>
                <a:lnTo>
                  <a:pt x="7936535" y="3950004"/>
                </a:lnTo>
                <a:lnTo>
                  <a:pt x="7938948" y="3950170"/>
                </a:lnTo>
                <a:lnTo>
                  <a:pt x="7943939" y="3948493"/>
                </a:lnTo>
                <a:lnTo>
                  <a:pt x="7945768" y="3946893"/>
                </a:lnTo>
                <a:lnTo>
                  <a:pt x="7948104" y="3942181"/>
                </a:lnTo>
                <a:lnTo>
                  <a:pt x="7948269" y="3939756"/>
                </a:lnTo>
                <a:close/>
              </a:path>
              <a:path w="9475470" h="4709795">
                <a:moveTo>
                  <a:pt x="7973415" y="756246"/>
                </a:moveTo>
                <a:lnTo>
                  <a:pt x="7973250" y="753821"/>
                </a:lnTo>
                <a:lnTo>
                  <a:pt x="7970914" y="749109"/>
                </a:lnTo>
                <a:lnTo>
                  <a:pt x="7969085" y="747509"/>
                </a:lnTo>
                <a:lnTo>
                  <a:pt x="7964094" y="745832"/>
                </a:lnTo>
                <a:lnTo>
                  <a:pt x="7961668" y="745998"/>
                </a:lnTo>
                <a:lnTo>
                  <a:pt x="7956956" y="748334"/>
                </a:lnTo>
                <a:lnTo>
                  <a:pt x="7955356" y="750163"/>
                </a:lnTo>
                <a:lnTo>
                  <a:pt x="7953680" y="755142"/>
                </a:lnTo>
                <a:lnTo>
                  <a:pt x="7953845" y="757567"/>
                </a:lnTo>
                <a:lnTo>
                  <a:pt x="7956182" y="762279"/>
                </a:lnTo>
                <a:lnTo>
                  <a:pt x="7958010" y="763879"/>
                </a:lnTo>
                <a:lnTo>
                  <a:pt x="7962989" y="765556"/>
                </a:lnTo>
                <a:lnTo>
                  <a:pt x="7965414" y="765403"/>
                </a:lnTo>
                <a:lnTo>
                  <a:pt x="7970139" y="763054"/>
                </a:lnTo>
                <a:lnTo>
                  <a:pt x="7971726" y="761225"/>
                </a:lnTo>
                <a:lnTo>
                  <a:pt x="7973415" y="756246"/>
                </a:lnTo>
                <a:close/>
              </a:path>
              <a:path w="9475470" h="4709795">
                <a:moveTo>
                  <a:pt x="7982407" y="3956697"/>
                </a:moveTo>
                <a:lnTo>
                  <a:pt x="7980731" y="3951719"/>
                </a:lnTo>
                <a:lnTo>
                  <a:pt x="7979130" y="3949877"/>
                </a:lnTo>
                <a:lnTo>
                  <a:pt x="7974419" y="3947541"/>
                </a:lnTo>
                <a:lnTo>
                  <a:pt x="7971993" y="3947376"/>
                </a:lnTo>
                <a:lnTo>
                  <a:pt x="7967002" y="3949052"/>
                </a:lnTo>
                <a:lnTo>
                  <a:pt x="7965173" y="3950652"/>
                </a:lnTo>
                <a:lnTo>
                  <a:pt x="7962836" y="3955364"/>
                </a:lnTo>
                <a:lnTo>
                  <a:pt x="7962671" y="3957790"/>
                </a:lnTo>
                <a:lnTo>
                  <a:pt x="7964348" y="3962781"/>
                </a:lnTo>
                <a:lnTo>
                  <a:pt x="7965948" y="3964609"/>
                </a:lnTo>
                <a:lnTo>
                  <a:pt x="7970660" y="3966946"/>
                </a:lnTo>
                <a:lnTo>
                  <a:pt x="7973085" y="3967111"/>
                </a:lnTo>
                <a:lnTo>
                  <a:pt x="7978064" y="3965435"/>
                </a:lnTo>
                <a:lnTo>
                  <a:pt x="7979905" y="3963835"/>
                </a:lnTo>
                <a:lnTo>
                  <a:pt x="7982242" y="3959123"/>
                </a:lnTo>
                <a:lnTo>
                  <a:pt x="7982407" y="3956697"/>
                </a:lnTo>
                <a:close/>
              </a:path>
              <a:path w="9475470" h="4709795">
                <a:moveTo>
                  <a:pt x="8007553" y="739317"/>
                </a:moveTo>
                <a:lnTo>
                  <a:pt x="8007388" y="736892"/>
                </a:lnTo>
                <a:lnTo>
                  <a:pt x="8005051" y="732180"/>
                </a:lnTo>
                <a:lnTo>
                  <a:pt x="8003222" y="730580"/>
                </a:lnTo>
                <a:lnTo>
                  <a:pt x="7998231" y="728903"/>
                </a:lnTo>
                <a:lnTo>
                  <a:pt x="7995806" y="729068"/>
                </a:lnTo>
                <a:lnTo>
                  <a:pt x="7991094" y="731405"/>
                </a:lnTo>
                <a:lnTo>
                  <a:pt x="7989494" y="733234"/>
                </a:lnTo>
                <a:lnTo>
                  <a:pt x="7987817" y="738225"/>
                </a:lnTo>
                <a:lnTo>
                  <a:pt x="7987982" y="740638"/>
                </a:lnTo>
                <a:lnTo>
                  <a:pt x="7990319" y="745363"/>
                </a:lnTo>
                <a:lnTo>
                  <a:pt x="7992148" y="746950"/>
                </a:lnTo>
                <a:lnTo>
                  <a:pt x="7997126" y="748639"/>
                </a:lnTo>
                <a:lnTo>
                  <a:pt x="7999552" y="748474"/>
                </a:lnTo>
                <a:lnTo>
                  <a:pt x="8004264" y="746137"/>
                </a:lnTo>
                <a:lnTo>
                  <a:pt x="8005864" y="744308"/>
                </a:lnTo>
                <a:lnTo>
                  <a:pt x="8007553" y="739317"/>
                </a:lnTo>
                <a:close/>
              </a:path>
              <a:path w="9475470" h="4709795">
                <a:moveTo>
                  <a:pt x="8016532" y="3973639"/>
                </a:moveTo>
                <a:lnTo>
                  <a:pt x="8014856" y="3968661"/>
                </a:lnTo>
                <a:lnTo>
                  <a:pt x="8013255" y="3966819"/>
                </a:lnTo>
                <a:lnTo>
                  <a:pt x="8008544" y="3964482"/>
                </a:lnTo>
                <a:lnTo>
                  <a:pt x="8006118" y="3964317"/>
                </a:lnTo>
                <a:lnTo>
                  <a:pt x="8001127" y="3965994"/>
                </a:lnTo>
                <a:lnTo>
                  <a:pt x="7999298" y="3967594"/>
                </a:lnTo>
                <a:lnTo>
                  <a:pt x="7996961" y="3972306"/>
                </a:lnTo>
                <a:lnTo>
                  <a:pt x="7996796" y="3974731"/>
                </a:lnTo>
                <a:lnTo>
                  <a:pt x="7998473" y="3979722"/>
                </a:lnTo>
                <a:lnTo>
                  <a:pt x="8000073" y="3981551"/>
                </a:lnTo>
                <a:lnTo>
                  <a:pt x="8004784" y="3983888"/>
                </a:lnTo>
                <a:lnTo>
                  <a:pt x="8007210" y="3984053"/>
                </a:lnTo>
                <a:lnTo>
                  <a:pt x="8012189" y="3982377"/>
                </a:lnTo>
                <a:lnTo>
                  <a:pt x="8014030" y="3980777"/>
                </a:lnTo>
                <a:lnTo>
                  <a:pt x="8016367" y="3976065"/>
                </a:lnTo>
                <a:lnTo>
                  <a:pt x="8016532" y="3973639"/>
                </a:lnTo>
                <a:close/>
              </a:path>
              <a:path w="9475470" h="4709795">
                <a:moveTo>
                  <a:pt x="8041678" y="722388"/>
                </a:moveTo>
                <a:lnTo>
                  <a:pt x="8041526" y="719963"/>
                </a:lnTo>
                <a:lnTo>
                  <a:pt x="8039189" y="715251"/>
                </a:lnTo>
                <a:lnTo>
                  <a:pt x="8037347" y="713651"/>
                </a:lnTo>
                <a:lnTo>
                  <a:pt x="8032369" y="711974"/>
                </a:lnTo>
                <a:lnTo>
                  <a:pt x="8029943" y="712139"/>
                </a:lnTo>
                <a:lnTo>
                  <a:pt x="8025231" y="714476"/>
                </a:lnTo>
                <a:lnTo>
                  <a:pt x="8023631" y="716305"/>
                </a:lnTo>
                <a:lnTo>
                  <a:pt x="8021955" y="721296"/>
                </a:lnTo>
                <a:lnTo>
                  <a:pt x="8022120" y="723722"/>
                </a:lnTo>
                <a:lnTo>
                  <a:pt x="8024457" y="728433"/>
                </a:lnTo>
                <a:lnTo>
                  <a:pt x="8026286" y="730034"/>
                </a:lnTo>
                <a:lnTo>
                  <a:pt x="8031264" y="731710"/>
                </a:lnTo>
                <a:lnTo>
                  <a:pt x="8033690" y="731545"/>
                </a:lnTo>
                <a:lnTo>
                  <a:pt x="8038401" y="729208"/>
                </a:lnTo>
                <a:lnTo>
                  <a:pt x="8040002" y="727379"/>
                </a:lnTo>
                <a:lnTo>
                  <a:pt x="8041678" y="722388"/>
                </a:lnTo>
                <a:close/>
              </a:path>
              <a:path w="9475470" h="4709795">
                <a:moveTo>
                  <a:pt x="8050657" y="3990581"/>
                </a:moveTo>
                <a:lnTo>
                  <a:pt x="8048980" y="3985603"/>
                </a:lnTo>
                <a:lnTo>
                  <a:pt x="8047380" y="3983761"/>
                </a:lnTo>
                <a:lnTo>
                  <a:pt x="8042669" y="3981424"/>
                </a:lnTo>
                <a:lnTo>
                  <a:pt x="8040243" y="3981259"/>
                </a:lnTo>
                <a:lnTo>
                  <a:pt x="8035264" y="3982936"/>
                </a:lnTo>
                <a:lnTo>
                  <a:pt x="8033436" y="3984536"/>
                </a:lnTo>
                <a:lnTo>
                  <a:pt x="8031086" y="3989247"/>
                </a:lnTo>
                <a:lnTo>
                  <a:pt x="8030921" y="3991673"/>
                </a:lnTo>
                <a:lnTo>
                  <a:pt x="8032597" y="3996664"/>
                </a:lnTo>
                <a:lnTo>
                  <a:pt x="8034198" y="3998493"/>
                </a:lnTo>
                <a:lnTo>
                  <a:pt x="8038909" y="4000830"/>
                </a:lnTo>
                <a:lnTo>
                  <a:pt x="8041335" y="4000995"/>
                </a:lnTo>
                <a:lnTo>
                  <a:pt x="8046326" y="3999319"/>
                </a:lnTo>
                <a:lnTo>
                  <a:pt x="8048155" y="3997718"/>
                </a:lnTo>
                <a:lnTo>
                  <a:pt x="8050492" y="3993007"/>
                </a:lnTo>
                <a:lnTo>
                  <a:pt x="8050657" y="3990581"/>
                </a:lnTo>
                <a:close/>
              </a:path>
              <a:path w="9475470" h="4709795">
                <a:moveTo>
                  <a:pt x="8075816" y="705472"/>
                </a:moveTo>
                <a:lnTo>
                  <a:pt x="8075650" y="703046"/>
                </a:lnTo>
                <a:lnTo>
                  <a:pt x="8073314" y="698322"/>
                </a:lnTo>
                <a:lnTo>
                  <a:pt x="8071485" y="696734"/>
                </a:lnTo>
                <a:lnTo>
                  <a:pt x="8066506" y="695045"/>
                </a:lnTo>
                <a:lnTo>
                  <a:pt x="8064081" y="695210"/>
                </a:lnTo>
                <a:lnTo>
                  <a:pt x="8059369" y="697547"/>
                </a:lnTo>
                <a:lnTo>
                  <a:pt x="8057769" y="699389"/>
                </a:lnTo>
                <a:lnTo>
                  <a:pt x="8056080" y="704367"/>
                </a:lnTo>
                <a:lnTo>
                  <a:pt x="8056245" y="706793"/>
                </a:lnTo>
                <a:lnTo>
                  <a:pt x="8058582" y="711504"/>
                </a:lnTo>
                <a:lnTo>
                  <a:pt x="8060423" y="713105"/>
                </a:lnTo>
                <a:lnTo>
                  <a:pt x="8065402" y="714781"/>
                </a:lnTo>
                <a:lnTo>
                  <a:pt x="8067827" y="714616"/>
                </a:lnTo>
                <a:lnTo>
                  <a:pt x="8072539" y="712279"/>
                </a:lnTo>
                <a:lnTo>
                  <a:pt x="8074139" y="710450"/>
                </a:lnTo>
                <a:lnTo>
                  <a:pt x="8075816" y="705472"/>
                </a:lnTo>
                <a:close/>
              </a:path>
              <a:path w="9475470" h="4709795">
                <a:moveTo>
                  <a:pt x="8084794" y="4007523"/>
                </a:moveTo>
                <a:lnTo>
                  <a:pt x="8083105" y="4002544"/>
                </a:lnTo>
                <a:lnTo>
                  <a:pt x="8081518" y="4000703"/>
                </a:lnTo>
                <a:lnTo>
                  <a:pt x="8076793" y="3998366"/>
                </a:lnTo>
                <a:lnTo>
                  <a:pt x="8074380" y="3998201"/>
                </a:lnTo>
                <a:lnTo>
                  <a:pt x="8069389" y="3999877"/>
                </a:lnTo>
                <a:lnTo>
                  <a:pt x="8067561" y="4001478"/>
                </a:lnTo>
                <a:lnTo>
                  <a:pt x="8065224" y="4006189"/>
                </a:lnTo>
                <a:lnTo>
                  <a:pt x="8065059" y="4008615"/>
                </a:lnTo>
                <a:lnTo>
                  <a:pt x="8066735" y="4013606"/>
                </a:lnTo>
                <a:lnTo>
                  <a:pt x="8068323" y="4015435"/>
                </a:lnTo>
                <a:lnTo>
                  <a:pt x="8073047" y="4017772"/>
                </a:lnTo>
                <a:lnTo>
                  <a:pt x="8075473" y="4017937"/>
                </a:lnTo>
                <a:lnTo>
                  <a:pt x="8080451" y="4016260"/>
                </a:lnTo>
                <a:lnTo>
                  <a:pt x="8082280" y="4014660"/>
                </a:lnTo>
                <a:lnTo>
                  <a:pt x="8084629" y="4009948"/>
                </a:lnTo>
                <a:lnTo>
                  <a:pt x="8084794" y="4007523"/>
                </a:lnTo>
                <a:close/>
              </a:path>
              <a:path w="9475470" h="4709795">
                <a:moveTo>
                  <a:pt x="8109953" y="688543"/>
                </a:moveTo>
                <a:lnTo>
                  <a:pt x="8109788" y="686117"/>
                </a:lnTo>
                <a:lnTo>
                  <a:pt x="8107451" y="681405"/>
                </a:lnTo>
                <a:lnTo>
                  <a:pt x="8105622" y="679805"/>
                </a:lnTo>
                <a:lnTo>
                  <a:pt x="8100644" y="678129"/>
                </a:lnTo>
                <a:lnTo>
                  <a:pt x="8098218" y="678294"/>
                </a:lnTo>
                <a:lnTo>
                  <a:pt x="8093507" y="680631"/>
                </a:lnTo>
                <a:lnTo>
                  <a:pt x="8091906" y="682459"/>
                </a:lnTo>
                <a:lnTo>
                  <a:pt x="8090217" y="687438"/>
                </a:lnTo>
                <a:lnTo>
                  <a:pt x="8090382" y="689864"/>
                </a:lnTo>
                <a:lnTo>
                  <a:pt x="8092719" y="694575"/>
                </a:lnTo>
                <a:lnTo>
                  <a:pt x="8094548" y="696175"/>
                </a:lnTo>
                <a:lnTo>
                  <a:pt x="8099539" y="697852"/>
                </a:lnTo>
                <a:lnTo>
                  <a:pt x="8101965" y="697687"/>
                </a:lnTo>
                <a:lnTo>
                  <a:pt x="8106677" y="695350"/>
                </a:lnTo>
                <a:lnTo>
                  <a:pt x="8108277" y="693521"/>
                </a:lnTo>
                <a:lnTo>
                  <a:pt x="8109953" y="688543"/>
                </a:lnTo>
                <a:close/>
              </a:path>
              <a:path w="9475470" h="4709795">
                <a:moveTo>
                  <a:pt x="8118919" y="4024465"/>
                </a:moveTo>
                <a:lnTo>
                  <a:pt x="8117243" y="4019486"/>
                </a:lnTo>
                <a:lnTo>
                  <a:pt x="8115643" y="4017645"/>
                </a:lnTo>
                <a:lnTo>
                  <a:pt x="8110931" y="4015308"/>
                </a:lnTo>
                <a:lnTo>
                  <a:pt x="8108505" y="4015143"/>
                </a:lnTo>
                <a:lnTo>
                  <a:pt x="8103514" y="4016819"/>
                </a:lnTo>
                <a:lnTo>
                  <a:pt x="8101685" y="4018419"/>
                </a:lnTo>
                <a:lnTo>
                  <a:pt x="8099349" y="4023131"/>
                </a:lnTo>
                <a:lnTo>
                  <a:pt x="8099184" y="4025557"/>
                </a:lnTo>
                <a:lnTo>
                  <a:pt x="8100860" y="4030548"/>
                </a:lnTo>
                <a:lnTo>
                  <a:pt x="8102460" y="4032377"/>
                </a:lnTo>
                <a:lnTo>
                  <a:pt x="8107172" y="4034713"/>
                </a:lnTo>
                <a:lnTo>
                  <a:pt x="8109598" y="4034879"/>
                </a:lnTo>
                <a:lnTo>
                  <a:pt x="8114576" y="4033202"/>
                </a:lnTo>
                <a:lnTo>
                  <a:pt x="8116417" y="4031602"/>
                </a:lnTo>
                <a:lnTo>
                  <a:pt x="8118754" y="4026890"/>
                </a:lnTo>
                <a:lnTo>
                  <a:pt x="8118919" y="4024465"/>
                </a:lnTo>
                <a:close/>
              </a:path>
              <a:path w="9475470" h="4709795">
                <a:moveTo>
                  <a:pt x="8144091" y="671614"/>
                </a:moveTo>
                <a:lnTo>
                  <a:pt x="8143926" y="669188"/>
                </a:lnTo>
                <a:lnTo>
                  <a:pt x="8141589" y="664476"/>
                </a:lnTo>
                <a:lnTo>
                  <a:pt x="8139760" y="662876"/>
                </a:lnTo>
                <a:lnTo>
                  <a:pt x="8134769" y="661200"/>
                </a:lnTo>
                <a:lnTo>
                  <a:pt x="8132356" y="661365"/>
                </a:lnTo>
                <a:lnTo>
                  <a:pt x="8127632" y="663702"/>
                </a:lnTo>
                <a:lnTo>
                  <a:pt x="8126044" y="665530"/>
                </a:lnTo>
                <a:lnTo>
                  <a:pt x="8124355" y="670521"/>
                </a:lnTo>
                <a:lnTo>
                  <a:pt x="8124520" y="672934"/>
                </a:lnTo>
                <a:lnTo>
                  <a:pt x="8126857" y="677646"/>
                </a:lnTo>
                <a:lnTo>
                  <a:pt x="8128686" y="679246"/>
                </a:lnTo>
                <a:lnTo>
                  <a:pt x="8133677" y="680935"/>
                </a:lnTo>
                <a:lnTo>
                  <a:pt x="8136102" y="680770"/>
                </a:lnTo>
                <a:lnTo>
                  <a:pt x="8140814" y="678434"/>
                </a:lnTo>
                <a:lnTo>
                  <a:pt x="8142414" y="676605"/>
                </a:lnTo>
                <a:lnTo>
                  <a:pt x="8144091" y="671614"/>
                </a:lnTo>
                <a:close/>
              </a:path>
              <a:path w="9475470" h="4709795">
                <a:moveTo>
                  <a:pt x="8153044" y="4041406"/>
                </a:moveTo>
                <a:lnTo>
                  <a:pt x="8151368" y="4036428"/>
                </a:lnTo>
                <a:lnTo>
                  <a:pt x="8149768" y="4034586"/>
                </a:lnTo>
                <a:lnTo>
                  <a:pt x="8145056" y="4032250"/>
                </a:lnTo>
                <a:lnTo>
                  <a:pt x="8142630" y="4032085"/>
                </a:lnTo>
                <a:lnTo>
                  <a:pt x="8137639" y="4033761"/>
                </a:lnTo>
                <a:lnTo>
                  <a:pt x="8135810" y="4035361"/>
                </a:lnTo>
                <a:lnTo>
                  <a:pt x="8133474" y="4040073"/>
                </a:lnTo>
                <a:lnTo>
                  <a:pt x="8133308" y="4042499"/>
                </a:lnTo>
                <a:lnTo>
                  <a:pt x="8134985" y="4047490"/>
                </a:lnTo>
                <a:lnTo>
                  <a:pt x="8136585" y="4049318"/>
                </a:lnTo>
                <a:lnTo>
                  <a:pt x="8141297" y="4051655"/>
                </a:lnTo>
                <a:lnTo>
                  <a:pt x="8143722" y="4051820"/>
                </a:lnTo>
                <a:lnTo>
                  <a:pt x="8148714" y="4050144"/>
                </a:lnTo>
                <a:lnTo>
                  <a:pt x="8150542" y="4048544"/>
                </a:lnTo>
                <a:lnTo>
                  <a:pt x="8152879" y="4043832"/>
                </a:lnTo>
                <a:lnTo>
                  <a:pt x="8153044" y="4041406"/>
                </a:lnTo>
                <a:close/>
              </a:path>
              <a:path w="9475470" h="4709795">
                <a:moveTo>
                  <a:pt x="8178228" y="654685"/>
                </a:moveTo>
                <a:lnTo>
                  <a:pt x="8178063" y="652259"/>
                </a:lnTo>
                <a:lnTo>
                  <a:pt x="8175726" y="647547"/>
                </a:lnTo>
                <a:lnTo>
                  <a:pt x="8173898" y="645947"/>
                </a:lnTo>
                <a:lnTo>
                  <a:pt x="8168907" y="644271"/>
                </a:lnTo>
                <a:lnTo>
                  <a:pt x="8166481" y="644436"/>
                </a:lnTo>
                <a:lnTo>
                  <a:pt x="8161769" y="646772"/>
                </a:lnTo>
                <a:lnTo>
                  <a:pt x="8160169" y="648601"/>
                </a:lnTo>
                <a:lnTo>
                  <a:pt x="8158493" y="653592"/>
                </a:lnTo>
                <a:lnTo>
                  <a:pt x="8158658" y="656018"/>
                </a:lnTo>
                <a:lnTo>
                  <a:pt x="8160994" y="660730"/>
                </a:lnTo>
                <a:lnTo>
                  <a:pt x="8162823" y="662330"/>
                </a:lnTo>
                <a:lnTo>
                  <a:pt x="8167814" y="664006"/>
                </a:lnTo>
                <a:lnTo>
                  <a:pt x="8170240" y="663841"/>
                </a:lnTo>
                <a:lnTo>
                  <a:pt x="8174952" y="661504"/>
                </a:lnTo>
                <a:lnTo>
                  <a:pt x="8176552" y="659676"/>
                </a:lnTo>
                <a:lnTo>
                  <a:pt x="8178228" y="654685"/>
                </a:lnTo>
                <a:close/>
              </a:path>
              <a:path w="9475470" h="4709795">
                <a:moveTo>
                  <a:pt x="8187169" y="4058348"/>
                </a:moveTo>
                <a:lnTo>
                  <a:pt x="8185493" y="4053370"/>
                </a:lnTo>
                <a:lnTo>
                  <a:pt x="8183893" y="4051528"/>
                </a:lnTo>
                <a:lnTo>
                  <a:pt x="8179181" y="4049191"/>
                </a:lnTo>
                <a:lnTo>
                  <a:pt x="8176755" y="4049026"/>
                </a:lnTo>
                <a:lnTo>
                  <a:pt x="8171777" y="4050703"/>
                </a:lnTo>
                <a:lnTo>
                  <a:pt x="8169948" y="4052303"/>
                </a:lnTo>
                <a:lnTo>
                  <a:pt x="8167598" y="4057015"/>
                </a:lnTo>
                <a:lnTo>
                  <a:pt x="8167433" y="4059440"/>
                </a:lnTo>
                <a:lnTo>
                  <a:pt x="8169122" y="4064431"/>
                </a:lnTo>
                <a:lnTo>
                  <a:pt x="8170710" y="4066260"/>
                </a:lnTo>
                <a:lnTo>
                  <a:pt x="8175422" y="4068597"/>
                </a:lnTo>
                <a:lnTo>
                  <a:pt x="8177847" y="4068762"/>
                </a:lnTo>
                <a:lnTo>
                  <a:pt x="8182838" y="4067086"/>
                </a:lnTo>
                <a:lnTo>
                  <a:pt x="8184667" y="4065486"/>
                </a:lnTo>
                <a:lnTo>
                  <a:pt x="8187004" y="4060774"/>
                </a:lnTo>
                <a:lnTo>
                  <a:pt x="8187169" y="4058348"/>
                </a:lnTo>
                <a:close/>
              </a:path>
              <a:path w="9475470" h="4709795">
                <a:moveTo>
                  <a:pt x="8212366" y="637755"/>
                </a:moveTo>
                <a:lnTo>
                  <a:pt x="8212201" y="635342"/>
                </a:lnTo>
                <a:lnTo>
                  <a:pt x="8209864" y="630618"/>
                </a:lnTo>
                <a:lnTo>
                  <a:pt x="8208035" y="629031"/>
                </a:lnTo>
                <a:lnTo>
                  <a:pt x="8203044" y="627341"/>
                </a:lnTo>
                <a:lnTo>
                  <a:pt x="8200618" y="627507"/>
                </a:lnTo>
                <a:lnTo>
                  <a:pt x="8195907" y="629843"/>
                </a:lnTo>
                <a:lnTo>
                  <a:pt x="8194307" y="631672"/>
                </a:lnTo>
                <a:lnTo>
                  <a:pt x="8192630" y="636663"/>
                </a:lnTo>
                <a:lnTo>
                  <a:pt x="8192795" y="639089"/>
                </a:lnTo>
                <a:lnTo>
                  <a:pt x="8195132" y="643801"/>
                </a:lnTo>
                <a:lnTo>
                  <a:pt x="8196961" y="645401"/>
                </a:lnTo>
                <a:lnTo>
                  <a:pt x="8201952" y="647077"/>
                </a:lnTo>
                <a:lnTo>
                  <a:pt x="8204365" y="646912"/>
                </a:lnTo>
                <a:lnTo>
                  <a:pt x="8209089" y="644575"/>
                </a:lnTo>
                <a:lnTo>
                  <a:pt x="8210690" y="642747"/>
                </a:lnTo>
                <a:lnTo>
                  <a:pt x="8212366" y="637755"/>
                </a:lnTo>
                <a:close/>
              </a:path>
              <a:path w="9475470" h="4709795">
                <a:moveTo>
                  <a:pt x="8221307" y="4075290"/>
                </a:moveTo>
                <a:lnTo>
                  <a:pt x="8219618" y="4070312"/>
                </a:lnTo>
                <a:lnTo>
                  <a:pt x="8218030" y="4068470"/>
                </a:lnTo>
                <a:lnTo>
                  <a:pt x="8213318" y="4066133"/>
                </a:lnTo>
                <a:lnTo>
                  <a:pt x="8210893" y="4065968"/>
                </a:lnTo>
                <a:lnTo>
                  <a:pt x="8205902" y="4067645"/>
                </a:lnTo>
                <a:lnTo>
                  <a:pt x="8204073" y="4069245"/>
                </a:lnTo>
                <a:lnTo>
                  <a:pt x="8201736" y="4073956"/>
                </a:lnTo>
                <a:lnTo>
                  <a:pt x="8201571" y="4076382"/>
                </a:lnTo>
                <a:lnTo>
                  <a:pt x="8203247" y="4081361"/>
                </a:lnTo>
                <a:lnTo>
                  <a:pt x="8204848" y="4083202"/>
                </a:lnTo>
                <a:lnTo>
                  <a:pt x="8209559" y="4085539"/>
                </a:lnTo>
                <a:lnTo>
                  <a:pt x="8211985" y="4085704"/>
                </a:lnTo>
                <a:lnTo>
                  <a:pt x="8216963" y="4084028"/>
                </a:lnTo>
                <a:lnTo>
                  <a:pt x="8218792" y="4082427"/>
                </a:lnTo>
                <a:lnTo>
                  <a:pt x="8221142" y="4077716"/>
                </a:lnTo>
                <a:lnTo>
                  <a:pt x="8221307" y="4075290"/>
                </a:lnTo>
                <a:close/>
              </a:path>
              <a:path w="9475470" h="4709795">
                <a:moveTo>
                  <a:pt x="8246504" y="620839"/>
                </a:moveTo>
                <a:lnTo>
                  <a:pt x="8246338" y="618413"/>
                </a:lnTo>
                <a:lnTo>
                  <a:pt x="8244002" y="613702"/>
                </a:lnTo>
                <a:lnTo>
                  <a:pt x="8242173" y="612101"/>
                </a:lnTo>
                <a:lnTo>
                  <a:pt x="8237182" y="610425"/>
                </a:lnTo>
                <a:lnTo>
                  <a:pt x="8234756" y="610577"/>
                </a:lnTo>
                <a:lnTo>
                  <a:pt x="8230044" y="612927"/>
                </a:lnTo>
                <a:lnTo>
                  <a:pt x="8228444" y="614756"/>
                </a:lnTo>
                <a:lnTo>
                  <a:pt x="8226768" y="619734"/>
                </a:lnTo>
                <a:lnTo>
                  <a:pt x="8226933" y="622160"/>
                </a:lnTo>
                <a:lnTo>
                  <a:pt x="8229270" y="626872"/>
                </a:lnTo>
                <a:lnTo>
                  <a:pt x="8231098" y="628472"/>
                </a:lnTo>
                <a:lnTo>
                  <a:pt x="8236077" y="630148"/>
                </a:lnTo>
                <a:lnTo>
                  <a:pt x="8238503" y="629983"/>
                </a:lnTo>
                <a:lnTo>
                  <a:pt x="8243227" y="627646"/>
                </a:lnTo>
                <a:lnTo>
                  <a:pt x="8244814" y="625817"/>
                </a:lnTo>
                <a:lnTo>
                  <a:pt x="8246504" y="620839"/>
                </a:lnTo>
                <a:close/>
              </a:path>
              <a:path w="9475470" h="4709795">
                <a:moveTo>
                  <a:pt x="8255432" y="4092232"/>
                </a:moveTo>
                <a:lnTo>
                  <a:pt x="8253755" y="4087253"/>
                </a:lnTo>
                <a:lnTo>
                  <a:pt x="8252155" y="4085412"/>
                </a:lnTo>
                <a:lnTo>
                  <a:pt x="8247443" y="4083075"/>
                </a:lnTo>
                <a:lnTo>
                  <a:pt x="8245018" y="4082910"/>
                </a:lnTo>
                <a:lnTo>
                  <a:pt x="8240027" y="4084586"/>
                </a:lnTo>
                <a:lnTo>
                  <a:pt x="8238198" y="4086187"/>
                </a:lnTo>
                <a:lnTo>
                  <a:pt x="8235861" y="4090898"/>
                </a:lnTo>
                <a:lnTo>
                  <a:pt x="8235696" y="4093324"/>
                </a:lnTo>
                <a:lnTo>
                  <a:pt x="8237372" y="4098302"/>
                </a:lnTo>
                <a:lnTo>
                  <a:pt x="8238972" y="4100144"/>
                </a:lnTo>
                <a:lnTo>
                  <a:pt x="8243684" y="4102481"/>
                </a:lnTo>
                <a:lnTo>
                  <a:pt x="8246110" y="4102646"/>
                </a:lnTo>
                <a:lnTo>
                  <a:pt x="8251088" y="4100969"/>
                </a:lnTo>
                <a:lnTo>
                  <a:pt x="8252930" y="4099369"/>
                </a:lnTo>
                <a:lnTo>
                  <a:pt x="8255267" y="4094657"/>
                </a:lnTo>
                <a:lnTo>
                  <a:pt x="8255432" y="4092232"/>
                </a:lnTo>
                <a:close/>
              </a:path>
              <a:path w="9475470" h="4709795">
                <a:moveTo>
                  <a:pt x="8280628" y="603910"/>
                </a:moveTo>
                <a:lnTo>
                  <a:pt x="8280476" y="601484"/>
                </a:lnTo>
                <a:lnTo>
                  <a:pt x="8278139" y="596773"/>
                </a:lnTo>
                <a:lnTo>
                  <a:pt x="8276298" y="595172"/>
                </a:lnTo>
                <a:lnTo>
                  <a:pt x="8271319" y="593496"/>
                </a:lnTo>
                <a:lnTo>
                  <a:pt x="8268894" y="593661"/>
                </a:lnTo>
                <a:lnTo>
                  <a:pt x="8264182" y="595998"/>
                </a:lnTo>
                <a:lnTo>
                  <a:pt x="8262582" y="597827"/>
                </a:lnTo>
                <a:lnTo>
                  <a:pt x="8260905" y="602805"/>
                </a:lnTo>
                <a:lnTo>
                  <a:pt x="8261070" y="605231"/>
                </a:lnTo>
                <a:lnTo>
                  <a:pt x="8263407" y="609942"/>
                </a:lnTo>
                <a:lnTo>
                  <a:pt x="8265236" y="611543"/>
                </a:lnTo>
                <a:lnTo>
                  <a:pt x="8270214" y="613232"/>
                </a:lnTo>
                <a:lnTo>
                  <a:pt x="8272640" y="613067"/>
                </a:lnTo>
                <a:lnTo>
                  <a:pt x="8277352" y="610730"/>
                </a:lnTo>
                <a:lnTo>
                  <a:pt x="8278952" y="608888"/>
                </a:lnTo>
                <a:lnTo>
                  <a:pt x="8280628" y="603910"/>
                </a:lnTo>
                <a:close/>
              </a:path>
              <a:path w="9475470" h="4709795">
                <a:moveTo>
                  <a:pt x="8289557" y="4109174"/>
                </a:moveTo>
                <a:lnTo>
                  <a:pt x="8287880" y="4104182"/>
                </a:lnTo>
                <a:lnTo>
                  <a:pt x="8286280" y="4102354"/>
                </a:lnTo>
                <a:lnTo>
                  <a:pt x="8281568" y="4100017"/>
                </a:lnTo>
                <a:lnTo>
                  <a:pt x="8279143" y="4099852"/>
                </a:lnTo>
                <a:lnTo>
                  <a:pt x="8274164" y="4101528"/>
                </a:lnTo>
                <a:lnTo>
                  <a:pt x="8272323" y="4103128"/>
                </a:lnTo>
                <a:lnTo>
                  <a:pt x="8269986" y="4107840"/>
                </a:lnTo>
                <a:lnTo>
                  <a:pt x="8269821" y="4110266"/>
                </a:lnTo>
                <a:lnTo>
                  <a:pt x="8271497" y="4115244"/>
                </a:lnTo>
                <a:lnTo>
                  <a:pt x="8273097" y="4117086"/>
                </a:lnTo>
                <a:lnTo>
                  <a:pt x="8277809" y="4119422"/>
                </a:lnTo>
                <a:lnTo>
                  <a:pt x="8280235" y="4119588"/>
                </a:lnTo>
                <a:lnTo>
                  <a:pt x="8285226" y="4117911"/>
                </a:lnTo>
                <a:lnTo>
                  <a:pt x="8287055" y="4116311"/>
                </a:lnTo>
                <a:lnTo>
                  <a:pt x="8289391" y="4111599"/>
                </a:lnTo>
                <a:lnTo>
                  <a:pt x="8289557" y="4109174"/>
                </a:lnTo>
                <a:close/>
              </a:path>
              <a:path w="9475470" h="4709795">
                <a:moveTo>
                  <a:pt x="8314766" y="586981"/>
                </a:moveTo>
                <a:lnTo>
                  <a:pt x="8314601" y="584555"/>
                </a:lnTo>
                <a:lnTo>
                  <a:pt x="8312264" y="579843"/>
                </a:lnTo>
                <a:lnTo>
                  <a:pt x="8310435" y="578243"/>
                </a:lnTo>
                <a:lnTo>
                  <a:pt x="8305457" y="576567"/>
                </a:lnTo>
                <a:lnTo>
                  <a:pt x="8303031" y="576732"/>
                </a:lnTo>
                <a:lnTo>
                  <a:pt x="8298320" y="579069"/>
                </a:lnTo>
                <a:lnTo>
                  <a:pt x="8296719" y="580898"/>
                </a:lnTo>
                <a:lnTo>
                  <a:pt x="8295043" y="585889"/>
                </a:lnTo>
                <a:lnTo>
                  <a:pt x="8295195" y="588314"/>
                </a:lnTo>
                <a:lnTo>
                  <a:pt x="8297532" y="593026"/>
                </a:lnTo>
                <a:lnTo>
                  <a:pt x="8299374" y="594626"/>
                </a:lnTo>
                <a:lnTo>
                  <a:pt x="8304352" y="596303"/>
                </a:lnTo>
                <a:lnTo>
                  <a:pt x="8306778" y="596138"/>
                </a:lnTo>
                <a:lnTo>
                  <a:pt x="8311489" y="593801"/>
                </a:lnTo>
                <a:lnTo>
                  <a:pt x="8313090" y="591972"/>
                </a:lnTo>
                <a:lnTo>
                  <a:pt x="8314766" y="586981"/>
                </a:lnTo>
                <a:close/>
              </a:path>
              <a:path w="9475470" h="4709795">
                <a:moveTo>
                  <a:pt x="8323681" y="4126115"/>
                </a:moveTo>
                <a:lnTo>
                  <a:pt x="8322005" y="4121137"/>
                </a:lnTo>
                <a:lnTo>
                  <a:pt x="8320418" y="4119295"/>
                </a:lnTo>
                <a:lnTo>
                  <a:pt x="8315693" y="4116959"/>
                </a:lnTo>
                <a:lnTo>
                  <a:pt x="8313267" y="4116794"/>
                </a:lnTo>
                <a:lnTo>
                  <a:pt x="8308289" y="4118470"/>
                </a:lnTo>
                <a:lnTo>
                  <a:pt x="8306460" y="4120070"/>
                </a:lnTo>
                <a:lnTo>
                  <a:pt x="8304111" y="4124782"/>
                </a:lnTo>
                <a:lnTo>
                  <a:pt x="8303946" y="4127208"/>
                </a:lnTo>
                <a:lnTo>
                  <a:pt x="8305635" y="4132186"/>
                </a:lnTo>
                <a:lnTo>
                  <a:pt x="8307222" y="4134027"/>
                </a:lnTo>
                <a:lnTo>
                  <a:pt x="8311947" y="4136364"/>
                </a:lnTo>
                <a:lnTo>
                  <a:pt x="8314360" y="4136529"/>
                </a:lnTo>
                <a:lnTo>
                  <a:pt x="8319351" y="4134853"/>
                </a:lnTo>
                <a:lnTo>
                  <a:pt x="8321180" y="4133253"/>
                </a:lnTo>
                <a:lnTo>
                  <a:pt x="8323516" y="4128541"/>
                </a:lnTo>
                <a:lnTo>
                  <a:pt x="8323681" y="4126115"/>
                </a:lnTo>
                <a:close/>
              </a:path>
              <a:path w="9475470" h="4709795">
                <a:moveTo>
                  <a:pt x="8348904" y="570052"/>
                </a:moveTo>
                <a:lnTo>
                  <a:pt x="8348739" y="567639"/>
                </a:lnTo>
                <a:lnTo>
                  <a:pt x="8346402" y="562914"/>
                </a:lnTo>
                <a:lnTo>
                  <a:pt x="8344573" y="561327"/>
                </a:lnTo>
                <a:lnTo>
                  <a:pt x="8339595" y="559638"/>
                </a:lnTo>
                <a:lnTo>
                  <a:pt x="8337169" y="559803"/>
                </a:lnTo>
                <a:lnTo>
                  <a:pt x="8332457" y="562140"/>
                </a:lnTo>
                <a:lnTo>
                  <a:pt x="8330857" y="563968"/>
                </a:lnTo>
                <a:lnTo>
                  <a:pt x="8329168" y="568960"/>
                </a:lnTo>
                <a:lnTo>
                  <a:pt x="8329333" y="571385"/>
                </a:lnTo>
                <a:lnTo>
                  <a:pt x="8331670" y="576097"/>
                </a:lnTo>
                <a:lnTo>
                  <a:pt x="8333499" y="577697"/>
                </a:lnTo>
                <a:lnTo>
                  <a:pt x="8338490" y="579374"/>
                </a:lnTo>
                <a:lnTo>
                  <a:pt x="8340915" y="579208"/>
                </a:lnTo>
                <a:lnTo>
                  <a:pt x="8345627" y="576872"/>
                </a:lnTo>
                <a:lnTo>
                  <a:pt x="8347227" y="575043"/>
                </a:lnTo>
                <a:lnTo>
                  <a:pt x="8348904" y="570052"/>
                </a:lnTo>
                <a:close/>
              </a:path>
              <a:path w="9475470" h="4709795">
                <a:moveTo>
                  <a:pt x="8357819" y="4143057"/>
                </a:moveTo>
                <a:lnTo>
                  <a:pt x="8356143" y="4138066"/>
                </a:lnTo>
                <a:lnTo>
                  <a:pt x="8354542" y="4136237"/>
                </a:lnTo>
                <a:lnTo>
                  <a:pt x="8349831" y="4133900"/>
                </a:lnTo>
                <a:lnTo>
                  <a:pt x="8347405" y="4133735"/>
                </a:lnTo>
                <a:lnTo>
                  <a:pt x="8342414" y="4135412"/>
                </a:lnTo>
                <a:lnTo>
                  <a:pt x="8340585" y="4137012"/>
                </a:lnTo>
                <a:lnTo>
                  <a:pt x="8338248" y="4141724"/>
                </a:lnTo>
                <a:lnTo>
                  <a:pt x="8338083" y="4144149"/>
                </a:lnTo>
                <a:lnTo>
                  <a:pt x="8339760" y="4149128"/>
                </a:lnTo>
                <a:lnTo>
                  <a:pt x="8341360" y="4150969"/>
                </a:lnTo>
                <a:lnTo>
                  <a:pt x="8346072" y="4153306"/>
                </a:lnTo>
                <a:lnTo>
                  <a:pt x="8348497" y="4153471"/>
                </a:lnTo>
                <a:lnTo>
                  <a:pt x="8353476" y="4151795"/>
                </a:lnTo>
                <a:lnTo>
                  <a:pt x="8355304" y="4150195"/>
                </a:lnTo>
                <a:lnTo>
                  <a:pt x="8357654" y="4145483"/>
                </a:lnTo>
                <a:lnTo>
                  <a:pt x="8357819" y="4143057"/>
                </a:lnTo>
                <a:close/>
              </a:path>
              <a:path w="9475470" h="4709795">
                <a:moveTo>
                  <a:pt x="8383041" y="553135"/>
                </a:moveTo>
                <a:lnTo>
                  <a:pt x="8382876" y="550710"/>
                </a:lnTo>
                <a:lnTo>
                  <a:pt x="8380539" y="545998"/>
                </a:lnTo>
                <a:lnTo>
                  <a:pt x="8378711" y="544398"/>
                </a:lnTo>
                <a:lnTo>
                  <a:pt x="8373732" y="542709"/>
                </a:lnTo>
                <a:lnTo>
                  <a:pt x="8371306" y="542874"/>
                </a:lnTo>
                <a:lnTo>
                  <a:pt x="8366582" y="545223"/>
                </a:lnTo>
                <a:lnTo>
                  <a:pt x="8364995" y="547052"/>
                </a:lnTo>
                <a:lnTo>
                  <a:pt x="8363305" y="552030"/>
                </a:lnTo>
                <a:lnTo>
                  <a:pt x="8363471" y="554456"/>
                </a:lnTo>
                <a:lnTo>
                  <a:pt x="8365807" y="559168"/>
                </a:lnTo>
                <a:lnTo>
                  <a:pt x="8367636" y="560768"/>
                </a:lnTo>
                <a:lnTo>
                  <a:pt x="8372627" y="562444"/>
                </a:lnTo>
                <a:lnTo>
                  <a:pt x="8375053" y="562279"/>
                </a:lnTo>
                <a:lnTo>
                  <a:pt x="8379765" y="559943"/>
                </a:lnTo>
                <a:lnTo>
                  <a:pt x="8381365" y="558114"/>
                </a:lnTo>
                <a:lnTo>
                  <a:pt x="8383041" y="553135"/>
                </a:lnTo>
                <a:close/>
              </a:path>
              <a:path w="9475470" h="4709795">
                <a:moveTo>
                  <a:pt x="8391944" y="4159999"/>
                </a:moveTo>
                <a:lnTo>
                  <a:pt x="8390268" y="4155008"/>
                </a:lnTo>
                <a:lnTo>
                  <a:pt x="8388667" y="4153179"/>
                </a:lnTo>
                <a:lnTo>
                  <a:pt x="8383956" y="4150842"/>
                </a:lnTo>
                <a:lnTo>
                  <a:pt x="8381530" y="4150677"/>
                </a:lnTo>
                <a:lnTo>
                  <a:pt x="8376539" y="4152354"/>
                </a:lnTo>
                <a:lnTo>
                  <a:pt x="8374710" y="4153954"/>
                </a:lnTo>
                <a:lnTo>
                  <a:pt x="8372373" y="4158665"/>
                </a:lnTo>
                <a:lnTo>
                  <a:pt x="8372208" y="4161091"/>
                </a:lnTo>
                <a:lnTo>
                  <a:pt x="8373885" y="4166070"/>
                </a:lnTo>
                <a:lnTo>
                  <a:pt x="8375485" y="4167911"/>
                </a:lnTo>
                <a:lnTo>
                  <a:pt x="8380196" y="4170248"/>
                </a:lnTo>
                <a:lnTo>
                  <a:pt x="8382622" y="4170413"/>
                </a:lnTo>
                <a:lnTo>
                  <a:pt x="8387613" y="4168737"/>
                </a:lnTo>
                <a:lnTo>
                  <a:pt x="8389442" y="4167136"/>
                </a:lnTo>
                <a:lnTo>
                  <a:pt x="8391779" y="4162425"/>
                </a:lnTo>
                <a:lnTo>
                  <a:pt x="8391944" y="4159999"/>
                </a:lnTo>
                <a:close/>
              </a:path>
              <a:path w="9475470" h="4709795">
                <a:moveTo>
                  <a:pt x="8417179" y="536206"/>
                </a:moveTo>
                <a:lnTo>
                  <a:pt x="8417014" y="533781"/>
                </a:lnTo>
                <a:lnTo>
                  <a:pt x="8414677" y="529069"/>
                </a:lnTo>
                <a:lnTo>
                  <a:pt x="8412848" y="527469"/>
                </a:lnTo>
                <a:lnTo>
                  <a:pt x="8407857" y="525792"/>
                </a:lnTo>
                <a:lnTo>
                  <a:pt x="8405444" y="525957"/>
                </a:lnTo>
                <a:lnTo>
                  <a:pt x="8400720" y="528294"/>
                </a:lnTo>
                <a:lnTo>
                  <a:pt x="8399119" y="530123"/>
                </a:lnTo>
                <a:lnTo>
                  <a:pt x="8397443" y="535101"/>
                </a:lnTo>
                <a:lnTo>
                  <a:pt x="8397608" y="537527"/>
                </a:lnTo>
                <a:lnTo>
                  <a:pt x="8399945" y="542239"/>
                </a:lnTo>
                <a:lnTo>
                  <a:pt x="8401774" y="543839"/>
                </a:lnTo>
                <a:lnTo>
                  <a:pt x="8406765" y="545528"/>
                </a:lnTo>
                <a:lnTo>
                  <a:pt x="8409191" y="545363"/>
                </a:lnTo>
                <a:lnTo>
                  <a:pt x="8413902" y="543026"/>
                </a:lnTo>
                <a:lnTo>
                  <a:pt x="8415502" y="541185"/>
                </a:lnTo>
                <a:lnTo>
                  <a:pt x="8417179" y="536206"/>
                </a:lnTo>
                <a:close/>
              </a:path>
              <a:path w="9475470" h="4709795">
                <a:moveTo>
                  <a:pt x="8426069" y="4176941"/>
                </a:moveTo>
                <a:lnTo>
                  <a:pt x="8424393" y="4171950"/>
                </a:lnTo>
                <a:lnTo>
                  <a:pt x="8422792" y="4170121"/>
                </a:lnTo>
                <a:lnTo>
                  <a:pt x="8418081" y="4167784"/>
                </a:lnTo>
                <a:lnTo>
                  <a:pt x="8415655" y="4167619"/>
                </a:lnTo>
                <a:lnTo>
                  <a:pt x="8410676" y="4169295"/>
                </a:lnTo>
                <a:lnTo>
                  <a:pt x="8408835" y="4170896"/>
                </a:lnTo>
                <a:lnTo>
                  <a:pt x="8406498" y="4175607"/>
                </a:lnTo>
                <a:lnTo>
                  <a:pt x="8406333" y="4178033"/>
                </a:lnTo>
                <a:lnTo>
                  <a:pt x="8408009" y="4183011"/>
                </a:lnTo>
                <a:lnTo>
                  <a:pt x="8409610" y="4184853"/>
                </a:lnTo>
                <a:lnTo>
                  <a:pt x="8414321" y="4187190"/>
                </a:lnTo>
                <a:lnTo>
                  <a:pt x="8416747" y="4187355"/>
                </a:lnTo>
                <a:lnTo>
                  <a:pt x="8421738" y="4185678"/>
                </a:lnTo>
                <a:lnTo>
                  <a:pt x="8423567" y="4184078"/>
                </a:lnTo>
                <a:lnTo>
                  <a:pt x="8425904" y="4179366"/>
                </a:lnTo>
                <a:lnTo>
                  <a:pt x="8426069" y="4176941"/>
                </a:lnTo>
                <a:close/>
              </a:path>
              <a:path w="9475470" h="4709795">
                <a:moveTo>
                  <a:pt x="8451317" y="519277"/>
                </a:moveTo>
                <a:lnTo>
                  <a:pt x="8451151" y="516851"/>
                </a:lnTo>
                <a:lnTo>
                  <a:pt x="8448815" y="512140"/>
                </a:lnTo>
                <a:lnTo>
                  <a:pt x="8446986" y="510540"/>
                </a:lnTo>
                <a:lnTo>
                  <a:pt x="8441995" y="508863"/>
                </a:lnTo>
                <a:lnTo>
                  <a:pt x="8439569" y="509028"/>
                </a:lnTo>
                <a:lnTo>
                  <a:pt x="8434857" y="511365"/>
                </a:lnTo>
                <a:lnTo>
                  <a:pt x="8433257" y="513194"/>
                </a:lnTo>
                <a:lnTo>
                  <a:pt x="8431581" y="518185"/>
                </a:lnTo>
                <a:lnTo>
                  <a:pt x="8431746" y="520611"/>
                </a:lnTo>
                <a:lnTo>
                  <a:pt x="8434083" y="525322"/>
                </a:lnTo>
                <a:lnTo>
                  <a:pt x="8435911" y="526910"/>
                </a:lnTo>
                <a:lnTo>
                  <a:pt x="8440903" y="528599"/>
                </a:lnTo>
                <a:lnTo>
                  <a:pt x="8443328" y="528434"/>
                </a:lnTo>
                <a:lnTo>
                  <a:pt x="8448040" y="526097"/>
                </a:lnTo>
                <a:lnTo>
                  <a:pt x="8449640" y="524268"/>
                </a:lnTo>
                <a:lnTo>
                  <a:pt x="8451317" y="519277"/>
                </a:lnTo>
                <a:close/>
              </a:path>
              <a:path w="9475470" h="4709795">
                <a:moveTo>
                  <a:pt x="8460194" y="4193883"/>
                </a:moveTo>
                <a:lnTo>
                  <a:pt x="8458517" y="4188891"/>
                </a:lnTo>
                <a:lnTo>
                  <a:pt x="8456930" y="4187063"/>
                </a:lnTo>
                <a:lnTo>
                  <a:pt x="8452206" y="4184726"/>
                </a:lnTo>
                <a:lnTo>
                  <a:pt x="8449780" y="4184561"/>
                </a:lnTo>
                <a:lnTo>
                  <a:pt x="8444801" y="4186237"/>
                </a:lnTo>
                <a:lnTo>
                  <a:pt x="8442973" y="4187837"/>
                </a:lnTo>
                <a:lnTo>
                  <a:pt x="8440636" y="4192549"/>
                </a:lnTo>
                <a:lnTo>
                  <a:pt x="8440471" y="4194975"/>
                </a:lnTo>
                <a:lnTo>
                  <a:pt x="8442147" y="4199953"/>
                </a:lnTo>
                <a:lnTo>
                  <a:pt x="8443735" y="4201795"/>
                </a:lnTo>
                <a:lnTo>
                  <a:pt x="8448459" y="4204131"/>
                </a:lnTo>
                <a:lnTo>
                  <a:pt x="8450872" y="4204297"/>
                </a:lnTo>
                <a:lnTo>
                  <a:pt x="8455863" y="4202620"/>
                </a:lnTo>
                <a:lnTo>
                  <a:pt x="8457692" y="4201020"/>
                </a:lnTo>
                <a:lnTo>
                  <a:pt x="8460029" y="4196308"/>
                </a:lnTo>
                <a:lnTo>
                  <a:pt x="8460194" y="4193883"/>
                </a:lnTo>
                <a:close/>
              </a:path>
              <a:path w="9475470" h="4709795">
                <a:moveTo>
                  <a:pt x="8485454" y="502348"/>
                </a:moveTo>
                <a:lnTo>
                  <a:pt x="8485289" y="499922"/>
                </a:lnTo>
                <a:lnTo>
                  <a:pt x="8482952" y="495211"/>
                </a:lnTo>
                <a:lnTo>
                  <a:pt x="8481123" y="493623"/>
                </a:lnTo>
                <a:lnTo>
                  <a:pt x="8476132" y="491934"/>
                </a:lnTo>
                <a:lnTo>
                  <a:pt x="8473707" y="492099"/>
                </a:lnTo>
                <a:lnTo>
                  <a:pt x="8468995" y="494436"/>
                </a:lnTo>
                <a:lnTo>
                  <a:pt x="8467395" y="496265"/>
                </a:lnTo>
                <a:lnTo>
                  <a:pt x="8465718" y="501256"/>
                </a:lnTo>
                <a:lnTo>
                  <a:pt x="8465883" y="503682"/>
                </a:lnTo>
                <a:lnTo>
                  <a:pt x="8468220" y="508393"/>
                </a:lnTo>
                <a:lnTo>
                  <a:pt x="8470049" y="509993"/>
                </a:lnTo>
                <a:lnTo>
                  <a:pt x="8475040" y="511670"/>
                </a:lnTo>
                <a:lnTo>
                  <a:pt x="8477453" y="511505"/>
                </a:lnTo>
                <a:lnTo>
                  <a:pt x="8482178" y="509168"/>
                </a:lnTo>
                <a:lnTo>
                  <a:pt x="8483778" y="507339"/>
                </a:lnTo>
                <a:lnTo>
                  <a:pt x="8485454" y="502348"/>
                </a:lnTo>
                <a:close/>
              </a:path>
              <a:path w="9475470" h="4709795">
                <a:moveTo>
                  <a:pt x="8494331" y="4210824"/>
                </a:moveTo>
                <a:lnTo>
                  <a:pt x="8492655" y="4205833"/>
                </a:lnTo>
                <a:lnTo>
                  <a:pt x="8491055" y="4204004"/>
                </a:lnTo>
                <a:lnTo>
                  <a:pt x="8486343" y="4201668"/>
                </a:lnTo>
                <a:lnTo>
                  <a:pt x="8483917" y="4201503"/>
                </a:lnTo>
                <a:lnTo>
                  <a:pt x="8478926" y="4203179"/>
                </a:lnTo>
                <a:lnTo>
                  <a:pt x="8477098" y="4204779"/>
                </a:lnTo>
                <a:lnTo>
                  <a:pt x="8474761" y="4209491"/>
                </a:lnTo>
                <a:lnTo>
                  <a:pt x="8474596" y="4211917"/>
                </a:lnTo>
                <a:lnTo>
                  <a:pt x="8476272" y="4216895"/>
                </a:lnTo>
                <a:lnTo>
                  <a:pt x="8477872" y="4218737"/>
                </a:lnTo>
                <a:lnTo>
                  <a:pt x="8482584" y="4221073"/>
                </a:lnTo>
                <a:lnTo>
                  <a:pt x="8485010" y="4221238"/>
                </a:lnTo>
                <a:lnTo>
                  <a:pt x="8489988" y="4219562"/>
                </a:lnTo>
                <a:lnTo>
                  <a:pt x="8491830" y="4217962"/>
                </a:lnTo>
                <a:lnTo>
                  <a:pt x="8494166" y="4213250"/>
                </a:lnTo>
                <a:lnTo>
                  <a:pt x="8494331" y="4210824"/>
                </a:lnTo>
                <a:close/>
              </a:path>
              <a:path w="9475470" h="4709795">
                <a:moveTo>
                  <a:pt x="8519592" y="485432"/>
                </a:moveTo>
                <a:lnTo>
                  <a:pt x="8519427" y="483006"/>
                </a:lnTo>
                <a:lnTo>
                  <a:pt x="8517090" y="478294"/>
                </a:lnTo>
                <a:lnTo>
                  <a:pt x="8515261" y="476694"/>
                </a:lnTo>
                <a:lnTo>
                  <a:pt x="8510270" y="475005"/>
                </a:lnTo>
                <a:lnTo>
                  <a:pt x="8507844" y="475170"/>
                </a:lnTo>
                <a:lnTo>
                  <a:pt x="8503133" y="477507"/>
                </a:lnTo>
                <a:lnTo>
                  <a:pt x="8501532" y="479348"/>
                </a:lnTo>
                <a:lnTo>
                  <a:pt x="8499856" y="484327"/>
                </a:lnTo>
                <a:lnTo>
                  <a:pt x="8500021" y="486752"/>
                </a:lnTo>
                <a:lnTo>
                  <a:pt x="8502358" y="491464"/>
                </a:lnTo>
                <a:lnTo>
                  <a:pt x="8504187" y="493064"/>
                </a:lnTo>
                <a:lnTo>
                  <a:pt x="8509165" y="494741"/>
                </a:lnTo>
                <a:lnTo>
                  <a:pt x="8511591" y="494576"/>
                </a:lnTo>
                <a:lnTo>
                  <a:pt x="8516302" y="492239"/>
                </a:lnTo>
                <a:lnTo>
                  <a:pt x="8517903" y="490410"/>
                </a:lnTo>
                <a:lnTo>
                  <a:pt x="8519592" y="485432"/>
                </a:lnTo>
                <a:close/>
              </a:path>
              <a:path w="9475470" h="4709795">
                <a:moveTo>
                  <a:pt x="8528456" y="4227766"/>
                </a:moveTo>
                <a:lnTo>
                  <a:pt x="8526780" y="4222775"/>
                </a:lnTo>
                <a:lnTo>
                  <a:pt x="8525180" y="4220946"/>
                </a:lnTo>
                <a:lnTo>
                  <a:pt x="8520468" y="4218610"/>
                </a:lnTo>
                <a:lnTo>
                  <a:pt x="8518042" y="4218444"/>
                </a:lnTo>
                <a:lnTo>
                  <a:pt x="8513051" y="4220121"/>
                </a:lnTo>
                <a:lnTo>
                  <a:pt x="8511222" y="4221721"/>
                </a:lnTo>
                <a:lnTo>
                  <a:pt x="8508886" y="4226433"/>
                </a:lnTo>
                <a:lnTo>
                  <a:pt x="8508721" y="4228858"/>
                </a:lnTo>
                <a:lnTo>
                  <a:pt x="8510397" y="4233837"/>
                </a:lnTo>
                <a:lnTo>
                  <a:pt x="8511997" y="4235666"/>
                </a:lnTo>
                <a:lnTo>
                  <a:pt x="8516709" y="4238015"/>
                </a:lnTo>
                <a:lnTo>
                  <a:pt x="8519135" y="4238180"/>
                </a:lnTo>
                <a:lnTo>
                  <a:pt x="8524126" y="4236504"/>
                </a:lnTo>
                <a:lnTo>
                  <a:pt x="8525954" y="4234904"/>
                </a:lnTo>
                <a:lnTo>
                  <a:pt x="8528291" y="4230192"/>
                </a:lnTo>
                <a:lnTo>
                  <a:pt x="8528456" y="4227766"/>
                </a:lnTo>
                <a:close/>
              </a:path>
              <a:path w="9475470" h="4709795">
                <a:moveTo>
                  <a:pt x="8553729" y="468503"/>
                </a:moveTo>
                <a:lnTo>
                  <a:pt x="8553564" y="466077"/>
                </a:lnTo>
                <a:lnTo>
                  <a:pt x="8551227" y="461365"/>
                </a:lnTo>
                <a:lnTo>
                  <a:pt x="8549386" y="459765"/>
                </a:lnTo>
                <a:lnTo>
                  <a:pt x="8544408" y="458089"/>
                </a:lnTo>
                <a:lnTo>
                  <a:pt x="8541982" y="458254"/>
                </a:lnTo>
                <a:lnTo>
                  <a:pt x="8537270" y="460590"/>
                </a:lnTo>
                <a:lnTo>
                  <a:pt x="8535670" y="462419"/>
                </a:lnTo>
                <a:lnTo>
                  <a:pt x="8533994" y="467398"/>
                </a:lnTo>
                <a:lnTo>
                  <a:pt x="8534159" y="469823"/>
                </a:lnTo>
                <a:lnTo>
                  <a:pt x="8536495" y="474535"/>
                </a:lnTo>
                <a:lnTo>
                  <a:pt x="8538324" y="476135"/>
                </a:lnTo>
                <a:lnTo>
                  <a:pt x="8543303" y="477824"/>
                </a:lnTo>
                <a:lnTo>
                  <a:pt x="8545728" y="477659"/>
                </a:lnTo>
                <a:lnTo>
                  <a:pt x="8550440" y="475322"/>
                </a:lnTo>
                <a:lnTo>
                  <a:pt x="8552040" y="473481"/>
                </a:lnTo>
                <a:lnTo>
                  <a:pt x="8553729" y="468503"/>
                </a:lnTo>
                <a:close/>
              </a:path>
              <a:path w="9475470" h="4709795">
                <a:moveTo>
                  <a:pt x="8562581" y="4244708"/>
                </a:moveTo>
                <a:lnTo>
                  <a:pt x="8560905" y="4239717"/>
                </a:lnTo>
                <a:lnTo>
                  <a:pt x="8559305" y="4237888"/>
                </a:lnTo>
                <a:lnTo>
                  <a:pt x="8554593" y="4235551"/>
                </a:lnTo>
                <a:lnTo>
                  <a:pt x="8552167" y="4235386"/>
                </a:lnTo>
                <a:lnTo>
                  <a:pt x="8547189" y="4237063"/>
                </a:lnTo>
                <a:lnTo>
                  <a:pt x="8545360" y="4238663"/>
                </a:lnTo>
                <a:lnTo>
                  <a:pt x="8543011" y="4243375"/>
                </a:lnTo>
                <a:lnTo>
                  <a:pt x="8542845" y="4245800"/>
                </a:lnTo>
                <a:lnTo>
                  <a:pt x="8544522" y="4250779"/>
                </a:lnTo>
                <a:lnTo>
                  <a:pt x="8546122" y="4252607"/>
                </a:lnTo>
                <a:lnTo>
                  <a:pt x="8550834" y="4254957"/>
                </a:lnTo>
                <a:lnTo>
                  <a:pt x="8553259" y="4255122"/>
                </a:lnTo>
                <a:lnTo>
                  <a:pt x="8558251" y="4253446"/>
                </a:lnTo>
                <a:lnTo>
                  <a:pt x="8560079" y="4251845"/>
                </a:lnTo>
                <a:lnTo>
                  <a:pt x="8562416" y="4247134"/>
                </a:lnTo>
                <a:lnTo>
                  <a:pt x="8562581" y="4244708"/>
                </a:lnTo>
                <a:close/>
              </a:path>
              <a:path w="9475470" h="4709795">
                <a:moveTo>
                  <a:pt x="8587854" y="451573"/>
                </a:moveTo>
                <a:lnTo>
                  <a:pt x="8587702" y="449148"/>
                </a:lnTo>
                <a:lnTo>
                  <a:pt x="8585365" y="444436"/>
                </a:lnTo>
                <a:lnTo>
                  <a:pt x="8583524" y="442836"/>
                </a:lnTo>
                <a:lnTo>
                  <a:pt x="8578545" y="441159"/>
                </a:lnTo>
                <a:lnTo>
                  <a:pt x="8576119" y="441325"/>
                </a:lnTo>
                <a:lnTo>
                  <a:pt x="8571408" y="443661"/>
                </a:lnTo>
                <a:lnTo>
                  <a:pt x="8569808" y="445490"/>
                </a:lnTo>
                <a:lnTo>
                  <a:pt x="8568118" y="450481"/>
                </a:lnTo>
                <a:lnTo>
                  <a:pt x="8568284" y="452907"/>
                </a:lnTo>
                <a:lnTo>
                  <a:pt x="8570620" y="457619"/>
                </a:lnTo>
                <a:lnTo>
                  <a:pt x="8572462" y="459206"/>
                </a:lnTo>
                <a:lnTo>
                  <a:pt x="8577440" y="460895"/>
                </a:lnTo>
                <a:lnTo>
                  <a:pt x="8579866" y="460730"/>
                </a:lnTo>
                <a:lnTo>
                  <a:pt x="8584578" y="458393"/>
                </a:lnTo>
                <a:lnTo>
                  <a:pt x="8586178" y="456565"/>
                </a:lnTo>
                <a:lnTo>
                  <a:pt x="8587854" y="451573"/>
                </a:lnTo>
                <a:close/>
              </a:path>
              <a:path w="9475470" h="4709795">
                <a:moveTo>
                  <a:pt x="8596719" y="4261650"/>
                </a:moveTo>
                <a:lnTo>
                  <a:pt x="8595030" y="4256659"/>
                </a:lnTo>
                <a:lnTo>
                  <a:pt x="8593442" y="4254830"/>
                </a:lnTo>
                <a:lnTo>
                  <a:pt x="8588718" y="4252493"/>
                </a:lnTo>
                <a:lnTo>
                  <a:pt x="8586292" y="4252328"/>
                </a:lnTo>
                <a:lnTo>
                  <a:pt x="8581314" y="4254004"/>
                </a:lnTo>
                <a:lnTo>
                  <a:pt x="8579485" y="4255605"/>
                </a:lnTo>
                <a:lnTo>
                  <a:pt x="8577148" y="4260316"/>
                </a:lnTo>
                <a:lnTo>
                  <a:pt x="8576983" y="4262742"/>
                </a:lnTo>
                <a:lnTo>
                  <a:pt x="8578659" y="4267720"/>
                </a:lnTo>
                <a:lnTo>
                  <a:pt x="8580247" y="4269549"/>
                </a:lnTo>
                <a:lnTo>
                  <a:pt x="8584971" y="4271899"/>
                </a:lnTo>
                <a:lnTo>
                  <a:pt x="8587397" y="4272064"/>
                </a:lnTo>
                <a:lnTo>
                  <a:pt x="8592375" y="4270387"/>
                </a:lnTo>
                <a:lnTo>
                  <a:pt x="8594204" y="4268787"/>
                </a:lnTo>
                <a:lnTo>
                  <a:pt x="8596554" y="4264076"/>
                </a:lnTo>
                <a:lnTo>
                  <a:pt x="8596719" y="4261650"/>
                </a:lnTo>
                <a:close/>
              </a:path>
              <a:path w="9475470" h="4709795">
                <a:moveTo>
                  <a:pt x="8621992" y="434644"/>
                </a:moveTo>
                <a:lnTo>
                  <a:pt x="8621827" y="432219"/>
                </a:lnTo>
                <a:lnTo>
                  <a:pt x="8619490" y="427507"/>
                </a:lnTo>
                <a:lnTo>
                  <a:pt x="8617661" y="425907"/>
                </a:lnTo>
                <a:lnTo>
                  <a:pt x="8612683" y="424230"/>
                </a:lnTo>
                <a:lnTo>
                  <a:pt x="8610257" y="424395"/>
                </a:lnTo>
                <a:lnTo>
                  <a:pt x="8605545" y="426732"/>
                </a:lnTo>
                <a:lnTo>
                  <a:pt x="8603945" y="428561"/>
                </a:lnTo>
                <a:lnTo>
                  <a:pt x="8602256" y="433552"/>
                </a:lnTo>
                <a:lnTo>
                  <a:pt x="8602421" y="435978"/>
                </a:lnTo>
                <a:lnTo>
                  <a:pt x="8604758" y="440690"/>
                </a:lnTo>
                <a:lnTo>
                  <a:pt x="8606587" y="442290"/>
                </a:lnTo>
                <a:lnTo>
                  <a:pt x="8611578" y="443966"/>
                </a:lnTo>
                <a:lnTo>
                  <a:pt x="8614004" y="443801"/>
                </a:lnTo>
                <a:lnTo>
                  <a:pt x="8618715" y="441464"/>
                </a:lnTo>
                <a:lnTo>
                  <a:pt x="8620315" y="439635"/>
                </a:lnTo>
                <a:lnTo>
                  <a:pt x="8621992" y="434644"/>
                </a:lnTo>
                <a:close/>
              </a:path>
              <a:path w="9475470" h="4709795">
                <a:moveTo>
                  <a:pt x="8630844" y="4278592"/>
                </a:moveTo>
                <a:lnTo>
                  <a:pt x="8629167" y="4273601"/>
                </a:lnTo>
                <a:lnTo>
                  <a:pt x="8627567" y="4271772"/>
                </a:lnTo>
                <a:lnTo>
                  <a:pt x="8622855" y="4269435"/>
                </a:lnTo>
                <a:lnTo>
                  <a:pt x="8620430" y="4269270"/>
                </a:lnTo>
                <a:lnTo>
                  <a:pt x="8615439" y="4270946"/>
                </a:lnTo>
                <a:lnTo>
                  <a:pt x="8613610" y="4272546"/>
                </a:lnTo>
                <a:lnTo>
                  <a:pt x="8611273" y="4277258"/>
                </a:lnTo>
                <a:lnTo>
                  <a:pt x="8611108" y="4279684"/>
                </a:lnTo>
                <a:lnTo>
                  <a:pt x="8612784" y="4284662"/>
                </a:lnTo>
                <a:lnTo>
                  <a:pt x="8614385" y="4286491"/>
                </a:lnTo>
                <a:lnTo>
                  <a:pt x="8619096" y="4288841"/>
                </a:lnTo>
                <a:lnTo>
                  <a:pt x="8621522" y="4289006"/>
                </a:lnTo>
                <a:lnTo>
                  <a:pt x="8626500" y="4287329"/>
                </a:lnTo>
                <a:lnTo>
                  <a:pt x="8628342" y="4285729"/>
                </a:lnTo>
                <a:lnTo>
                  <a:pt x="8630679" y="4281017"/>
                </a:lnTo>
                <a:lnTo>
                  <a:pt x="8630844" y="4278592"/>
                </a:lnTo>
                <a:close/>
              </a:path>
              <a:path w="9475470" h="4709795">
                <a:moveTo>
                  <a:pt x="8656129" y="417728"/>
                </a:moveTo>
                <a:lnTo>
                  <a:pt x="8655964" y="415302"/>
                </a:lnTo>
                <a:lnTo>
                  <a:pt x="8653628" y="410591"/>
                </a:lnTo>
                <a:lnTo>
                  <a:pt x="8651799" y="408990"/>
                </a:lnTo>
                <a:lnTo>
                  <a:pt x="8646820" y="407301"/>
                </a:lnTo>
                <a:lnTo>
                  <a:pt x="8644395" y="407466"/>
                </a:lnTo>
                <a:lnTo>
                  <a:pt x="8639670" y="409803"/>
                </a:lnTo>
                <a:lnTo>
                  <a:pt x="8638083" y="411645"/>
                </a:lnTo>
                <a:lnTo>
                  <a:pt x="8636394" y="416623"/>
                </a:lnTo>
                <a:lnTo>
                  <a:pt x="8636559" y="419049"/>
                </a:lnTo>
                <a:lnTo>
                  <a:pt x="8638896" y="423760"/>
                </a:lnTo>
                <a:lnTo>
                  <a:pt x="8640724" y="425361"/>
                </a:lnTo>
                <a:lnTo>
                  <a:pt x="8645715" y="427037"/>
                </a:lnTo>
                <a:lnTo>
                  <a:pt x="8648141" y="426872"/>
                </a:lnTo>
                <a:lnTo>
                  <a:pt x="8652853" y="424535"/>
                </a:lnTo>
                <a:lnTo>
                  <a:pt x="8654453" y="422706"/>
                </a:lnTo>
                <a:lnTo>
                  <a:pt x="8656129" y="417728"/>
                </a:lnTo>
                <a:close/>
              </a:path>
              <a:path w="9475470" h="4709795">
                <a:moveTo>
                  <a:pt x="8664969" y="4295533"/>
                </a:moveTo>
                <a:lnTo>
                  <a:pt x="8663292" y="4290542"/>
                </a:lnTo>
                <a:lnTo>
                  <a:pt x="8661692" y="4288714"/>
                </a:lnTo>
                <a:lnTo>
                  <a:pt x="8656980" y="4286377"/>
                </a:lnTo>
                <a:lnTo>
                  <a:pt x="8654555" y="4286212"/>
                </a:lnTo>
                <a:lnTo>
                  <a:pt x="8649564" y="4287888"/>
                </a:lnTo>
                <a:lnTo>
                  <a:pt x="8647735" y="4289488"/>
                </a:lnTo>
                <a:lnTo>
                  <a:pt x="8645398" y="4294200"/>
                </a:lnTo>
                <a:lnTo>
                  <a:pt x="8645233" y="4296626"/>
                </a:lnTo>
                <a:lnTo>
                  <a:pt x="8646909" y="4301604"/>
                </a:lnTo>
                <a:lnTo>
                  <a:pt x="8648509" y="4303433"/>
                </a:lnTo>
                <a:lnTo>
                  <a:pt x="8653221" y="4305782"/>
                </a:lnTo>
                <a:lnTo>
                  <a:pt x="8655647" y="4305947"/>
                </a:lnTo>
                <a:lnTo>
                  <a:pt x="8660638" y="4304271"/>
                </a:lnTo>
                <a:lnTo>
                  <a:pt x="8662467" y="4302671"/>
                </a:lnTo>
                <a:lnTo>
                  <a:pt x="8664804" y="4297959"/>
                </a:lnTo>
                <a:lnTo>
                  <a:pt x="8664969" y="4295533"/>
                </a:lnTo>
                <a:close/>
              </a:path>
              <a:path w="9475470" h="4709795">
                <a:moveTo>
                  <a:pt x="8690267" y="400799"/>
                </a:moveTo>
                <a:lnTo>
                  <a:pt x="8690102" y="398373"/>
                </a:lnTo>
                <a:lnTo>
                  <a:pt x="8687765" y="393661"/>
                </a:lnTo>
                <a:lnTo>
                  <a:pt x="8685936" y="392061"/>
                </a:lnTo>
                <a:lnTo>
                  <a:pt x="8680945" y="390385"/>
                </a:lnTo>
                <a:lnTo>
                  <a:pt x="8678532" y="390550"/>
                </a:lnTo>
                <a:lnTo>
                  <a:pt x="8673808" y="392887"/>
                </a:lnTo>
                <a:lnTo>
                  <a:pt x="8672208" y="394716"/>
                </a:lnTo>
                <a:lnTo>
                  <a:pt x="8670531" y="399694"/>
                </a:lnTo>
                <a:lnTo>
                  <a:pt x="8670696" y="402120"/>
                </a:lnTo>
                <a:lnTo>
                  <a:pt x="8673033" y="406831"/>
                </a:lnTo>
                <a:lnTo>
                  <a:pt x="8674862" y="408432"/>
                </a:lnTo>
                <a:lnTo>
                  <a:pt x="8679853" y="410108"/>
                </a:lnTo>
                <a:lnTo>
                  <a:pt x="8682279" y="409956"/>
                </a:lnTo>
                <a:lnTo>
                  <a:pt x="8686990" y="407606"/>
                </a:lnTo>
                <a:lnTo>
                  <a:pt x="8688591" y="405777"/>
                </a:lnTo>
                <a:lnTo>
                  <a:pt x="8690267" y="400799"/>
                </a:lnTo>
                <a:close/>
              </a:path>
              <a:path w="9475470" h="4709795">
                <a:moveTo>
                  <a:pt x="8699094" y="4312475"/>
                </a:moveTo>
                <a:lnTo>
                  <a:pt x="8697417" y="4307484"/>
                </a:lnTo>
                <a:lnTo>
                  <a:pt x="8695817" y="4305655"/>
                </a:lnTo>
                <a:lnTo>
                  <a:pt x="8691105" y="4303319"/>
                </a:lnTo>
                <a:lnTo>
                  <a:pt x="8688680" y="4303153"/>
                </a:lnTo>
                <a:lnTo>
                  <a:pt x="8683701" y="4304830"/>
                </a:lnTo>
                <a:lnTo>
                  <a:pt x="8681872" y="4306430"/>
                </a:lnTo>
                <a:lnTo>
                  <a:pt x="8679523" y="4311142"/>
                </a:lnTo>
                <a:lnTo>
                  <a:pt x="8679358" y="4313567"/>
                </a:lnTo>
                <a:lnTo>
                  <a:pt x="8681034" y="4318546"/>
                </a:lnTo>
                <a:lnTo>
                  <a:pt x="8682634" y="4320375"/>
                </a:lnTo>
                <a:lnTo>
                  <a:pt x="8687346" y="4322724"/>
                </a:lnTo>
                <a:lnTo>
                  <a:pt x="8689772" y="4322889"/>
                </a:lnTo>
                <a:lnTo>
                  <a:pt x="8694763" y="4321213"/>
                </a:lnTo>
                <a:lnTo>
                  <a:pt x="8696592" y="4319613"/>
                </a:lnTo>
                <a:lnTo>
                  <a:pt x="8698928" y="4314901"/>
                </a:lnTo>
                <a:lnTo>
                  <a:pt x="8699094" y="4312475"/>
                </a:lnTo>
                <a:close/>
              </a:path>
              <a:path w="9475470" h="4709795">
                <a:moveTo>
                  <a:pt x="8724405" y="383870"/>
                </a:moveTo>
                <a:lnTo>
                  <a:pt x="8724240" y="381444"/>
                </a:lnTo>
                <a:lnTo>
                  <a:pt x="8721903" y="376732"/>
                </a:lnTo>
                <a:lnTo>
                  <a:pt x="8720074" y="375132"/>
                </a:lnTo>
                <a:lnTo>
                  <a:pt x="8715083" y="373456"/>
                </a:lnTo>
                <a:lnTo>
                  <a:pt x="8712657" y="373621"/>
                </a:lnTo>
                <a:lnTo>
                  <a:pt x="8707945" y="375958"/>
                </a:lnTo>
                <a:lnTo>
                  <a:pt x="8706345" y="377786"/>
                </a:lnTo>
                <a:lnTo>
                  <a:pt x="8704669" y="382778"/>
                </a:lnTo>
                <a:lnTo>
                  <a:pt x="8704834" y="385191"/>
                </a:lnTo>
                <a:lnTo>
                  <a:pt x="8707171" y="389915"/>
                </a:lnTo>
                <a:lnTo>
                  <a:pt x="8709000" y="391502"/>
                </a:lnTo>
                <a:lnTo>
                  <a:pt x="8713991" y="393192"/>
                </a:lnTo>
                <a:lnTo>
                  <a:pt x="8716416" y="393026"/>
                </a:lnTo>
                <a:lnTo>
                  <a:pt x="8721128" y="390690"/>
                </a:lnTo>
                <a:lnTo>
                  <a:pt x="8722728" y="388861"/>
                </a:lnTo>
                <a:lnTo>
                  <a:pt x="8724405" y="383870"/>
                </a:lnTo>
                <a:close/>
              </a:path>
              <a:path w="9475470" h="4709795">
                <a:moveTo>
                  <a:pt x="8733231" y="4329417"/>
                </a:moveTo>
                <a:lnTo>
                  <a:pt x="8731542" y="4324426"/>
                </a:lnTo>
                <a:lnTo>
                  <a:pt x="8729955" y="4322597"/>
                </a:lnTo>
                <a:lnTo>
                  <a:pt x="8725243" y="4320260"/>
                </a:lnTo>
                <a:lnTo>
                  <a:pt x="8722817" y="4320095"/>
                </a:lnTo>
                <a:lnTo>
                  <a:pt x="8717826" y="4321772"/>
                </a:lnTo>
                <a:lnTo>
                  <a:pt x="8715997" y="4323372"/>
                </a:lnTo>
                <a:lnTo>
                  <a:pt x="8713660" y="4328084"/>
                </a:lnTo>
                <a:lnTo>
                  <a:pt x="8713495" y="4330509"/>
                </a:lnTo>
                <a:lnTo>
                  <a:pt x="8715172" y="4335488"/>
                </a:lnTo>
                <a:lnTo>
                  <a:pt x="8716772" y="4337316"/>
                </a:lnTo>
                <a:lnTo>
                  <a:pt x="8721484" y="4339666"/>
                </a:lnTo>
                <a:lnTo>
                  <a:pt x="8723909" y="4339831"/>
                </a:lnTo>
                <a:lnTo>
                  <a:pt x="8728888" y="4338142"/>
                </a:lnTo>
                <a:lnTo>
                  <a:pt x="8730717" y="4336554"/>
                </a:lnTo>
                <a:lnTo>
                  <a:pt x="8733066" y="4331843"/>
                </a:lnTo>
                <a:lnTo>
                  <a:pt x="8733231" y="4329417"/>
                </a:lnTo>
                <a:close/>
              </a:path>
              <a:path w="9475470" h="4709795">
                <a:moveTo>
                  <a:pt x="8758542" y="366941"/>
                </a:moveTo>
                <a:lnTo>
                  <a:pt x="8758377" y="364515"/>
                </a:lnTo>
                <a:lnTo>
                  <a:pt x="8756040" y="359803"/>
                </a:lnTo>
                <a:lnTo>
                  <a:pt x="8754212" y="358203"/>
                </a:lnTo>
                <a:lnTo>
                  <a:pt x="8749220" y="356527"/>
                </a:lnTo>
                <a:lnTo>
                  <a:pt x="8746795" y="356692"/>
                </a:lnTo>
                <a:lnTo>
                  <a:pt x="8742083" y="359029"/>
                </a:lnTo>
                <a:lnTo>
                  <a:pt x="8740483" y="360857"/>
                </a:lnTo>
                <a:lnTo>
                  <a:pt x="8738806" y="365848"/>
                </a:lnTo>
                <a:lnTo>
                  <a:pt x="8738972" y="368274"/>
                </a:lnTo>
                <a:lnTo>
                  <a:pt x="8741308" y="372986"/>
                </a:lnTo>
                <a:lnTo>
                  <a:pt x="8743137" y="374586"/>
                </a:lnTo>
                <a:lnTo>
                  <a:pt x="8748116" y="376262"/>
                </a:lnTo>
                <a:lnTo>
                  <a:pt x="8750541" y="376097"/>
                </a:lnTo>
                <a:lnTo>
                  <a:pt x="8755266" y="373761"/>
                </a:lnTo>
                <a:lnTo>
                  <a:pt x="8756853" y="371932"/>
                </a:lnTo>
                <a:lnTo>
                  <a:pt x="8758542" y="366941"/>
                </a:lnTo>
                <a:close/>
              </a:path>
              <a:path w="9475470" h="4709795">
                <a:moveTo>
                  <a:pt x="8767356" y="4346359"/>
                </a:moveTo>
                <a:lnTo>
                  <a:pt x="8765680" y="4341368"/>
                </a:lnTo>
                <a:lnTo>
                  <a:pt x="8764079" y="4339539"/>
                </a:lnTo>
                <a:lnTo>
                  <a:pt x="8759368" y="4337202"/>
                </a:lnTo>
                <a:lnTo>
                  <a:pt x="8756942" y="4337037"/>
                </a:lnTo>
                <a:lnTo>
                  <a:pt x="8751951" y="4338713"/>
                </a:lnTo>
                <a:lnTo>
                  <a:pt x="8750122" y="4340314"/>
                </a:lnTo>
                <a:lnTo>
                  <a:pt x="8747785" y="4345025"/>
                </a:lnTo>
                <a:lnTo>
                  <a:pt x="8747620" y="4347451"/>
                </a:lnTo>
                <a:lnTo>
                  <a:pt x="8749297" y="4352429"/>
                </a:lnTo>
                <a:lnTo>
                  <a:pt x="8750897" y="4354258"/>
                </a:lnTo>
                <a:lnTo>
                  <a:pt x="8755609" y="4356608"/>
                </a:lnTo>
                <a:lnTo>
                  <a:pt x="8758034" y="4356773"/>
                </a:lnTo>
                <a:lnTo>
                  <a:pt x="8763013" y="4355084"/>
                </a:lnTo>
                <a:lnTo>
                  <a:pt x="8764854" y="4353496"/>
                </a:lnTo>
                <a:lnTo>
                  <a:pt x="8767191" y="4348785"/>
                </a:lnTo>
                <a:lnTo>
                  <a:pt x="8767356" y="4346359"/>
                </a:lnTo>
                <a:close/>
              </a:path>
              <a:path w="9475470" h="4709795">
                <a:moveTo>
                  <a:pt x="8792680" y="350024"/>
                </a:moveTo>
                <a:lnTo>
                  <a:pt x="8792515" y="347599"/>
                </a:lnTo>
                <a:lnTo>
                  <a:pt x="8790178" y="342874"/>
                </a:lnTo>
                <a:lnTo>
                  <a:pt x="8788349" y="341287"/>
                </a:lnTo>
                <a:lnTo>
                  <a:pt x="8783358" y="339598"/>
                </a:lnTo>
                <a:lnTo>
                  <a:pt x="8780932" y="339763"/>
                </a:lnTo>
                <a:lnTo>
                  <a:pt x="8776221" y="342099"/>
                </a:lnTo>
                <a:lnTo>
                  <a:pt x="8774620" y="343941"/>
                </a:lnTo>
                <a:lnTo>
                  <a:pt x="8772944" y="348919"/>
                </a:lnTo>
                <a:lnTo>
                  <a:pt x="8773109" y="351345"/>
                </a:lnTo>
                <a:lnTo>
                  <a:pt x="8775446" y="356057"/>
                </a:lnTo>
                <a:lnTo>
                  <a:pt x="8777275" y="357657"/>
                </a:lnTo>
                <a:lnTo>
                  <a:pt x="8782253" y="359333"/>
                </a:lnTo>
                <a:lnTo>
                  <a:pt x="8784679" y="359168"/>
                </a:lnTo>
                <a:lnTo>
                  <a:pt x="8789403" y="356831"/>
                </a:lnTo>
                <a:lnTo>
                  <a:pt x="8790991" y="355003"/>
                </a:lnTo>
                <a:lnTo>
                  <a:pt x="8792680" y="350024"/>
                </a:lnTo>
                <a:close/>
              </a:path>
              <a:path w="9475470" h="4709795">
                <a:moveTo>
                  <a:pt x="8801481" y="4363301"/>
                </a:moveTo>
                <a:lnTo>
                  <a:pt x="8799805" y="4358310"/>
                </a:lnTo>
                <a:lnTo>
                  <a:pt x="8798204" y="4356481"/>
                </a:lnTo>
                <a:lnTo>
                  <a:pt x="8793493" y="4354144"/>
                </a:lnTo>
                <a:lnTo>
                  <a:pt x="8791067" y="4353979"/>
                </a:lnTo>
                <a:lnTo>
                  <a:pt x="8786089" y="4355655"/>
                </a:lnTo>
                <a:lnTo>
                  <a:pt x="8784247" y="4357255"/>
                </a:lnTo>
                <a:lnTo>
                  <a:pt x="8781910" y="4361967"/>
                </a:lnTo>
                <a:lnTo>
                  <a:pt x="8781745" y="4364393"/>
                </a:lnTo>
                <a:lnTo>
                  <a:pt x="8783422" y="4369371"/>
                </a:lnTo>
                <a:lnTo>
                  <a:pt x="8785022" y="4371200"/>
                </a:lnTo>
                <a:lnTo>
                  <a:pt x="8789733" y="4373550"/>
                </a:lnTo>
                <a:lnTo>
                  <a:pt x="8792159" y="4373715"/>
                </a:lnTo>
                <a:lnTo>
                  <a:pt x="8797150" y="4372026"/>
                </a:lnTo>
                <a:lnTo>
                  <a:pt x="8798979" y="4370438"/>
                </a:lnTo>
                <a:lnTo>
                  <a:pt x="8801316" y="4365726"/>
                </a:lnTo>
                <a:lnTo>
                  <a:pt x="8801481" y="4363301"/>
                </a:lnTo>
                <a:close/>
              </a:path>
              <a:path w="9475470" h="4709795">
                <a:moveTo>
                  <a:pt x="8826805" y="333095"/>
                </a:moveTo>
                <a:lnTo>
                  <a:pt x="8826652" y="330669"/>
                </a:lnTo>
                <a:lnTo>
                  <a:pt x="8824316" y="325958"/>
                </a:lnTo>
                <a:lnTo>
                  <a:pt x="8822474" y="324358"/>
                </a:lnTo>
                <a:lnTo>
                  <a:pt x="8817496" y="322681"/>
                </a:lnTo>
                <a:lnTo>
                  <a:pt x="8815070" y="322846"/>
                </a:lnTo>
                <a:lnTo>
                  <a:pt x="8810358" y="325183"/>
                </a:lnTo>
                <a:lnTo>
                  <a:pt x="8808758" y="327012"/>
                </a:lnTo>
                <a:lnTo>
                  <a:pt x="8807082" y="331990"/>
                </a:lnTo>
                <a:lnTo>
                  <a:pt x="8807247" y="334416"/>
                </a:lnTo>
                <a:lnTo>
                  <a:pt x="8809584" y="339128"/>
                </a:lnTo>
                <a:lnTo>
                  <a:pt x="8811412" y="340728"/>
                </a:lnTo>
                <a:lnTo>
                  <a:pt x="8816391" y="342404"/>
                </a:lnTo>
                <a:lnTo>
                  <a:pt x="8818816" y="342239"/>
                </a:lnTo>
                <a:lnTo>
                  <a:pt x="8823528" y="339902"/>
                </a:lnTo>
                <a:lnTo>
                  <a:pt x="8825128" y="338074"/>
                </a:lnTo>
                <a:lnTo>
                  <a:pt x="8826805" y="333095"/>
                </a:lnTo>
                <a:close/>
              </a:path>
              <a:path w="9475470" h="4709795">
                <a:moveTo>
                  <a:pt x="8835606" y="4380242"/>
                </a:moveTo>
                <a:lnTo>
                  <a:pt x="8833929" y="4375251"/>
                </a:lnTo>
                <a:lnTo>
                  <a:pt x="8832329" y="4373423"/>
                </a:lnTo>
                <a:lnTo>
                  <a:pt x="8827618" y="4371086"/>
                </a:lnTo>
                <a:lnTo>
                  <a:pt x="8825192" y="4370921"/>
                </a:lnTo>
                <a:lnTo>
                  <a:pt x="8820213" y="4372597"/>
                </a:lnTo>
                <a:lnTo>
                  <a:pt x="8818385" y="4374197"/>
                </a:lnTo>
                <a:lnTo>
                  <a:pt x="8816035" y="4378909"/>
                </a:lnTo>
                <a:lnTo>
                  <a:pt x="8815870" y="4381335"/>
                </a:lnTo>
                <a:lnTo>
                  <a:pt x="8817559" y="4386313"/>
                </a:lnTo>
                <a:lnTo>
                  <a:pt x="8819147" y="4388142"/>
                </a:lnTo>
                <a:lnTo>
                  <a:pt x="8823858" y="4390491"/>
                </a:lnTo>
                <a:lnTo>
                  <a:pt x="8826284" y="4390656"/>
                </a:lnTo>
                <a:lnTo>
                  <a:pt x="8831275" y="4388967"/>
                </a:lnTo>
                <a:lnTo>
                  <a:pt x="8833104" y="4387380"/>
                </a:lnTo>
                <a:lnTo>
                  <a:pt x="8835441" y="4382668"/>
                </a:lnTo>
                <a:lnTo>
                  <a:pt x="8835606" y="4380242"/>
                </a:lnTo>
                <a:close/>
              </a:path>
              <a:path w="9475470" h="4709795">
                <a:moveTo>
                  <a:pt x="8860942" y="316166"/>
                </a:moveTo>
                <a:lnTo>
                  <a:pt x="8860777" y="313740"/>
                </a:lnTo>
                <a:lnTo>
                  <a:pt x="8858440" y="309029"/>
                </a:lnTo>
                <a:lnTo>
                  <a:pt x="8856612" y="307428"/>
                </a:lnTo>
                <a:lnTo>
                  <a:pt x="8851633" y="305752"/>
                </a:lnTo>
                <a:lnTo>
                  <a:pt x="8849208" y="305917"/>
                </a:lnTo>
                <a:lnTo>
                  <a:pt x="8844496" y="308254"/>
                </a:lnTo>
                <a:lnTo>
                  <a:pt x="8842896" y="310083"/>
                </a:lnTo>
                <a:lnTo>
                  <a:pt x="8841207" y="315074"/>
                </a:lnTo>
                <a:lnTo>
                  <a:pt x="8841372" y="317487"/>
                </a:lnTo>
                <a:lnTo>
                  <a:pt x="8843708" y="322211"/>
                </a:lnTo>
                <a:lnTo>
                  <a:pt x="8845537" y="323799"/>
                </a:lnTo>
                <a:lnTo>
                  <a:pt x="8850528" y="325488"/>
                </a:lnTo>
                <a:lnTo>
                  <a:pt x="8852954" y="325323"/>
                </a:lnTo>
                <a:lnTo>
                  <a:pt x="8857666" y="322986"/>
                </a:lnTo>
                <a:lnTo>
                  <a:pt x="8859266" y="321157"/>
                </a:lnTo>
                <a:lnTo>
                  <a:pt x="8860942" y="316166"/>
                </a:lnTo>
                <a:close/>
              </a:path>
              <a:path w="9475470" h="4709795">
                <a:moveTo>
                  <a:pt x="8869743" y="4397184"/>
                </a:moveTo>
                <a:lnTo>
                  <a:pt x="8868067" y="4392193"/>
                </a:lnTo>
                <a:lnTo>
                  <a:pt x="8866467" y="4390364"/>
                </a:lnTo>
                <a:lnTo>
                  <a:pt x="8861755" y="4388028"/>
                </a:lnTo>
                <a:lnTo>
                  <a:pt x="8859329" y="4387862"/>
                </a:lnTo>
                <a:lnTo>
                  <a:pt x="8854338" y="4389539"/>
                </a:lnTo>
                <a:lnTo>
                  <a:pt x="8852510" y="4391139"/>
                </a:lnTo>
                <a:lnTo>
                  <a:pt x="8850173" y="4395851"/>
                </a:lnTo>
                <a:lnTo>
                  <a:pt x="8850008" y="4398264"/>
                </a:lnTo>
                <a:lnTo>
                  <a:pt x="8851684" y="4403255"/>
                </a:lnTo>
                <a:lnTo>
                  <a:pt x="8853284" y="4405084"/>
                </a:lnTo>
                <a:lnTo>
                  <a:pt x="8857996" y="4407433"/>
                </a:lnTo>
                <a:lnTo>
                  <a:pt x="8860422" y="4407598"/>
                </a:lnTo>
                <a:lnTo>
                  <a:pt x="8865400" y="4405909"/>
                </a:lnTo>
                <a:lnTo>
                  <a:pt x="8867229" y="4404322"/>
                </a:lnTo>
                <a:lnTo>
                  <a:pt x="8869578" y="4399610"/>
                </a:lnTo>
                <a:lnTo>
                  <a:pt x="8869743" y="4397184"/>
                </a:lnTo>
                <a:close/>
              </a:path>
              <a:path w="9475470" h="4709795">
                <a:moveTo>
                  <a:pt x="8895080" y="299237"/>
                </a:moveTo>
                <a:lnTo>
                  <a:pt x="8894915" y="296811"/>
                </a:lnTo>
                <a:lnTo>
                  <a:pt x="8892578" y="292100"/>
                </a:lnTo>
                <a:lnTo>
                  <a:pt x="8890749" y="290499"/>
                </a:lnTo>
                <a:lnTo>
                  <a:pt x="8885771" y="288823"/>
                </a:lnTo>
                <a:lnTo>
                  <a:pt x="8883345" y="288988"/>
                </a:lnTo>
                <a:lnTo>
                  <a:pt x="8878621" y="291325"/>
                </a:lnTo>
                <a:lnTo>
                  <a:pt x="8877033" y="293154"/>
                </a:lnTo>
                <a:lnTo>
                  <a:pt x="8875344" y="298145"/>
                </a:lnTo>
                <a:lnTo>
                  <a:pt x="8875509" y="300570"/>
                </a:lnTo>
                <a:lnTo>
                  <a:pt x="8877846" y="305282"/>
                </a:lnTo>
                <a:lnTo>
                  <a:pt x="8879675" y="306882"/>
                </a:lnTo>
                <a:lnTo>
                  <a:pt x="8884666" y="308559"/>
                </a:lnTo>
                <a:lnTo>
                  <a:pt x="8887092" y="308394"/>
                </a:lnTo>
                <a:lnTo>
                  <a:pt x="8891803" y="306057"/>
                </a:lnTo>
                <a:lnTo>
                  <a:pt x="8893404" y="304228"/>
                </a:lnTo>
                <a:lnTo>
                  <a:pt x="8895080" y="299237"/>
                </a:lnTo>
                <a:close/>
              </a:path>
              <a:path w="9475470" h="4709795">
                <a:moveTo>
                  <a:pt x="8903868" y="4414126"/>
                </a:moveTo>
                <a:lnTo>
                  <a:pt x="8902192" y="4409135"/>
                </a:lnTo>
                <a:lnTo>
                  <a:pt x="8900592" y="4407306"/>
                </a:lnTo>
                <a:lnTo>
                  <a:pt x="8895880" y="4404969"/>
                </a:lnTo>
                <a:lnTo>
                  <a:pt x="8893454" y="4404804"/>
                </a:lnTo>
                <a:lnTo>
                  <a:pt x="8888463" y="4406481"/>
                </a:lnTo>
                <a:lnTo>
                  <a:pt x="8886634" y="4408081"/>
                </a:lnTo>
                <a:lnTo>
                  <a:pt x="8884298" y="4412793"/>
                </a:lnTo>
                <a:lnTo>
                  <a:pt x="8884133" y="4415206"/>
                </a:lnTo>
                <a:lnTo>
                  <a:pt x="8885809" y="4420197"/>
                </a:lnTo>
                <a:lnTo>
                  <a:pt x="8887409" y="4422025"/>
                </a:lnTo>
                <a:lnTo>
                  <a:pt x="8892121" y="4424375"/>
                </a:lnTo>
                <a:lnTo>
                  <a:pt x="8894547" y="4424540"/>
                </a:lnTo>
                <a:lnTo>
                  <a:pt x="8899538" y="4422851"/>
                </a:lnTo>
                <a:lnTo>
                  <a:pt x="8901366" y="4421263"/>
                </a:lnTo>
                <a:lnTo>
                  <a:pt x="8903703" y="4416552"/>
                </a:lnTo>
                <a:lnTo>
                  <a:pt x="8903868" y="4414126"/>
                </a:lnTo>
                <a:close/>
              </a:path>
              <a:path w="9475470" h="4709795">
                <a:moveTo>
                  <a:pt x="8929218" y="282308"/>
                </a:moveTo>
                <a:lnTo>
                  <a:pt x="8929052" y="279895"/>
                </a:lnTo>
                <a:lnTo>
                  <a:pt x="8926716" y="275170"/>
                </a:lnTo>
                <a:lnTo>
                  <a:pt x="8924887" y="273583"/>
                </a:lnTo>
                <a:lnTo>
                  <a:pt x="8919908" y="271894"/>
                </a:lnTo>
                <a:lnTo>
                  <a:pt x="8917483" y="272059"/>
                </a:lnTo>
                <a:lnTo>
                  <a:pt x="8912758" y="274396"/>
                </a:lnTo>
                <a:lnTo>
                  <a:pt x="8911171" y="276225"/>
                </a:lnTo>
                <a:lnTo>
                  <a:pt x="8909482" y="281216"/>
                </a:lnTo>
                <a:lnTo>
                  <a:pt x="8909647" y="283641"/>
                </a:lnTo>
                <a:lnTo>
                  <a:pt x="8911984" y="288353"/>
                </a:lnTo>
                <a:lnTo>
                  <a:pt x="8913812" y="289953"/>
                </a:lnTo>
                <a:lnTo>
                  <a:pt x="8918804" y="291630"/>
                </a:lnTo>
                <a:lnTo>
                  <a:pt x="8921229" y="291465"/>
                </a:lnTo>
                <a:lnTo>
                  <a:pt x="8925941" y="289128"/>
                </a:lnTo>
                <a:lnTo>
                  <a:pt x="8927541" y="287299"/>
                </a:lnTo>
                <a:lnTo>
                  <a:pt x="8929218" y="282308"/>
                </a:lnTo>
                <a:close/>
              </a:path>
              <a:path w="9475470" h="4709795">
                <a:moveTo>
                  <a:pt x="8937993" y="4431068"/>
                </a:moveTo>
                <a:lnTo>
                  <a:pt x="8936317" y="4426077"/>
                </a:lnTo>
                <a:lnTo>
                  <a:pt x="8934717" y="4424248"/>
                </a:lnTo>
                <a:lnTo>
                  <a:pt x="8930005" y="4421911"/>
                </a:lnTo>
                <a:lnTo>
                  <a:pt x="8927579" y="4421746"/>
                </a:lnTo>
                <a:lnTo>
                  <a:pt x="8922601" y="4423422"/>
                </a:lnTo>
                <a:lnTo>
                  <a:pt x="8920759" y="4425023"/>
                </a:lnTo>
                <a:lnTo>
                  <a:pt x="8918423" y="4429734"/>
                </a:lnTo>
                <a:lnTo>
                  <a:pt x="8918257" y="4432147"/>
                </a:lnTo>
                <a:lnTo>
                  <a:pt x="8919934" y="4437138"/>
                </a:lnTo>
                <a:lnTo>
                  <a:pt x="8921534" y="4438967"/>
                </a:lnTo>
                <a:lnTo>
                  <a:pt x="8926246" y="4441304"/>
                </a:lnTo>
                <a:lnTo>
                  <a:pt x="8928671" y="4441482"/>
                </a:lnTo>
                <a:lnTo>
                  <a:pt x="8933663" y="4439793"/>
                </a:lnTo>
                <a:lnTo>
                  <a:pt x="8935491" y="4438205"/>
                </a:lnTo>
                <a:lnTo>
                  <a:pt x="8937828" y="4433494"/>
                </a:lnTo>
                <a:lnTo>
                  <a:pt x="8937993" y="4431068"/>
                </a:lnTo>
                <a:close/>
              </a:path>
              <a:path w="9475470" h="4709795">
                <a:moveTo>
                  <a:pt x="8963355" y="265391"/>
                </a:moveTo>
                <a:lnTo>
                  <a:pt x="8963190" y="262966"/>
                </a:lnTo>
                <a:lnTo>
                  <a:pt x="8960853" y="258254"/>
                </a:lnTo>
                <a:lnTo>
                  <a:pt x="8959024" y="256654"/>
                </a:lnTo>
                <a:lnTo>
                  <a:pt x="8954033" y="254977"/>
                </a:lnTo>
                <a:lnTo>
                  <a:pt x="8951620" y="255130"/>
                </a:lnTo>
                <a:lnTo>
                  <a:pt x="8946896" y="257479"/>
                </a:lnTo>
                <a:lnTo>
                  <a:pt x="8945296" y="259308"/>
                </a:lnTo>
                <a:lnTo>
                  <a:pt x="8943619" y="264287"/>
                </a:lnTo>
                <a:lnTo>
                  <a:pt x="8943784" y="266712"/>
                </a:lnTo>
                <a:lnTo>
                  <a:pt x="8946121" y="271424"/>
                </a:lnTo>
                <a:lnTo>
                  <a:pt x="8947950" y="273024"/>
                </a:lnTo>
                <a:lnTo>
                  <a:pt x="8952941" y="274701"/>
                </a:lnTo>
                <a:lnTo>
                  <a:pt x="8955367" y="274535"/>
                </a:lnTo>
                <a:lnTo>
                  <a:pt x="8960079" y="272199"/>
                </a:lnTo>
                <a:lnTo>
                  <a:pt x="8961679" y="270370"/>
                </a:lnTo>
                <a:lnTo>
                  <a:pt x="8963355" y="265391"/>
                </a:lnTo>
                <a:close/>
              </a:path>
              <a:path w="9475470" h="4709795">
                <a:moveTo>
                  <a:pt x="8972118" y="4448010"/>
                </a:moveTo>
                <a:lnTo>
                  <a:pt x="8970442" y="4443019"/>
                </a:lnTo>
                <a:lnTo>
                  <a:pt x="8968854" y="4441190"/>
                </a:lnTo>
                <a:lnTo>
                  <a:pt x="8964130" y="4438853"/>
                </a:lnTo>
                <a:lnTo>
                  <a:pt x="8961704" y="4438688"/>
                </a:lnTo>
                <a:lnTo>
                  <a:pt x="8956726" y="4440364"/>
                </a:lnTo>
                <a:lnTo>
                  <a:pt x="8954897" y="4441964"/>
                </a:lnTo>
                <a:lnTo>
                  <a:pt x="8952547" y="4446676"/>
                </a:lnTo>
                <a:lnTo>
                  <a:pt x="8952382" y="4449089"/>
                </a:lnTo>
                <a:lnTo>
                  <a:pt x="8954071" y="4454080"/>
                </a:lnTo>
                <a:lnTo>
                  <a:pt x="8955659" y="4455909"/>
                </a:lnTo>
                <a:lnTo>
                  <a:pt x="8960383" y="4458246"/>
                </a:lnTo>
                <a:lnTo>
                  <a:pt x="8962809" y="4458411"/>
                </a:lnTo>
                <a:lnTo>
                  <a:pt x="8967787" y="4456735"/>
                </a:lnTo>
                <a:lnTo>
                  <a:pt x="8969616" y="4455147"/>
                </a:lnTo>
                <a:lnTo>
                  <a:pt x="8971953" y="4450435"/>
                </a:lnTo>
                <a:lnTo>
                  <a:pt x="8972118" y="4448010"/>
                </a:lnTo>
                <a:close/>
              </a:path>
              <a:path w="9475470" h="4709795">
                <a:moveTo>
                  <a:pt x="8997493" y="248462"/>
                </a:moveTo>
                <a:lnTo>
                  <a:pt x="8997328" y="246037"/>
                </a:lnTo>
                <a:lnTo>
                  <a:pt x="8994991" y="241325"/>
                </a:lnTo>
                <a:lnTo>
                  <a:pt x="8993162" y="239725"/>
                </a:lnTo>
                <a:lnTo>
                  <a:pt x="8988171" y="238048"/>
                </a:lnTo>
                <a:lnTo>
                  <a:pt x="8985745" y="238213"/>
                </a:lnTo>
                <a:lnTo>
                  <a:pt x="8981034" y="240550"/>
                </a:lnTo>
                <a:lnTo>
                  <a:pt x="8979433" y="242379"/>
                </a:lnTo>
                <a:lnTo>
                  <a:pt x="8977757" y="247357"/>
                </a:lnTo>
                <a:lnTo>
                  <a:pt x="8977922" y="249783"/>
                </a:lnTo>
                <a:lnTo>
                  <a:pt x="8980259" y="254495"/>
                </a:lnTo>
                <a:lnTo>
                  <a:pt x="8982088" y="256095"/>
                </a:lnTo>
                <a:lnTo>
                  <a:pt x="8987079" y="257784"/>
                </a:lnTo>
                <a:lnTo>
                  <a:pt x="8989492" y="257619"/>
                </a:lnTo>
                <a:lnTo>
                  <a:pt x="8994216" y="255282"/>
                </a:lnTo>
                <a:lnTo>
                  <a:pt x="8995816" y="253441"/>
                </a:lnTo>
                <a:lnTo>
                  <a:pt x="8997493" y="248462"/>
                </a:lnTo>
                <a:close/>
              </a:path>
              <a:path w="9475470" h="4709795">
                <a:moveTo>
                  <a:pt x="9006256" y="4464951"/>
                </a:moveTo>
                <a:lnTo>
                  <a:pt x="9004579" y="4459960"/>
                </a:lnTo>
                <a:lnTo>
                  <a:pt x="9002979" y="4458132"/>
                </a:lnTo>
                <a:lnTo>
                  <a:pt x="8998267" y="4455795"/>
                </a:lnTo>
                <a:lnTo>
                  <a:pt x="8995842" y="4455630"/>
                </a:lnTo>
                <a:lnTo>
                  <a:pt x="8990851" y="4457306"/>
                </a:lnTo>
                <a:lnTo>
                  <a:pt x="8989022" y="4458906"/>
                </a:lnTo>
                <a:lnTo>
                  <a:pt x="8986685" y="4463618"/>
                </a:lnTo>
                <a:lnTo>
                  <a:pt x="8986520" y="4466031"/>
                </a:lnTo>
                <a:lnTo>
                  <a:pt x="8988196" y="4471022"/>
                </a:lnTo>
                <a:lnTo>
                  <a:pt x="8989797" y="4472851"/>
                </a:lnTo>
                <a:lnTo>
                  <a:pt x="8994508" y="4475188"/>
                </a:lnTo>
                <a:lnTo>
                  <a:pt x="8996934" y="4475353"/>
                </a:lnTo>
                <a:lnTo>
                  <a:pt x="9001912" y="4473676"/>
                </a:lnTo>
                <a:lnTo>
                  <a:pt x="9003741" y="4472089"/>
                </a:lnTo>
                <a:lnTo>
                  <a:pt x="9006091" y="4467377"/>
                </a:lnTo>
                <a:lnTo>
                  <a:pt x="9006256" y="4464951"/>
                </a:lnTo>
                <a:close/>
              </a:path>
              <a:path w="9475470" h="4709795">
                <a:moveTo>
                  <a:pt x="9031630" y="231533"/>
                </a:moveTo>
                <a:lnTo>
                  <a:pt x="9031465" y="229108"/>
                </a:lnTo>
                <a:lnTo>
                  <a:pt x="9029128" y="224396"/>
                </a:lnTo>
                <a:lnTo>
                  <a:pt x="9027300" y="222796"/>
                </a:lnTo>
                <a:lnTo>
                  <a:pt x="9022309" y="221119"/>
                </a:lnTo>
                <a:lnTo>
                  <a:pt x="9019883" y="221284"/>
                </a:lnTo>
                <a:lnTo>
                  <a:pt x="9015171" y="223621"/>
                </a:lnTo>
                <a:lnTo>
                  <a:pt x="9013571" y="225450"/>
                </a:lnTo>
                <a:lnTo>
                  <a:pt x="9011895" y="230441"/>
                </a:lnTo>
                <a:lnTo>
                  <a:pt x="9012060" y="232867"/>
                </a:lnTo>
                <a:lnTo>
                  <a:pt x="9014396" y="237578"/>
                </a:lnTo>
                <a:lnTo>
                  <a:pt x="9016225" y="239179"/>
                </a:lnTo>
                <a:lnTo>
                  <a:pt x="9021204" y="240855"/>
                </a:lnTo>
                <a:lnTo>
                  <a:pt x="9023629" y="240690"/>
                </a:lnTo>
                <a:lnTo>
                  <a:pt x="9028354" y="238353"/>
                </a:lnTo>
                <a:lnTo>
                  <a:pt x="9029941" y="236524"/>
                </a:lnTo>
                <a:lnTo>
                  <a:pt x="9031630" y="231533"/>
                </a:lnTo>
                <a:close/>
              </a:path>
              <a:path w="9475470" h="4709795">
                <a:moveTo>
                  <a:pt x="9040381" y="4481893"/>
                </a:moveTo>
                <a:lnTo>
                  <a:pt x="9038704" y="4476902"/>
                </a:lnTo>
                <a:lnTo>
                  <a:pt x="9037104" y="4475073"/>
                </a:lnTo>
                <a:lnTo>
                  <a:pt x="9032392" y="4472737"/>
                </a:lnTo>
                <a:lnTo>
                  <a:pt x="9029967" y="4472571"/>
                </a:lnTo>
                <a:lnTo>
                  <a:pt x="9024976" y="4474248"/>
                </a:lnTo>
                <a:lnTo>
                  <a:pt x="9023147" y="4475835"/>
                </a:lnTo>
                <a:lnTo>
                  <a:pt x="9020810" y="4480560"/>
                </a:lnTo>
                <a:lnTo>
                  <a:pt x="9020645" y="4482973"/>
                </a:lnTo>
                <a:lnTo>
                  <a:pt x="9022321" y="4487964"/>
                </a:lnTo>
                <a:lnTo>
                  <a:pt x="9023921" y="4489793"/>
                </a:lnTo>
                <a:lnTo>
                  <a:pt x="9028633" y="4492129"/>
                </a:lnTo>
                <a:lnTo>
                  <a:pt x="9031059" y="4492295"/>
                </a:lnTo>
                <a:lnTo>
                  <a:pt x="9036050" y="4490618"/>
                </a:lnTo>
                <a:lnTo>
                  <a:pt x="9037879" y="4489031"/>
                </a:lnTo>
                <a:lnTo>
                  <a:pt x="9040216" y="4484319"/>
                </a:lnTo>
                <a:lnTo>
                  <a:pt x="9040381" y="4481893"/>
                </a:lnTo>
                <a:close/>
              </a:path>
              <a:path w="9475470" h="4709795">
                <a:moveTo>
                  <a:pt x="9065768" y="214604"/>
                </a:moveTo>
                <a:lnTo>
                  <a:pt x="9065603" y="212191"/>
                </a:lnTo>
                <a:lnTo>
                  <a:pt x="9063266" y="207467"/>
                </a:lnTo>
                <a:lnTo>
                  <a:pt x="9061437" y="205879"/>
                </a:lnTo>
                <a:lnTo>
                  <a:pt x="9056446" y="204190"/>
                </a:lnTo>
                <a:lnTo>
                  <a:pt x="9054020" y="204355"/>
                </a:lnTo>
                <a:lnTo>
                  <a:pt x="9049309" y="206692"/>
                </a:lnTo>
                <a:lnTo>
                  <a:pt x="9047709" y="208521"/>
                </a:lnTo>
                <a:lnTo>
                  <a:pt x="9046032" y="213512"/>
                </a:lnTo>
                <a:lnTo>
                  <a:pt x="9046197" y="215938"/>
                </a:lnTo>
                <a:lnTo>
                  <a:pt x="9048534" y="220649"/>
                </a:lnTo>
                <a:lnTo>
                  <a:pt x="9050363" y="222250"/>
                </a:lnTo>
                <a:lnTo>
                  <a:pt x="9055341" y="223926"/>
                </a:lnTo>
                <a:lnTo>
                  <a:pt x="9057767" y="223761"/>
                </a:lnTo>
                <a:lnTo>
                  <a:pt x="9062479" y="221424"/>
                </a:lnTo>
                <a:lnTo>
                  <a:pt x="9064079" y="219595"/>
                </a:lnTo>
                <a:lnTo>
                  <a:pt x="9065768" y="214604"/>
                </a:lnTo>
                <a:close/>
              </a:path>
              <a:path w="9475470" h="4709795">
                <a:moveTo>
                  <a:pt x="9074506" y="4498835"/>
                </a:moveTo>
                <a:lnTo>
                  <a:pt x="9072829" y="4493844"/>
                </a:lnTo>
                <a:lnTo>
                  <a:pt x="9071229" y="4492015"/>
                </a:lnTo>
                <a:lnTo>
                  <a:pt x="9066517" y="4489678"/>
                </a:lnTo>
                <a:lnTo>
                  <a:pt x="9064092" y="4489513"/>
                </a:lnTo>
                <a:lnTo>
                  <a:pt x="9059113" y="4491190"/>
                </a:lnTo>
                <a:lnTo>
                  <a:pt x="9057272" y="4492777"/>
                </a:lnTo>
                <a:lnTo>
                  <a:pt x="9054935" y="4497489"/>
                </a:lnTo>
                <a:lnTo>
                  <a:pt x="9054770" y="4499915"/>
                </a:lnTo>
                <a:lnTo>
                  <a:pt x="9056446" y="4504906"/>
                </a:lnTo>
                <a:lnTo>
                  <a:pt x="9058046" y="4506734"/>
                </a:lnTo>
                <a:lnTo>
                  <a:pt x="9062758" y="4509071"/>
                </a:lnTo>
                <a:lnTo>
                  <a:pt x="9065184" y="4509236"/>
                </a:lnTo>
                <a:lnTo>
                  <a:pt x="9070175" y="4507560"/>
                </a:lnTo>
                <a:lnTo>
                  <a:pt x="9072004" y="4505972"/>
                </a:lnTo>
                <a:lnTo>
                  <a:pt x="9074340" y="4501261"/>
                </a:lnTo>
                <a:lnTo>
                  <a:pt x="9074506" y="4498835"/>
                </a:lnTo>
                <a:close/>
              </a:path>
              <a:path w="9475470" h="4709795">
                <a:moveTo>
                  <a:pt x="9099893" y="197688"/>
                </a:moveTo>
                <a:lnTo>
                  <a:pt x="9099740" y="195262"/>
                </a:lnTo>
                <a:lnTo>
                  <a:pt x="9097404" y="190550"/>
                </a:lnTo>
                <a:lnTo>
                  <a:pt x="9095562" y="188950"/>
                </a:lnTo>
                <a:lnTo>
                  <a:pt x="9090584" y="187274"/>
                </a:lnTo>
                <a:lnTo>
                  <a:pt x="9088158" y="187426"/>
                </a:lnTo>
                <a:lnTo>
                  <a:pt x="9083446" y="189776"/>
                </a:lnTo>
                <a:lnTo>
                  <a:pt x="9081846" y="191604"/>
                </a:lnTo>
                <a:lnTo>
                  <a:pt x="9080170" y="196583"/>
                </a:lnTo>
                <a:lnTo>
                  <a:pt x="9080322" y="199009"/>
                </a:lnTo>
                <a:lnTo>
                  <a:pt x="9082659" y="203720"/>
                </a:lnTo>
                <a:lnTo>
                  <a:pt x="9084500" y="205320"/>
                </a:lnTo>
                <a:lnTo>
                  <a:pt x="9089479" y="206997"/>
                </a:lnTo>
                <a:lnTo>
                  <a:pt x="9091905" y="206832"/>
                </a:lnTo>
                <a:lnTo>
                  <a:pt x="9096616" y="204495"/>
                </a:lnTo>
                <a:lnTo>
                  <a:pt x="9098216" y="202666"/>
                </a:lnTo>
                <a:lnTo>
                  <a:pt x="9099893" y="197688"/>
                </a:lnTo>
                <a:close/>
              </a:path>
              <a:path w="9475470" h="4709795">
                <a:moveTo>
                  <a:pt x="9108630" y="4515777"/>
                </a:moveTo>
                <a:lnTo>
                  <a:pt x="9106954" y="4510786"/>
                </a:lnTo>
                <a:lnTo>
                  <a:pt x="9105367" y="4508957"/>
                </a:lnTo>
                <a:lnTo>
                  <a:pt x="9100642" y="4506620"/>
                </a:lnTo>
                <a:lnTo>
                  <a:pt x="9098229" y="4506455"/>
                </a:lnTo>
                <a:lnTo>
                  <a:pt x="9093238" y="4508131"/>
                </a:lnTo>
                <a:lnTo>
                  <a:pt x="9091409" y="4509719"/>
                </a:lnTo>
                <a:lnTo>
                  <a:pt x="9089072" y="4514431"/>
                </a:lnTo>
                <a:lnTo>
                  <a:pt x="9088907" y="4516856"/>
                </a:lnTo>
                <a:lnTo>
                  <a:pt x="9090584" y="4521847"/>
                </a:lnTo>
                <a:lnTo>
                  <a:pt x="9092171" y="4523676"/>
                </a:lnTo>
                <a:lnTo>
                  <a:pt x="9096896" y="4526013"/>
                </a:lnTo>
                <a:lnTo>
                  <a:pt x="9099321" y="4526178"/>
                </a:lnTo>
                <a:lnTo>
                  <a:pt x="9104300" y="4524502"/>
                </a:lnTo>
                <a:lnTo>
                  <a:pt x="9106129" y="4522902"/>
                </a:lnTo>
                <a:lnTo>
                  <a:pt x="9108465" y="4518190"/>
                </a:lnTo>
                <a:lnTo>
                  <a:pt x="9108630" y="4515777"/>
                </a:lnTo>
                <a:close/>
              </a:path>
              <a:path w="9475470" h="4709795">
                <a:moveTo>
                  <a:pt x="9134030" y="180759"/>
                </a:moveTo>
                <a:lnTo>
                  <a:pt x="9133865" y="178333"/>
                </a:lnTo>
                <a:lnTo>
                  <a:pt x="9131529" y="173621"/>
                </a:lnTo>
                <a:lnTo>
                  <a:pt x="9129700" y="172021"/>
                </a:lnTo>
                <a:lnTo>
                  <a:pt x="9124721" y="170345"/>
                </a:lnTo>
                <a:lnTo>
                  <a:pt x="9122296" y="170510"/>
                </a:lnTo>
                <a:lnTo>
                  <a:pt x="9117584" y="172847"/>
                </a:lnTo>
                <a:lnTo>
                  <a:pt x="9115984" y="174675"/>
                </a:lnTo>
                <a:lnTo>
                  <a:pt x="9114295" y="179654"/>
                </a:lnTo>
                <a:lnTo>
                  <a:pt x="9114460" y="182079"/>
                </a:lnTo>
                <a:lnTo>
                  <a:pt x="9116797" y="186791"/>
                </a:lnTo>
                <a:lnTo>
                  <a:pt x="9118625" y="188391"/>
                </a:lnTo>
                <a:lnTo>
                  <a:pt x="9123616" y="190080"/>
                </a:lnTo>
                <a:lnTo>
                  <a:pt x="9126042" y="189915"/>
                </a:lnTo>
                <a:lnTo>
                  <a:pt x="9130754" y="187579"/>
                </a:lnTo>
                <a:lnTo>
                  <a:pt x="9132354" y="185737"/>
                </a:lnTo>
                <a:lnTo>
                  <a:pt x="9134030" y="180759"/>
                </a:lnTo>
                <a:close/>
              </a:path>
              <a:path w="9475470" h="4709795">
                <a:moveTo>
                  <a:pt x="9142768" y="4532719"/>
                </a:moveTo>
                <a:lnTo>
                  <a:pt x="9141092" y="4527728"/>
                </a:lnTo>
                <a:lnTo>
                  <a:pt x="9139491" y="4525899"/>
                </a:lnTo>
                <a:lnTo>
                  <a:pt x="9134780" y="4523562"/>
                </a:lnTo>
                <a:lnTo>
                  <a:pt x="9132354" y="4523384"/>
                </a:lnTo>
                <a:lnTo>
                  <a:pt x="9127363" y="4525073"/>
                </a:lnTo>
                <a:lnTo>
                  <a:pt x="9125534" y="4526661"/>
                </a:lnTo>
                <a:lnTo>
                  <a:pt x="9123197" y="4531372"/>
                </a:lnTo>
                <a:lnTo>
                  <a:pt x="9123032" y="4533798"/>
                </a:lnTo>
                <a:lnTo>
                  <a:pt x="9124709" y="4538789"/>
                </a:lnTo>
                <a:lnTo>
                  <a:pt x="9126309" y="4540618"/>
                </a:lnTo>
                <a:lnTo>
                  <a:pt x="9131021" y="4542955"/>
                </a:lnTo>
                <a:lnTo>
                  <a:pt x="9133446" y="4543120"/>
                </a:lnTo>
                <a:lnTo>
                  <a:pt x="9138425" y="4541444"/>
                </a:lnTo>
                <a:lnTo>
                  <a:pt x="9140266" y="4539843"/>
                </a:lnTo>
                <a:lnTo>
                  <a:pt x="9142603" y="4535132"/>
                </a:lnTo>
                <a:lnTo>
                  <a:pt x="9142768" y="4532719"/>
                </a:lnTo>
                <a:close/>
              </a:path>
              <a:path w="9475470" h="4709795">
                <a:moveTo>
                  <a:pt x="9168168" y="163830"/>
                </a:moveTo>
                <a:lnTo>
                  <a:pt x="9168003" y="161404"/>
                </a:lnTo>
                <a:lnTo>
                  <a:pt x="9165666" y="156692"/>
                </a:lnTo>
                <a:lnTo>
                  <a:pt x="9163837" y="155092"/>
                </a:lnTo>
                <a:lnTo>
                  <a:pt x="9158859" y="153416"/>
                </a:lnTo>
                <a:lnTo>
                  <a:pt x="9156433" y="153581"/>
                </a:lnTo>
                <a:lnTo>
                  <a:pt x="9151709" y="155917"/>
                </a:lnTo>
                <a:lnTo>
                  <a:pt x="9150121" y="157746"/>
                </a:lnTo>
                <a:lnTo>
                  <a:pt x="9148432" y="162737"/>
                </a:lnTo>
                <a:lnTo>
                  <a:pt x="9148597" y="165163"/>
                </a:lnTo>
                <a:lnTo>
                  <a:pt x="9150934" y="169875"/>
                </a:lnTo>
                <a:lnTo>
                  <a:pt x="9152763" y="171475"/>
                </a:lnTo>
                <a:lnTo>
                  <a:pt x="9157754" y="173151"/>
                </a:lnTo>
                <a:lnTo>
                  <a:pt x="9160180" y="172986"/>
                </a:lnTo>
                <a:lnTo>
                  <a:pt x="9164891" y="170649"/>
                </a:lnTo>
                <a:lnTo>
                  <a:pt x="9166492" y="168821"/>
                </a:lnTo>
                <a:lnTo>
                  <a:pt x="9168168" y="163830"/>
                </a:lnTo>
                <a:close/>
              </a:path>
              <a:path w="9475470" h="4709795">
                <a:moveTo>
                  <a:pt x="9176893" y="4549660"/>
                </a:moveTo>
                <a:lnTo>
                  <a:pt x="9175217" y="4544669"/>
                </a:lnTo>
                <a:lnTo>
                  <a:pt x="9173616" y="4542841"/>
                </a:lnTo>
                <a:lnTo>
                  <a:pt x="9168905" y="4540504"/>
                </a:lnTo>
                <a:lnTo>
                  <a:pt x="9166479" y="4540326"/>
                </a:lnTo>
                <a:lnTo>
                  <a:pt x="9161488" y="4542015"/>
                </a:lnTo>
                <a:lnTo>
                  <a:pt x="9159659" y="4543603"/>
                </a:lnTo>
                <a:lnTo>
                  <a:pt x="9157322" y="4548314"/>
                </a:lnTo>
                <a:lnTo>
                  <a:pt x="9157157" y="4550740"/>
                </a:lnTo>
                <a:lnTo>
                  <a:pt x="9158834" y="4555731"/>
                </a:lnTo>
                <a:lnTo>
                  <a:pt x="9160434" y="4557560"/>
                </a:lnTo>
                <a:lnTo>
                  <a:pt x="9165145" y="4559897"/>
                </a:lnTo>
                <a:lnTo>
                  <a:pt x="9167571" y="4560062"/>
                </a:lnTo>
                <a:lnTo>
                  <a:pt x="9172562" y="4558385"/>
                </a:lnTo>
                <a:lnTo>
                  <a:pt x="9174391" y="4556785"/>
                </a:lnTo>
                <a:lnTo>
                  <a:pt x="9176728" y="4552073"/>
                </a:lnTo>
                <a:lnTo>
                  <a:pt x="9176893" y="4549660"/>
                </a:lnTo>
                <a:close/>
              </a:path>
              <a:path w="9475470" h="4709795">
                <a:moveTo>
                  <a:pt x="9202306" y="146900"/>
                </a:moveTo>
                <a:lnTo>
                  <a:pt x="9202141" y="144475"/>
                </a:lnTo>
                <a:lnTo>
                  <a:pt x="9199804" y="139763"/>
                </a:lnTo>
                <a:lnTo>
                  <a:pt x="9197975" y="138176"/>
                </a:lnTo>
                <a:lnTo>
                  <a:pt x="9192984" y="136486"/>
                </a:lnTo>
                <a:lnTo>
                  <a:pt x="9190571" y="136652"/>
                </a:lnTo>
                <a:lnTo>
                  <a:pt x="9185846" y="138988"/>
                </a:lnTo>
                <a:lnTo>
                  <a:pt x="9184246" y="140817"/>
                </a:lnTo>
                <a:lnTo>
                  <a:pt x="9182570" y="145808"/>
                </a:lnTo>
                <a:lnTo>
                  <a:pt x="9182735" y="148234"/>
                </a:lnTo>
                <a:lnTo>
                  <a:pt x="9185072" y="152946"/>
                </a:lnTo>
                <a:lnTo>
                  <a:pt x="9186901" y="154546"/>
                </a:lnTo>
                <a:lnTo>
                  <a:pt x="9191892" y="156222"/>
                </a:lnTo>
                <a:lnTo>
                  <a:pt x="9194317" y="156057"/>
                </a:lnTo>
                <a:lnTo>
                  <a:pt x="9199029" y="153720"/>
                </a:lnTo>
                <a:lnTo>
                  <a:pt x="9200629" y="151892"/>
                </a:lnTo>
                <a:lnTo>
                  <a:pt x="9202306" y="146900"/>
                </a:lnTo>
                <a:close/>
              </a:path>
              <a:path w="9475470" h="4709795">
                <a:moveTo>
                  <a:pt x="9211018" y="4566602"/>
                </a:moveTo>
                <a:lnTo>
                  <a:pt x="9209341" y="4561611"/>
                </a:lnTo>
                <a:lnTo>
                  <a:pt x="9207741" y="4559782"/>
                </a:lnTo>
                <a:lnTo>
                  <a:pt x="9203030" y="4557446"/>
                </a:lnTo>
                <a:lnTo>
                  <a:pt x="9200604" y="4557268"/>
                </a:lnTo>
                <a:lnTo>
                  <a:pt x="9195625" y="4558957"/>
                </a:lnTo>
                <a:lnTo>
                  <a:pt x="9193797" y="4560544"/>
                </a:lnTo>
                <a:lnTo>
                  <a:pt x="9191447" y="4565256"/>
                </a:lnTo>
                <a:lnTo>
                  <a:pt x="9191282" y="4567682"/>
                </a:lnTo>
                <a:lnTo>
                  <a:pt x="9192958" y="4572673"/>
                </a:lnTo>
                <a:lnTo>
                  <a:pt x="9194559" y="4574502"/>
                </a:lnTo>
                <a:lnTo>
                  <a:pt x="9199270" y="4576838"/>
                </a:lnTo>
                <a:lnTo>
                  <a:pt x="9201696" y="4577004"/>
                </a:lnTo>
                <a:lnTo>
                  <a:pt x="9206687" y="4575327"/>
                </a:lnTo>
                <a:lnTo>
                  <a:pt x="9208516" y="4573727"/>
                </a:lnTo>
                <a:lnTo>
                  <a:pt x="9210853" y="4569015"/>
                </a:lnTo>
                <a:lnTo>
                  <a:pt x="9211018" y="4566602"/>
                </a:lnTo>
                <a:close/>
              </a:path>
              <a:path w="9475470" h="4709795">
                <a:moveTo>
                  <a:pt x="9236443" y="129984"/>
                </a:moveTo>
                <a:lnTo>
                  <a:pt x="9236278" y="127558"/>
                </a:lnTo>
                <a:lnTo>
                  <a:pt x="9233941" y="122847"/>
                </a:lnTo>
                <a:lnTo>
                  <a:pt x="9232113" y="121246"/>
                </a:lnTo>
                <a:lnTo>
                  <a:pt x="9227121" y="119557"/>
                </a:lnTo>
                <a:lnTo>
                  <a:pt x="9224696" y="119722"/>
                </a:lnTo>
                <a:lnTo>
                  <a:pt x="9219984" y="122072"/>
                </a:lnTo>
                <a:lnTo>
                  <a:pt x="9218384" y="123901"/>
                </a:lnTo>
                <a:lnTo>
                  <a:pt x="9216707" y="128879"/>
                </a:lnTo>
                <a:lnTo>
                  <a:pt x="9216873" y="131305"/>
                </a:lnTo>
                <a:lnTo>
                  <a:pt x="9219209" y="136017"/>
                </a:lnTo>
                <a:lnTo>
                  <a:pt x="9221038" y="137617"/>
                </a:lnTo>
                <a:lnTo>
                  <a:pt x="9226029" y="139293"/>
                </a:lnTo>
                <a:lnTo>
                  <a:pt x="9228442" y="139128"/>
                </a:lnTo>
                <a:lnTo>
                  <a:pt x="9233167" y="136791"/>
                </a:lnTo>
                <a:lnTo>
                  <a:pt x="9234767" y="134962"/>
                </a:lnTo>
                <a:lnTo>
                  <a:pt x="9236443" y="129984"/>
                </a:lnTo>
                <a:close/>
              </a:path>
              <a:path w="9475470" h="4709795">
                <a:moveTo>
                  <a:pt x="9245155" y="4583544"/>
                </a:moveTo>
                <a:lnTo>
                  <a:pt x="9243466" y="4578553"/>
                </a:lnTo>
                <a:lnTo>
                  <a:pt x="9241879" y="4576724"/>
                </a:lnTo>
                <a:lnTo>
                  <a:pt x="9237154" y="4574375"/>
                </a:lnTo>
                <a:lnTo>
                  <a:pt x="9234741" y="4574210"/>
                </a:lnTo>
                <a:lnTo>
                  <a:pt x="9229750" y="4575899"/>
                </a:lnTo>
                <a:lnTo>
                  <a:pt x="9227922" y="4577486"/>
                </a:lnTo>
                <a:lnTo>
                  <a:pt x="9225585" y="4582198"/>
                </a:lnTo>
                <a:lnTo>
                  <a:pt x="9225420" y="4584624"/>
                </a:lnTo>
                <a:lnTo>
                  <a:pt x="9227096" y="4589615"/>
                </a:lnTo>
                <a:lnTo>
                  <a:pt x="9228684" y="4591443"/>
                </a:lnTo>
                <a:lnTo>
                  <a:pt x="9233408" y="4593780"/>
                </a:lnTo>
                <a:lnTo>
                  <a:pt x="9235834" y="4593945"/>
                </a:lnTo>
                <a:lnTo>
                  <a:pt x="9240812" y="4592269"/>
                </a:lnTo>
                <a:lnTo>
                  <a:pt x="9242641" y="4590669"/>
                </a:lnTo>
                <a:lnTo>
                  <a:pt x="9244990" y="4585957"/>
                </a:lnTo>
                <a:lnTo>
                  <a:pt x="9245155" y="4583544"/>
                </a:lnTo>
                <a:close/>
              </a:path>
              <a:path w="9475470" h="4709795">
                <a:moveTo>
                  <a:pt x="9270581" y="113055"/>
                </a:moveTo>
                <a:lnTo>
                  <a:pt x="9270416" y="110629"/>
                </a:lnTo>
                <a:lnTo>
                  <a:pt x="9268079" y="105918"/>
                </a:lnTo>
                <a:lnTo>
                  <a:pt x="9266250" y="104317"/>
                </a:lnTo>
                <a:lnTo>
                  <a:pt x="9261259" y="102641"/>
                </a:lnTo>
                <a:lnTo>
                  <a:pt x="9258833" y="102806"/>
                </a:lnTo>
                <a:lnTo>
                  <a:pt x="9254122" y="105143"/>
                </a:lnTo>
                <a:lnTo>
                  <a:pt x="9252521" y="106972"/>
                </a:lnTo>
                <a:lnTo>
                  <a:pt x="9250845" y="111950"/>
                </a:lnTo>
                <a:lnTo>
                  <a:pt x="9251010" y="114376"/>
                </a:lnTo>
                <a:lnTo>
                  <a:pt x="9253347" y="119087"/>
                </a:lnTo>
                <a:lnTo>
                  <a:pt x="9255176" y="120688"/>
                </a:lnTo>
                <a:lnTo>
                  <a:pt x="9260154" y="122377"/>
                </a:lnTo>
                <a:lnTo>
                  <a:pt x="9262580" y="122212"/>
                </a:lnTo>
                <a:lnTo>
                  <a:pt x="9267304" y="119862"/>
                </a:lnTo>
                <a:lnTo>
                  <a:pt x="9268904" y="118033"/>
                </a:lnTo>
                <a:lnTo>
                  <a:pt x="9270581" y="113055"/>
                </a:lnTo>
                <a:close/>
              </a:path>
              <a:path w="9475470" h="4709795">
                <a:moveTo>
                  <a:pt x="9279280" y="4600473"/>
                </a:moveTo>
                <a:lnTo>
                  <a:pt x="9277604" y="4595495"/>
                </a:lnTo>
                <a:lnTo>
                  <a:pt x="9276004" y="4593666"/>
                </a:lnTo>
                <a:lnTo>
                  <a:pt x="9271292" y="4591316"/>
                </a:lnTo>
                <a:lnTo>
                  <a:pt x="9268866" y="4591151"/>
                </a:lnTo>
                <a:lnTo>
                  <a:pt x="9263875" y="4592840"/>
                </a:lnTo>
                <a:lnTo>
                  <a:pt x="9262046" y="4594428"/>
                </a:lnTo>
                <a:lnTo>
                  <a:pt x="9259710" y="4599140"/>
                </a:lnTo>
                <a:lnTo>
                  <a:pt x="9259545" y="4601565"/>
                </a:lnTo>
                <a:lnTo>
                  <a:pt x="9261221" y="4606556"/>
                </a:lnTo>
                <a:lnTo>
                  <a:pt x="9262821" y="4608385"/>
                </a:lnTo>
                <a:lnTo>
                  <a:pt x="9267533" y="4610722"/>
                </a:lnTo>
                <a:lnTo>
                  <a:pt x="9269959" y="4610887"/>
                </a:lnTo>
                <a:lnTo>
                  <a:pt x="9274937" y="4609211"/>
                </a:lnTo>
                <a:lnTo>
                  <a:pt x="9276778" y="4607611"/>
                </a:lnTo>
                <a:lnTo>
                  <a:pt x="9279115" y="4602899"/>
                </a:lnTo>
                <a:lnTo>
                  <a:pt x="9279280" y="4600473"/>
                </a:lnTo>
                <a:close/>
              </a:path>
              <a:path w="9475470" h="4709795">
                <a:moveTo>
                  <a:pt x="9304718" y="96126"/>
                </a:moveTo>
                <a:lnTo>
                  <a:pt x="9304553" y="93700"/>
                </a:lnTo>
                <a:lnTo>
                  <a:pt x="9302217" y="88988"/>
                </a:lnTo>
                <a:lnTo>
                  <a:pt x="9300388" y="87388"/>
                </a:lnTo>
                <a:lnTo>
                  <a:pt x="9295397" y="85712"/>
                </a:lnTo>
                <a:lnTo>
                  <a:pt x="9292971" y="85877"/>
                </a:lnTo>
                <a:lnTo>
                  <a:pt x="9288259" y="88214"/>
                </a:lnTo>
                <a:lnTo>
                  <a:pt x="9286659" y="90043"/>
                </a:lnTo>
                <a:lnTo>
                  <a:pt x="9284983" y="95034"/>
                </a:lnTo>
                <a:lnTo>
                  <a:pt x="9285148" y="97459"/>
                </a:lnTo>
                <a:lnTo>
                  <a:pt x="9287485" y="102171"/>
                </a:lnTo>
                <a:lnTo>
                  <a:pt x="9289313" y="103759"/>
                </a:lnTo>
                <a:lnTo>
                  <a:pt x="9294292" y="105448"/>
                </a:lnTo>
                <a:lnTo>
                  <a:pt x="9296717" y="105283"/>
                </a:lnTo>
                <a:lnTo>
                  <a:pt x="9301442" y="102946"/>
                </a:lnTo>
                <a:lnTo>
                  <a:pt x="9303029" y="101117"/>
                </a:lnTo>
                <a:lnTo>
                  <a:pt x="9304718" y="96126"/>
                </a:lnTo>
                <a:close/>
              </a:path>
              <a:path w="9475470" h="4709795">
                <a:moveTo>
                  <a:pt x="9313405" y="4617415"/>
                </a:moveTo>
                <a:lnTo>
                  <a:pt x="9311729" y="4612437"/>
                </a:lnTo>
                <a:lnTo>
                  <a:pt x="9310129" y="4610608"/>
                </a:lnTo>
                <a:lnTo>
                  <a:pt x="9305417" y="4608258"/>
                </a:lnTo>
                <a:lnTo>
                  <a:pt x="9302991" y="4608093"/>
                </a:lnTo>
                <a:lnTo>
                  <a:pt x="9298013" y="4609782"/>
                </a:lnTo>
                <a:lnTo>
                  <a:pt x="9296171" y="4611370"/>
                </a:lnTo>
                <a:lnTo>
                  <a:pt x="9293835" y="4616081"/>
                </a:lnTo>
                <a:lnTo>
                  <a:pt x="9293669" y="4618507"/>
                </a:lnTo>
                <a:lnTo>
                  <a:pt x="9295346" y="4623498"/>
                </a:lnTo>
                <a:lnTo>
                  <a:pt x="9296946" y="4625327"/>
                </a:lnTo>
                <a:lnTo>
                  <a:pt x="9301658" y="4627664"/>
                </a:lnTo>
                <a:lnTo>
                  <a:pt x="9304083" y="4627829"/>
                </a:lnTo>
                <a:lnTo>
                  <a:pt x="9309075" y="4626153"/>
                </a:lnTo>
                <a:lnTo>
                  <a:pt x="9310903" y="4624552"/>
                </a:lnTo>
                <a:lnTo>
                  <a:pt x="9313240" y="4619841"/>
                </a:lnTo>
                <a:lnTo>
                  <a:pt x="9313405" y="4617415"/>
                </a:lnTo>
                <a:close/>
              </a:path>
              <a:path w="9475470" h="4709795">
                <a:moveTo>
                  <a:pt x="9338856" y="79197"/>
                </a:moveTo>
                <a:lnTo>
                  <a:pt x="9338691" y="76771"/>
                </a:lnTo>
                <a:lnTo>
                  <a:pt x="9336354" y="72059"/>
                </a:lnTo>
                <a:lnTo>
                  <a:pt x="9334513" y="70459"/>
                </a:lnTo>
                <a:lnTo>
                  <a:pt x="9329534" y="68783"/>
                </a:lnTo>
                <a:lnTo>
                  <a:pt x="9327109" y="68948"/>
                </a:lnTo>
                <a:lnTo>
                  <a:pt x="9322397" y="71285"/>
                </a:lnTo>
                <a:lnTo>
                  <a:pt x="9320797" y="73113"/>
                </a:lnTo>
                <a:lnTo>
                  <a:pt x="9319120" y="78105"/>
                </a:lnTo>
                <a:lnTo>
                  <a:pt x="9319285" y="80530"/>
                </a:lnTo>
                <a:lnTo>
                  <a:pt x="9321622" y="85242"/>
                </a:lnTo>
                <a:lnTo>
                  <a:pt x="9323451" y="86842"/>
                </a:lnTo>
                <a:lnTo>
                  <a:pt x="9328429" y="88519"/>
                </a:lnTo>
                <a:lnTo>
                  <a:pt x="9330855" y="88353"/>
                </a:lnTo>
                <a:lnTo>
                  <a:pt x="9335567" y="86017"/>
                </a:lnTo>
                <a:lnTo>
                  <a:pt x="9337167" y="84188"/>
                </a:lnTo>
                <a:lnTo>
                  <a:pt x="9338856" y="79197"/>
                </a:lnTo>
                <a:close/>
              </a:path>
              <a:path w="9475470" h="4709795">
                <a:moveTo>
                  <a:pt x="9347530" y="4634357"/>
                </a:moveTo>
                <a:lnTo>
                  <a:pt x="9345854" y="4629378"/>
                </a:lnTo>
                <a:lnTo>
                  <a:pt x="9344254" y="4627550"/>
                </a:lnTo>
                <a:lnTo>
                  <a:pt x="9339542" y="4625200"/>
                </a:lnTo>
                <a:lnTo>
                  <a:pt x="9337116" y="4625035"/>
                </a:lnTo>
                <a:lnTo>
                  <a:pt x="9332138" y="4626724"/>
                </a:lnTo>
                <a:lnTo>
                  <a:pt x="9330309" y="4628312"/>
                </a:lnTo>
                <a:lnTo>
                  <a:pt x="9327959" y="4633023"/>
                </a:lnTo>
                <a:lnTo>
                  <a:pt x="9327794" y="4635449"/>
                </a:lnTo>
                <a:lnTo>
                  <a:pt x="9329471" y="4640440"/>
                </a:lnTo>
                <a:lnTo>
                  <a:pt x="9331071" y="4642269"/>
                </a:lnTo>
                <a:lnTo>
                  <a:pt x="9335795" y="4644606"/>
                </a:lnTo>
                <a:lnTo>
                  <a:pt x="9338208" y="4644771"/>
                </a:lnTo>
                <a:lnTo>
                  <a:pt x="9343199" y="4643094"/>
                </a:lnTo>
                <a:lnTo>
                  <a:pt x="9345028" y="4641494"/>
                </a:lnTo>
                <a:lnTo>
                  <a:pt x="9347365" y="4636782"/>
                </a:lnTo>
                <a:lnTo>
                  <a:pt x="9347530" y="4634357"/>
                </a:lnTo>
                <a:close/>
              </a:path>
              <a:path w="9475470" h="4709795">
                <a:moveTo>
                  <a:pt x="9372981" y="62280"/>
                </a:moveTo>
                <a:lnTo>
                  <a:pt x="9372816" y="59855"/>
                </a:lnTo>
                <a:lnTo>
                  <a:pt x="9370479" y="55143"/>
                </a:lnTo>
                <a:lnTo>
                  <a:pt x="9368650" y="53543"/>
                </a:lnTo>
                <a:lnTo>
                  <a:pt x="9363672" y="51854"/>
                </a:lnTo>
                <a:lnTo>
                  <a:pt x="9361246" y="52019"/>
                </a:lnTo>
                <a:lnTo>
                  <a:pt x="9356534" y="54356"/>
                </a:lnTo>
                <a:lnTo>
                  <a:pt x="9354934" y="56197"/>
                </a:lnTo>
                <a:lnTo>
                  <a:pt x="9353258" y="61175"/>
                </a:lnTo>
                <a:lnTo>
                  <a:pt x="9353410" y="63601"/>
                </a:lnTo>
                <a:lnTo>
                  <a:pt x="9355747" y="68313"/>
                </a:lnTo>
                <a:lnTo>
                  <a:pt x="9357589" y="69913"/>
                </a:lnTo>
                <a:lnTo>
                  <a:pt x="9362567" y="71589"/>
                </a:lnTo>
                <a:lnTo>
                  <a:pt x="9364993" y="71424"/>
                </a:lnTo>
                <a:lnTo>
                  <a:pt x="9369704" y="69088"/>
                </a:lnTo>
                <a:lnTo>
                  <a:pt x="9371305" y="67259"/>
                </a:lnTo>
                <a:lnTo>
                  <a:pt x="9372981" y="62280"/>
                </a:lnTo>
                <a:close/>
              </a:path>
              <a:path w="9475470" h="4709795">
                <a:moveTo>
                  <a:pt x="9381668" y="4651299"/>
                </a:moveTo>
                <a:lnTo>
                  <a:pt x="9379991" y="4646320"/>
                </a:lnTo>
                <a:lnTo>
                  <a:pt x="9378391" y="4644491"/>
                </a:lnTo>
                <a:lnTo>
                  <a:pt x="9373679" y="4642142"/>
                </a:lnTo>
                <a:lnTo>
                  <a:pt x="9371254" y="4641977"/>
                </a:lnTo>
                <a:lnTo>
                  <a:pt x="9366263" y="4643653"/>
                </a:lnTo>
                <a:lnTo>
                  <a:pt x="9364434" y="4645253"/>
                </a:lnTo>
                <a:lnTo>
                  <a:pt x="9362097" y="4649965"/>
                </a:lnTo>
                <a:lnTo>
                  <a:pt x="9361932" y="4652391"/>
                </a:lnTo>
                <a:lnTo>
                  <a:pt x="9363608" y="4657382"/>
                </a:lnTo>
                <a:lnTo>
                  <a:pt x="9365209" y="4659211"/>
                </a:lnTo>
                <a:lnTo>
                  <a:pt x="9369920" y="4661547"/>
                </a:lnTo>
                <a:lnTo>
                  <a:pt x="9372346" y="4661713"/>
                </a:lnTo>
                <a:lnTo>
                  <a:pt x="9377324" y="4660036"/>
                </a:lnTo>
                <a:lnTo>
                  <a:pt x="9379153" y="4658436"/>
                </a:lnTo>
                <a:lnTo>
                  <a:pt x="9381503" y="4653724"/>
                </a:lnTo>
                <a:lnTo>
                  <a:pt x="9381668" y="4651299"/>
                </a:lnTo>
                <a:close/>
              </a:path>
              <a:path w="9475470" h="4709795">
                <a:moveTo>
                  <a:pt x="9407119" y="45351"/>
                </a:moveTo>
                <a:lnTo>
                  <a:pt x="9406953" y="42926"/>
                </a:lnTo>
                <a:lnTo>
                  <a:pt x="9404617" y="38214"/>
                </a:lnTo>
                <a:lnTo>
                  <a:pt x="9402788" y="36614"/>
                </a:lnTo>
                <a:lnTo>
                  <a:pt x="9397809" y="34937"/>
                </a:lnTo>
                <a:lnTo>
                  <a:pt x="9395384" y="35102"/>
                </a:lnTo>
                <a:lnTo>
                  <a:pt x="9390672" y="37439"/>
                </a:lnTo>
                <a:lnTo>
                  <a:pt x="9389072" y="39268"/>
                </a:lnTo>
                <a:lnTo>
                  <a:pt x="9387383" y="44246"/>
                </a:lnTo>
                <a:lnTo>
                  <a:pt x="9387548" y="46672"/>
                </a:lnTo>
                <a:lnTo>
                  <a:pt x="9389885" y="51384"/>
                </a:lnTo>
                <a:lnTo>
                  <a:pt x="9391713" y="52984"/>
                </a:lnTo>
                <a:lnTo>
                  <a:pt x="9396705" y="54660"/>
                </a:lnTo>
                <a:lnTo>
                  <a:pt x="9399130" y="54508"/>
                </a:lnTo>
                <a:lnTo>
                  <a:pt x="9403842" y="52158"/>
                </a:lnTo>
                <a:lnTo>
                  <a:pt x="9405442" y="50330"/>
                </a:lnTo>
                <a:lnTo>
                  <a:pt x="9407119" y="45351"/>
                </a:lnTo>
                <a:close/>
              </a:path>
              <a:path w="9475470" h="4709795">
                <a:moveTo>
                  <a:pt x="9415793" y="4668240"/>
                </a:moveTo>
                <a:lnTo>
                  <a:pt x="9414116" y="4663262"/>
                </a:lnTo>
                <a:lnTo>
                  <a:pt x="9412516" y="4661433"/>
                </a:lnTo>
                <a:lnTo>
                  <a:pt x="9407804" y="4659084"/>
                </a:lnTo>
                <a:lnTo>
                  <a:pt x="9405379" y="4658919"/>
                </a:lnTo>
                <a:lnTo>
                  <a:pt x="9400388" y="4660595"/>
                </a:lnTo>
                <a:lnTo>
                  <a:pt x="9398559" y="4662195"/>
                </a:lnTo>
                <a:lnTo>
                  <a:pt x="9396222" y="4666907"/>
                </a:lnTo>
                <a:lnTo>
                  <a:pt x="9396057" y="4669333"/>
                </a:lnTo>
                <a:lnTo>
                  <a:pt x="9397733" y="4674324"/>
                </a:lnTo>
                <a:lnTo>
                  <a:pt x="9399333" y="4676152"/>
                </a:lnTo>
                <a:lnTo>
                  <a:pt x="9404045" y="4678489"/>
                </a:lnTo>
                <a:lnTo>
                  <a:pt x="9406471" y="4678654"/>
                </a:lnTo>
                <a:lnTo>
                  <a:pt x="9411462" y="4676978"/>
                </a:lnTo>
                <a:lnTo>
                  <a:pt x="9413291" y="4675378"/>
                </a:lnTo>
                <a:lnTo>
                  <a:pt x="9415628" y="4670666"/>
                </a:lnTo>
                <a:lnTo>
                  <a:pt x="9415793" y="4668240"/>
                </a:lnTo>
                <a:close/>
              </a:path>
              <a:path w="9475470" h="4709795">
                <a:moveTo>
                  <a:pt x="9441256" y="28422"/>
                </a:moveTo>
                <a:lnTo>
                  <a:pt x="9441091" y="25996"/>
                </a:lnTo>
                <a:lnTo>
                  <a:pt x="9438754" y="21285"/>
                </a:lnTo>
                <a:lnTo>
                  <a:pt x="9436925" y="19685"/>
                </a:lnTo>
                <a:lnTo>
                  <a:pt x="9431947" y="18008"/>
                </a:lnTo>
                <a:lnTo>
                  <a:pt x="9429521" y="18173"/>
                </a:lnTo>
                <a:lnTo>
                  <a:pt x="9424797" y="20510"/>
                </a:lnTo>
                <a:lnTo>
                  <a:pt x="9423209" y="22339"/>
                </a:lnTo>
                <a:lnTo>
                  <a:pt x="9421520" y="27330"/>
                </a:lnTo>
                <a:lnTo>
                  <a:pt x="9421685" y="29756"/>
                </a:lnTo>
                <a:lnTo>
                  <a:pt x="9424022" y="34467"/>
                </a:lnTo>
                <a:lnTo>
                  <a:pt x="9425851" y="36055"/>
                </a:lnTo>
                <a:lnTo>
                  <a:pt x="9430842" y="37744"/>
                </a:lnTo>
                <a:lnTo>
                  <a:pt x="9433268" y="37579"/>
                </a:lnTo>
                <a:lnTo>
                  <a:pt x="9437980" y="35242"/>
                </a:lnTo>
                <a:lnTo>
                  <a:pt x="9439580" y="33413"/>
                </a:lnTo>
                <a:lnTo>
                  <a:pt x="9441256" y="28422"/>
                </a:lnTo>
                <a:close/>
              </a:path>
              <a:path w="9475470" h="4709795">
                <a:moveTo>
                  <a:pt x="9449918" y="4685182"/>
                </a:moveTo>
                <a:lnTo>
                  <a:pt x="9448241" y="4680204"/>
                </a:lnTo>
                <a:lnTo>
                  <a:pt x="9446641" y="4678375"/>
                </a:lnTo>
                <a:lnTo>
                  <a:pt x="9441929" y="4676025"/>
                </a:lnTo>
                <a:lnTo>
                  <a:pt x="9439504" y="4675860"/>
                </a:lnTo>
                <a:lnTo>
                  <a:pt x="9434525" y="4677537"/>
                </a:lnTo>
                <a:lnTo>
                  <a:pt x="9432684" y="4679137"/>
                </a:lnTo>
                <a:lnTo>
                  <a:pt x="9430347" y="4683849"/>
                </a:lnTo>
                <a:lnTo>
                  <a:pt x="9430182" y="4686274"/>
                </a:lnTo>
                <a:lnTo>
                  <a:pt x="9431858" y="4691265"/>
                </a:lnTo>
                <a:lnTo>
                  <a:pt x="9433458" y="4693094"/>
                </a:lnTo>
                <a:lnTo>
                  <a:pt x="9438170" y="4695431"/>
                </a:lnTo>
                <a:lnTo>
                  <a:pt x="9440596" y="4695596"/>
                </a:lnTo>
                <a:lnTo>
                  <a:pt x="9445587" y="4693920"/>
                </a:lnTo>
                <a:lnTo>
                  <a:pt x="9447416" y="4692320"/>
                </a:lnTo>
                <a:lnTo>
                  <a:pt x="9449752" y="4687608"/>
                </a:lnTo>
                <a:lnTo>
                  <a:pt x="9449918" y="4685182"/>
                </a:lnTo>
                <a:close/>
              </a:path>
              <a:path w="9475470" h="4709795">
                <a:moveTo>
                  <a:pt x="9475394" y="11493"/>
                </a:moveTo>
                <a:lnTo>
                  <a:pt x="9475229" y="9067"/>
                </a:lnTo>
                <a:lnTo>
                  <a:pt x="9472892" y="4356"/>
                </a:lnTo>
                <a:lnTo>
                  <a:pt x="9471063" y="2755"/>
                </a:lnTo>
                <a:lnTo>
                  <a:pt x="9466072" y="1079"/>
                </a:lnTo>
                <a:lnTo>
                  <a:pt x="9463659" y="1244"/>
                </a:lnTo>
                <a:lnTo>
                  <a:pt x="9458935" y="3581"/>
                </a:lnTo>
                <a:lnTo>
                  <a:pt x="9457334" y="5410"/>
                </a:lnTo>
                <a:lnTo>
                  <a:pt x="9455658" y="10401"/>
                </a:lnTo>
                <a:lnTo>
                  <a:pt x="9455823" y="12827"/>
                </a:lnTo>
                <a:lnTo>
                  <a:pt x="9458160" y="17538"/>
                </a:lnTo>
                <a:lnTo>
                  <a:pt x="9459989" y="19138"/>
                </a:lnTo>
                <a:lnTo>
                  <a:pt x="9464980" y="20815"/>
                </a:lnTo>
                <a:lnTo>
                  <a:pt x="9467405" y="20650"/>
                </a:lnTo>
                <a:lnTo>
                  <a:pt x="9472117" y="18313"/>
                </a:lnTo>
                <a:lnTo>
                  <a:pt x="9473717" y="16484"/>
                </a:lnTo>
                <a:lnTo>
                  <a:pt x="9475394" y="114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03519" y="2590979"/>
            <a:ext cx="1197763" cy="144605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82600" y="990668"/>
            <a:ext cx="11963399" cy="6032500"/>
            <a:chOff x="129772" y="990668"/>
            <a:chExt cx="9484995" cy="60325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7413" y="5698835"/>
              <a:ext cx="27077" cy="13145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9326" y="5698276"/>
              <a:ext cx="9475470" cy="0"/>
            </a:xfrm>
            <a:custGeom>
              <a:avLst/>
              <a:gdLst/>
              <a:ahLst/>
              <a:cxnLst/>
              <a:rect l="l" t="t" r="r" b="b"/>
              <a:pathLst>
                <a:path w="9475470">
                  <a:moveTo>
                    <a:pt x="0" y="0"/>
                  </a:moveTo>
                  <a:lnTo>
                    <a:pt x="9474945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9326" y="7013403"/>
              <a:ext cx="9475470" cy="0"/>
            </a:xfrm>
            <a:custGeom>
              <a:avLst/>
              <a:gdLst/>
              <a:ahLst/>
              <a:cxnLst/>
              <a:rect l="l" t="t" r="r" b="b"/>
              <a:pathLst>
                <a:path w="9475470">
                  <a:moveTo>
                    <a:pt x="0" y="0"/>
                  </a:moveTo>
                  <a:lnTo>
                    <a:pt x="9474945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9326" y="1000193"/>
              <a:ext cx="9475470" cy="0"/>
            </a:xfrm>
            <a:custGeom>
              <a:avLst/>
              <a:gdLst/>
              <a:ahLst/>
              <a:cxnLst/>
              <a:rect l="l" t="t" r="r" b="b"/>
              <a:pathLst>
                <a:path w="9475470">
                  <a:moveTo>
                    <a:pt x="0" y="0"/>
                  </a:moveTo>
                  <a:lnTo>
                    <a:pt x="9474945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9297" y="1008754"/>
              <a:ext cx="0" cy="6005195"/>
            </a:xfrm>
            <a:custGeom>
              <a:avLst/>
              <a:gdLst/>
              <a:ahLst/>
              <a:cxnLst/>
              <a:rect l="l" t="t" r="r" b="b"/>
              <a:pathLst>
                <a:path h="6005195">
                  <a:moveTo>
                    <a:pt x="0" y="0"/>
                  </a:moveTo>
                  <a:lnTo>
                    <a:pt x="0" y="600467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604718" y="1008754"/>
              <a:ext cx="0" cy="6005195"/>
            </a:xfrm>
            <a:custGeom>
              <a:avLst/>
              <a:gdLst/>
              <a:ahLst/>
              <a:cxnLst/>
              <a:rect l="l" t="t" r="r" b="b"/>
              <a:pathLst>
                <a:path h="6005195">
                  <a:moveTo>
                    <a:pt x="0" y="0"/>
                  </a:moveTo>
                  <a:lnTo>
                    <a:pt x="0" y="6004677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936431" y="3212421"/>
            <a:ext cx="2026920" cy="2730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  <a:tabLst>
                <a:tab pos="741680" algn="l"/>
                <a:tab pos="1316355" algn="l"/>
                <a:tab pos="1594485" algn="l"/>
              </a:tabLst>
            </a:pPr>
            <a:r>
              <a:rPr sz="800" spc="10" dirty="0">
                <a:latin typeface="Tahoma"/>
                <a:cs typeface="Tahoma"/>
              </a:rPr>
              <a:t>específica</a:t>
            </a:r>
            <a:r>
              <a:rPr sz="800" spc="9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para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gestionar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sus</a:t>
            </a:r>
            <a:r>
              <a:rPr sz="800" spc="9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seguros. Información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10" dirty="0">
                <a:latin typeface="Tahoma"/>
                <a:cs typeface="Tahoma"/>
              </a:rPr>
              <a:t>dispersa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en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10" dirty="0">
                <a:latin typeface="Tahoma"/>
                <a:cs typeface="Tahoma"/>
              </a:rPr>
              <a:t>múltiples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36431" y="3483359"/>
            <a:ext cx="2026920" cy="4096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1100"/>
              </a:lnSpc>
              <a:spcBef>
                <a:spcPts val="100"/>
              </a:spcBef>
            </a:pPr>
            <a:r>
              <a:rPr sz="800" dirty="0">
                <a:latin typeface="Tahoma"/>
                <a:cs typeface="Tahoma"/>
              </a:rPr>
              <a:t>plataformas</a:t>
            </a:r>
            <a:r>
              <a:rPr sz="800" spc="3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(correos,</a:t>
            </a:r>
            <a:r>
              <a:rPr sz="800" spc="3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carpetas,</a:t>
            </a:r>
            <a:r>
              <a:rPr sz="800" spc="40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archivos </a:t>
            </a:r>
            <a:r>
              <a:rPr sz="800" dirty="0">
                <a:latin typeface="Tahoma"/>
                <a:cs typeface="Tahoma"/>
              </a:rPr>
              <a:t>físicos).</a:t>
            </a:r>
            <a:r>
              <a:rPr sz="800" spc="409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Herramientas</a:t>
            </a:r>
            <a:r>
              <a:rPr sz="800" spc="409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digitales</a:t>
            </a:r>
            <a:r>
              <a:rPr sz="800" spc="409" dirty="0">
                <a:latin typeface="Tahoma"/>
                <a:cs typeface="Tahoma"/>
              </a:rPr>
              <a:t>  </a:t>
            </a:r>
            <a:r>
              <a:rPr sz="800" spc="-25" dirty="0">
                <a:latin typeface="Tahoma"/>
                <a:cs typeface="Tahoma"/>
              </a:rPr>
              <a:t>con </a:t>
            </a:r>
            <a:r>
              <a:rPr sz="800" spc="10" dirty="0">
                <a:latin typeface="Tahoma"/>
                <a:cs typeface="Tahoma"/>
              </a:rPr>
              <a:t>diseños</a:t>
            </a:r>
            <a:r>
              <a:rPr sz="800" spc="6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recargados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o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poco</a:t>
            </a:r>
            <a:r>
              <a:rPr sz="800" spc="6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intuitivos.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96363" y="4095833"/>
            <a:ext cx="3024505" cy="1177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4930" algn="ctr">
              <a:lnSpc>
                <a:spcPts val="1430"/>
              </a:lnSpc>
              <a:spcBef>
                <a:spcPts val="100"/>
              </a:spcBef>
            </a:pPr>
            <a:r>
              <a:rPr sz="1300" i="1" spc="35" dirty="0">
                <a:latin typeface="Times New Roman"/>
                <a:cs typeface="Times New Roman"/>
              </a:rPr>
              <a:t>¿Qué</a:t>
            </a:r>
            <a:endParaRPr sz="1300">
              <a:latin typeface="Times New Roman"/>
              <a:cs typeface="Times New Roman"/>
            </a:endParaRPr>
          </a:p>
          <a:p>
            <a:pPr marR="74930" algn="ctr">
              <a:lnSpc>
                <a:spcPts val="2270"/>
              </a:lnSpc>
            </a:pPr>
            <a:r>
              <a:rPr sz="2000" b="1" dirty="0">
                <a:latin typeface="Palatino Linotype"/>
                <a:cs typeface="Palatino Linotype"/>
              </a:rPr>
              <a:t>dice</a:t>
            </a:r>
            <a:r>
              <a:rPr sz="2000" b="1" spc="5" dirty="0">
                <a:latin typeface="Palatino Linotype"/>
                <a:cs typeface="Palatino Linotype"/>
              </a:rPr>
              <a:t> </a:t>
            </a:r>
            <a:r>
              <a:rPr sz="2000" b="1" dirty="0">
                <a:latin typeface="Palatino Linotype"/>
                <a:cs typeface="Palatino Linotype"/>
              </a:rPr>
              <a:t>y</a:t>
            </a:r>
            <a:r>
              <a:rPr sz="2000" b="1" spc="5" dirty="0">
                <a:latin typeface="Palatino Linotype"/>
                <a:cs typeface="Palatino Linotype"/>
              </a:rPr>
              <a:t> </a:t>
            </a:r>
            <a:r>
              <a:rPr sz="2000" b="1" spc="-20" dirty="0">
                <a:latin typeface="Palatino Linotype"/>
                <a:cs typeface="Palatino Linotype"/>
              </a:rPr>
              <a:t>hace?</a:t>
            </a:r>
            <a:endParaRPr sz="2000">
              <a:latin typeface="Palatino Linotype"/>
              <a:cs typeface="Palatino Linotype"/>
            </a:endParaRPr>
          </a:p>
          <a:p>
            <a:pPr marL="12700" marR="5080" algn="just">
              <a:lnSpc>
                <a:spcPct val="111100"/>
              </a:lnSpc>
              <a:spcBef>
                <a:spcPts val="1105"/>
              </a:spcBef>
            </a:pPr>
            <a:r>
              <a:rPr sz="800" dirty="0">
                <a:latin typeface="Tahoma"/>
                <a:cs typeface="Tahoma"/>
              </a:rPr>
              <a:t>Se</a:t>
            </a:r>
            <a:r>
              <a:rPr sz="800" spc="130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queja</a:t>
            </a:r>
            <a:r>
              <a:rPr sz="800" spc="13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del</a:t>
            </a:r>
            <a:r>
              <a:rPr sz="800" spc="13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tiempo</a:t>
            </a:r>
            <a:r>
              <a:rPr sz="800" spc="13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que</a:t>
            </a:r>
            <a:r>
              <a:rPr sz="800" spc="13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pierde</a:t>
            </a:r>
            <a:r>
              <a:rPr sz="800" spc="13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organizando</a:t>
            </a:r>
            <a:r>
              <a:rPr sz="800" spc="13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papeles</a:t>
            </a:r>
            <a:r>
              <a:rPr sz="800" spc="135" dirty="0">
                <a:latin typeface="Tahoma"/>
                <a:cs typeface="Tahoma"/>
              </a:rPr>
              <a:t>  </a:t>
            </a:r>
            <a:r>
              <a:rPr sz="800" spc="-50" dirty="0">
                <a:latin typeface="Tahoma"/>
                <a:cs typeface="Tahoma"/>
              </a:rPr>
              <a:t>o</a:t>
            </a:r>
            <a:r>
              <a:rPr sz="800" dirty="0">
                <a:latin typeface="Tahoma"/>
                <a:cs typeface="Tahoma"/>
              </a:rPr>
              <a:t> buscando</a:t>
            </a:r>
            <a:r>
              <a:rPr sz="800" spc="2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información.</a:t>
            </a:r>
            <a:r>
              <a:rPr sz="800" spc="2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Usa</a:t>
            </a:r>
            <a:r>
              <a:rPr sz="800" spc="2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apps</a:t>
            </a:r>
            <a:r>
              <a:rPr sz="800" spc="2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bancarias</a:t>
            </a:r>
            <a:r>
              <a:rPr sz="800" spc="2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y</a:t>
            </a:r>
            <a:r>
              <a:rPr sz="800" spc="2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</a:t>
            </a:r>
            <a:r>
              <a:rPr sz="800" spc="2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organización </a:t>
            </a:r>
            <a:r>
              <a:rPr sz="800" dirty="0">
                <a:latin typeface="Tahoma"/>
                <a:cs typeface="Tahoma"/>
              </a:rPr>
              <a:t>personal.</a:t>
            </a:r>
            <a:r>
              <a:rPr sz="800" spc="2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Suele</a:t>
            </a:r>
            <a:r>
              <a:rPr sz="800" spc="2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improvisar</a:t>
            </a:r>
            <a:r>
              <a:rPr sz="800" spc="28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sistemas</a:t>
            </a:r>
            <a:r>
              <a:rPr sz="800" spc="2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propios</a:t>
            </a:r>
            <a:r>
              <a:rPr sz="800" spc="2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</a:t>
            </a:r>
            <a:r>
              <a:rPr sz="800" spc="29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organización </a:t>
            </a:r>
            <a:r>
              <a:rPr sz="800" dirty="0">
                <a:latin typeface="Tahoma"/>
                <a:cs typeface="Tahoma"/>
              </a:rPr>
              <a:t>que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no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siempre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le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funcionan.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1994481" y="119267"/>
            <a:ext cx="3376507" cy="67262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spcBef>
                <a:spcPts val="345"/>
              </a:spcBef>
            </a:pPr>
            <a:r>
              <a:rPr dirty="0"/>
              <a:t>Mapa</a:t>
            </a:r>
            <a:r>
              <a:rPr spc="-110" dirty="0"/>
              <a:t> </a:t>
            </a:r>
            <a:r>
              <a:rPr dirty="0"/>
              <a:t>de</a:t>
            </a:r>
            <a:r>
              <a:rPr spc="-105" dirty="0"/>
              <a:t> </a:t>
            </a:r>
            <a:r>
              <a:rPr spc="-10" dirty="0"/>
              <a:t>empatía</a:t>
            </a:r>
          </a:p>
          <a:p>
            <a:pPr marL="12700">
              <a:spcBef>
                <a:spcPts val="95"/>
              </a:spcBef>
            </a:pPr>
            <a:r>
              <a:rPr sz="1100" i="1" dirty="0"/>
              <a:t>María</a:t>
            </a:r>
            <a:r>
              <a:rPr sz="1100" i="1" spc="85" dirty="0"/>
              <a:t> </a:t>
            </a:r>
            <a:r>
              <a:rPr sz="1100" i="1" spc="-10" dirty="0"/>
              <a:t>López</a:t>
            </a:r>
            <a:endParaRPr sz="1100"/>
          </a:p>
        </p:txBody>
      </p:sp>
      <p:sp>
        <p:nvSpPr>
          <p:cNvPr id="15" name="object 15"/>
          <p:cNvSpPr txBox="1"/>
          <p:nvPr/>
        </p:nvSpPr>
        <p:spPr>
          <a:xfrm>
            <a:off x="2600664" y="5928131"/>
            <a:ext cx="3024505" cy="1027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9610">
              <a:spcBef>
                <a:spcPts val="100"/>
              </a:spcBef>
            </a:pPr>
            <a:r>
              <a:rPr sz="2000" b="1" dirty="0">
                <a:latin typeface="Palatino Linotype"/>
                <a:cs typeface="Palatino Linotype"/>
              </a:rPr>
              <a:t>¿Qué</a:t>
            </a:r>
            <a:r>
              <a:rPr sz="2000" b="1" spc="-65" dirty="0">
                <a:latin typeface="Palatino Linotype"/>
                <a:cs typeface="Palatino Linotype"/>
              </a:rPr>
              <a:t> </a:t>
            </a:r>
            <a:r>
              <a:rPr sz="2000" b="1" dirty="0">
                <a:latin typeface="Palatino Linotype"/>
                <a:cs typeface="Palatino Linotype"/>
              </a:rPr>
              <a:t>le</a:t>
            </a:r>
            <a:r>
              <a:rPr sz="2000" b="1" spc="-65" dirty="0">
                <a:latin typeface="Palatino Linotype"/>
                <a:cs typeface="Palatino Linotype"/>
              </a:rPr>
              <a:t> </a:t>
            </a:r>
            <a:r>
              <a:rPr sz="2000" b="1" spc="-10" dirty="0">
                <a:latin typeface="Palatino Linotype"/>
                <a:cs typeface="Palatino Linotype"/>
              </a:rPr>
              <a:t>duele?</a:t>
            </a:r>
            <a:endParaRPr sz="2000">
              <a:latin typeface="Palatino Linotype"/>
              <a:cs typeface="Palatino Linotype"/>
            </a:endParaRPr>
          </a:p>
          <a:p>
            <a:pPr marL="12700" marR="5080" algn="just">
              <a:lnSpc>
                <a:spcPct val="111100"/>
              </a:lnSpc>
              <a:spcBef>
                <a:spcPts val="690"/>
              </a:spcBef>
            </a:pPr>
            <a:r>
              <a:rPr sz="900" dirty="0">
                <a:latin typeface="Tahoma"/>
                <a:cs typeface="Tahoma"/>
              </a:rPr>
              <a:t>Perder</a:t>
            </a:r>
            <a:r>
              <a:rPr sz="900" spc="45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tiempo</a:t>
            </a:r>
            <a:r>
              <a:rPr sz="900" spc="459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libre</a:t>
            </a:r>
            <a:r>
              <a:rPr sz="900" spc="45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en</a:t>
            </a:r>
            <a:r>
              <a:rPr sz="900" spc="459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gestiones</a:t>
            </a:r>
            <a:r>
              <a:rPr sz="900" spc="45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administrativas.</a:t>
            </a:r>
            <a:r>
              <a:rPr sz="900" spc="459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No </a:t>
            </a:r>
            <a:r>
              <a:rPr sz="900" dirty="0">
                <a:latin typeface="Tahoma"/>
                <a:cs typeface="Tahoma"/>
              </a:rPr>
              <a:t>tener</a:t>
            </a:r>
            <a:r>
              <a:rPr sz="900" spc="18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toda</a:t>
            </a:r>
            <a:r>
              <a:rPr sz="900" spc="18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la</a:t>
            </a:r>
            <a:r>
              <a:rPr sz="900" spc="18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información</a:t>
            </a:r>
            <a:r>
              <a:rPr sz="900" spc="18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importante</a:t>
            </a:r>
            <a:r>
              <a:rPr sz="900" spc="18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18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mano</a:t>
            </a:r>
            <a:r>
              <a:rPr sz="900" spc="18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cuando</a:t>
            </a:r>
            <a:r>
              <a:rPr sz="900" spc="18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la </a:t>
            </a:r>
            <a:r>
              <a:rPr sz="900" spc="10" dirty="0">
                <a:latin typeface="Tahoma"/>
                <a:cs typeface="Tahoma"/>
              </a:rPr>
              <a:t>necesita.</a:t>
            </a:r>
            <a:r>
              <a:rPr sz="900" spc="285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Sentirse</a:t>
            </a:r>
            <a:r>
              <a:rPr sz="900" spc="285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desorganizada</a:t>
            </a:r>
            <a:r>
              <a:rPr sz="900" spc="285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en</a:t>
            </a:r>
            <a:r>
              <a:rPr sz="900" spc="285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su</a:t>
            </a:r>
            <a:r>
              <a:rPr sz="900" spc="285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vida</a:t>
            </a:r>
            <a:r>
              <a:rPr sz="900" spc="28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personal, </a:t>
            </a:r>
            <a:r>
              <a:rPr sz="900" dirty="0">
                <a:latin typeface="Tahoma"/>
                <a:cs typeface="Tahoma"/>
              </a:rPr>
              <a:t>cuando</a:t>
            </a:r>
            <a:r>
              <a:rPr sz="900" spc="4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en</a:t>
            </a:r>
            <a:r>
              <a:rPr sz="900" spc="4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el</a:t>
            </a:r>
            <a:r>
              <a:rPr sz="900" spc="4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trabajo</a:t>
            </a:r>
            <a:r>
              <a:rPr sz="900" spc="4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es</a:t>
            </a:r>
            <a:r>
              <a:rPr sz="900" spc="4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todo</a:t>
            </a:r>
            <a:r>
              <a:rPr sz="900" spc="4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lo</a:t>
            </a:r>
            <a:r>
              <a:rPr sz="900" spc="4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contrario.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32583" y="1087606"/>
            <a:ext cx="41529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300" i="1" spc="35" dirty="0">
                <a:latin typeface="Times New Roman"/>
                <a:cs typeface="Times New Roman"/>
              </a:rPr>
              <a:t>¿Qué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48161" y="1242512"/>
            <a:ext cx="3804285" cy="1097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551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piensa</a:t>
            </a:r>
            <a:r>
              <a:rPr sz="2000" b="1" spc="-15" dirty="0">
                <a:latin typeface="Palatino Linotype"/>
                <a:cs typeface="Palatino Linotype"/>
              </a:rPr>
              <a:t> </a:t>
            </a:r>
            <a:r>
              <a:rPr sz="2000" b="1" dirty="0">
                <a:latin typeface="Palatino Linotype"/>
                <a:cs typeface="Palatino Linotype"/>
              </a:rPr>
              <a:t>y</a:t>
            </a:r>
            <a:r>
              <a:rPr sz="2000" b="1" spc="-15" dirty="0">
                <a:latin typeface="Palatino Linotype"/>
                <a:cs typeface="Palatino Linotype"/>
              </a:rPr>
              <a:t> </a:t>
            </a:r>
            <a:r>
              <a:rPr sz="2000" b="1" spc="-10" dirty="0">
                <a:latin typeface="Palatino Linotype"/>
                <a:cs typeface="Palatino Linotype"/>
              </a:rPr>
              <a:t>siente?</a:t>
            </a:r>
            <a:endParaRPr sz="2000" dirty="0">
              <a:latin typeface="Palatino Linotype"/>
              <a:cs typeface="Palatino Linotype"/>
            </a:endParaRPr>
          </a:p>
          <a:p>
            <a:pPr marL="12700" marR="5080">
              <a:lnSpc>
                <a:spcPct val="111100"/>
              </a:lnSpc>
              <a:spcBef>
                <a:spcPts val="705"/>
              </a:spcBef>
            </a:pPr>
            <a:r>
              <a:rPr sz="800" dirty="0">
                <a:latin typeface="Tahoma"/>
                <a:cs typeface="Tahoma"/>
              </a:rPr>
              <a:t>Se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siente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abrumada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por</a:t>
            </a:r>
            <a:r>
              <a:rPr sz="800" spc="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la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carga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</a:t>
            </a:r>
            <a:r>
              <a:rPr sz="800" spc="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tareas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personales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que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se</a:t>
            </a:r>
            <a:r>
              <a:rPr sz="800" spc="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suman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al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trabajo. </a:t>
            </a:r>
            <a:r>
              <a:rPr sz="800" dirty="0">
                <a:latin typeface="Tahoma"/>
                <a:cs typeface="Tahoma"/>
              </a:rPr>
              <a:t>Le</a:t>
            </a:r>
            <a:r>
              <a:rPr sz="800" spc="3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molesta</a:t>
            </a:r>
            <a:r>
              <a:rPr sz="800" spc="3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perder</a:t>
            </a:r>
            <a:r>
              <a:rPr sz="800" spc="3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tiempo</a:t>
            </a:r>
            <a:r>
              <a:rPr sz="800" spc="3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en</a:t>
            </a:r>
            <a:r>
              <a:rPr sz="800" spc="3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cosas</a:t>
            </a:r>
            <a:r>
              <a:rPr sz="800" spc="3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que</a:t>
            </a:r>
            <a:r>
              <a:rPr sz="800" spc="3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considera</a:t>
            </a:r>
            <a:r>
              <a:rPr sz="800" spc="3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evitables,</a:t>
            </a:r>
            <a:r>
              <a:rPr sz="800" spc="3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como</a:t>
            </a:r>
            <a:r>
              <a:rPr sz="800" spc="34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buscar </a:t>
            </a:r>
            <a:r>
              <a:rPr sz="800" dirty="0">
                <a:latin typeface="Tahoma"/>
                <a:cs typeface="Tahoma"/>
              </a:rPr>
              <a:t>documentos.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Siente</a:t>
            </a:r>
            <a:r>
              <a:rPr sz="800" spc="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frustración</a:t>
            </a:r>
            <a:r>
              <a:rPr sz="800" spc="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cuando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no</a:t>
            </a:r>
            <a:r>
              <a:rPr sz="800" spc="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encuentra</a:t>
            </a:r>
            <a:r>
              <a:rPr sz="800" spc="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algo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importante,</a:t>
            </a:r>
            <a:r>
              <a:rPr sz="800" spc="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como</a:t>
            </a:r>
            <a:r>
              <a:rPr sz="800" spc="9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una </a:t>
            </a:r>
            <a:r>
              <a:rPr sz="800" dirty="0">
                <a:latin typeface="Tahoma"/>
                <a:cs typeface="Tahoma"/>
              </a:rPr>
              <a:t>póliza.</a:t>
            </a:r>
            <a:r>
              <a:rPr sz="800" spc="3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Tiene</a:t>
            </a:r>
            <a:r>
              <a:rPr sz="800" spc="3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una</a:t>
            </a:r>
            <a:r>
              <a:rPr sz="800" spc="3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mentalidad</a:t>
            </a:r>
            <a:r>
              <a:rPr sz="800" spc="3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práctica</a:t>
            </a:r>
            <a:r>
              <a:rPr sz="800" spc="3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y</a:t>
            </a:r>
            <a:r>
              <a:rPr sz="800" spc="3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valora</a:t>
            </a:r>
            <a:r>
              <a:rPr sz="800" spc="3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mucho</a:t>
            </a:r>
            <a:r>
              <a:rPr sz="800" spc="3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la</a:t>
            </a:r>
            <a:r>
              <a:rPr sz="800" spc="3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organización</a:t>
            </a:r>
            <a:r>
              <a:rPr sz="800" spc="3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y</a:t>
            </a:r>
            <a:r>
              <a:rPr sz="800" spc="32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la </a:t>
            </a:r>
            <a:r>
              <a:rPr sz="800" spc="-10" dirty="0">
                <a:latin typeface="Tahoma"/>
                <a:cs typeface="Tahoma"/>
              </a:rPr>
              <a:t>eficiencia.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36431" y="2318280"/>
            <a:ext cx="2026920" cy="92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algn="ctr">
              <a:lnSpc>
                <a:spcPts val="1490"/>
              </a:lnSpc>
              <a:spcBef>
                <a:spcPts val="100"/>
              </a:spcBef>
            </a:pPr>
            <a:r>
              <a:rPr sz="1300" i="1" spc="35" dirty="0">
                <a:latin typeface="Times New Roman"/>
                <a:cs typeface="Times New Roman"/>
              </a:rPr>
              <a:t>¿Qué</a:t>
            </a:r>
            <a:endParaRPr sz="1300">
              <a:latin typeface="Times New Roman"/>
              <a:cs typeface="Times New Roman"/>
            </a:endParaRPr>
          </a:p>
          <a:p>
            <a:pPr marL="118110" algn="ctr">
              <a:lnSpc>
                <a:spcPts val="2330"/>
              </a:lnSpc>
            </a:pPr>
            <a:r>
              <a:rPr sz="2000" b="1" spc="-25" dirty="0">
                <a:latin typeface="Palatino Linotype"/>
                <a:cs typeface="Palatino Linotype"/>
              </a:rPr>
              <a:t>ve?</a:t>
            </a:r>
            <a:endParaRPr sz="2000">
              <a:latin typeface="Palatino Linotype"/>
              <a:cs typeface="Palatino Linotype"/>
            </a:endParaRPr>
          </a:p>
          <a:p>
            <a:pPr marL="12700" marR="5080">
              <a:lnSpc>
                <a:spcPct val="111100"/>
              </a:lnSpc>
              <a:spcBef>
                <a:spcPts val="1085"/>
              </a:spcBef>
              <a:tabLst>
                <a:tab pos="668655" algn="l"/>
                <a:tab pos="1259840" algn="l"/>
                <a:tab pos="1630045" algn="l"/>
              </a:tabLst>
            </a:pPr>
            <a:r>
              <a:rPr sz="800" dirty="0">
                <a:latin typeface="Tahoma"/>
                <a:cs typeface="Tahoma"/>
              </a:rPr>
              <a:t>Un</a:t>
            </a:r>
            <a:r>
              <a:rPr sz="800" spc="250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mundo</a:t>
            </a:r>
            <a:r>
              <a:rPr sz="800" spc="254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lleno</a:t>
            </a:r>
            <a:r>
              <a:rPr sz="800" spc="254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de</a:t>
            </a:r>
            <a:r>
              <a:rPr sz="800" spc="254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aplicaciones</a:t>
            </a:r>
            <a:r>
              <a:rPr sz="800" spc="254" dirty="0">
                <a:latin typeface="Tahoma"/>
                <a:cs typeface="Tahoma"/>
              </a:rPr>
              <a:t>  </a:t>
            </a:r>
            <a:r>
              <a:rPr sz="800" spc="-50" dirty="0">
                <a:latin typeface="Tahoma"/>
                <a:cs typeface="Tahoma"/>
              </a:rPr>
              <a:t>y</a:t>
            </a:r>
            <a:r>
              <a:rPr sz="800" spc="-10" dirty="0">
                <a:latin typeface="Tahoma"/>
                <a:cs typeface="Tahoma"/>
              </a:rPr>
              <a:t> soluciones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10" dirty="0">
                <a:latin typeface="Tahoma"/>
                <a:cs typeface="Tahoma"/>
              </a:rPr>
              <a:t>digitales,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0" dirty="0">
                <a:latin typeface="Tahoma"/>
                <a:cs typeface="Tahoma"/>
              </a:rPr>
              <a:t>pero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10" dirty="0">
                <a:latin typeface="Tahoma"/>
                <a:cs typeface="Tahoma"/>
              </a:rPr>
              <a:t>ninguna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953510" y="2336578"/>
            <a:ext cx="2337435" cy="1578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94005" algn="ctr">
              <a:lnSpc>
                <a:spcPts val="1490"/>
              </a:lnSpc>
              <a:spcBef>
                <a:spcPts val="100"/>
              </a:spcBef>
            </a:pPr>
            <a:r>
              <a:rPr sz="1300" i="1" spc="35" dirty="0">
                <a:latin typeface="Times New Roman"/>
                <a:cs typeface="Times New Roman"/>
              </a:rPr>
              <a:t>¿Qué</a:t>
            </a:r>
            <a:endParaRPr sz="1300">
              <a:latin typeface="Times New Roman"/>
              <a:cs typeface="Times New Roman"/>
            </a:endParaRPr>
          </a:p>
          <a:p>
            <a:pPr marR="294005" algn="ctr">
              <a:lnSpc>
                <a:spcPts val="2330"/>
              </a:lnSpc>
            </a:pPr>
            <a:r>
              <a:rPr sz="2000" b="1" spc="-20" dirty="0">
                <a:latin typeface="Palatino Linotype"/>
                <a:cs typeface="Palatino Linotype"/>
              </a:rPr>
              <a:t>oye?</a:t>
            </a:r>
            <a:endParaRPr sz="2000">
              <a:latin typeface="Palatino Linotype"/>
              <a:cs typeface="Palatino Linotype"/>
            </a:endParaRPr>
          </a:p>
          <a:p>
            <a:pPr marL="12700" marR="5080" algn="just">
              <a:lnSpc>
                <a:spcPct val="111100"/>
              </a:lnSpc>
              <a:spcBef>
                <a:spcPts val="940"/>
              </a:spcBef>
            </a:pPr>
            <a:r>
              <a:rPr sz="800" dirty="0">
                <a:latin typeface="Tahoma"/>
                <a:cs typeface="Tahoma"/>
              </a:rPr>
              <a:t>Escucha</a:t>
            </a:r>
            <a:r>
              <a:rPr sz="800" spc="34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constantemente</a:t>
            </a:r>
            <a:r>
              <a:rPr sz="800" spc="3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sobre</a:t>
            </a:r>
            <a:r>
              <a:rPr sz="800" spc="3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productividad</a:t>
            </a:r>
            <a:r>
              <a:rPr sz="800" spc="345" dirty="0">
                <a:latin typeface="Tahoma"/>
                <a:cs typeface="Tahoma"/>
              </a:rPr>
              <a:t> </a:t>
            </a:r>
            <a:r>
              <a:rPr sz="800" spc="-50" dirty="0">
                <a:latin typeface="Tahoma"/>
                <a:cs typeface="Tahoma"/>
              </a:rPr>
              <a:t>y</a:t>
            </a:r>
            <a:r>
              <a:rPr sz="800" dirty="0">
                <a:latin typeface="Tahoma"/>
                <a:cs typeface="Tahoma"/>
              </a:rPr>
              <a:t> optimización</a:t>
            </a:r>
            <a:r>
              <a:rPr sz="800" spc="260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del</a:t>
            </a:r>
            <a:r>
              <a:rPr sz="800" spc="270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tiempo.</a:t>
            </a:r>
            <a:r>
              <a:rPr sz="800" spc="270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Comentarios</a:t>
            </a:r>
            <a:r>
              <a:rPr sz="800" spc="270" dirty="0">
                <a:latin typeface="Tahoma"/>
                <a:cs typeface="Tahoma"/>
              </a:rPr>
              <a:t>  </a:t>
            </a:r>
            <a:r>
              <a:rPr sz="800" spc="-25" dirty="0">
                <a:latin typeface="Tahoma"/>
                <a:cs typeface="Tahoma"/>
              </a:rPr>
              <a:t>que </a:t>
            </a:r>
            <a:r>
              <a:rPr sz="800" dirty="0">
                <a:latin typeface="Tahoma"/>
                <a:cs typeface="Tahoma"/>
              </a:rPr>
              <a:t>también</a:t>
            </a:r>
            <a:r>
              <a:rPr sz="800" spc="3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tienen</a:t>
            </a:r>
            <a:r>
              <a:rPr sz="800" spc="3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problemas</a:t>
            </a:r>
            <a:r>
              <a:rPr sz="800" spc="4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para</a:t>
            </a:r>
            <a:r>
              <a:rPr sz="800" spc="3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organizar</a:t>
            </a:r>
            <a:r>
              <a:rPr sz="800" spc="40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sus </a:t>
            </a:r>
            <a:r>
              <a:rPr sz="800" dirty="0">
                <a:latin typeface="Tahoma"/>
                <a:cs typeface="Tahoma"/>
              </a:rPr>
              <a:t>papeles</a:t>
            </a:r>
            <a:r>
              <a:rPr sz="800" spc="22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personales.</a:t>
            </a:r>
            <a:r>
              <a:rPr sz="800" spc="229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Recomendaciones</a:t>
            </a:r>
            <a:r>
              <a:rPr sz="800" spc="225" dirty="0">
                <a:latin typeface="Tahoma"/>
                <a:cs typeface="Tahoma"/>
              </a:rPr>
              <a:t>  </a:t>
            </a:r>
            <a:r>
              <a:rPr sz="800" spc="-20" dirty="0">
                <a:latin typeface="Tahoma"/>
                <a:cs typeface="Tahoma"/>
              </a:rPr>
              <a:t>sobre </a:t>
            </a:r>
            <a:r>
              <a:rPr sz="800" dirty="0">
                <a:latin typeface="Tahoma"/>
                <a:cs typeface="Tahoma"/>
              </a:rPr>
              <a:t>apps,</a:t>
            </a:r>
            <a:r>
              <a:rPr sz="800" spc="229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aunque</a:t>
            </a:r>
            <a:r>
              <a:rPr sz="800" spc="229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ninguna</a:t>
            </a:r>
            <a:r>
              <a:rPr sz="800" spc="229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específica</a:t>
            </a:r>
            <a:r>
              <a:rPr sz="800" spc="229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para</a:t>
            </a:r>
            <a:r>
              <a:rPr sz="800" spc="229" dirty="0">
                <a:latin typeface="Tahoma"/>
                <a:cs typeface="Tahoma"/>
              </a:rPr>
              <a:t>  </a:t>
            </a:r>
            <a:r>
              <a:rPr sz="800" spc="-25" dirty="0">
                <a:latin typeface="Tahoma"/>
                <a:cs typeface="Tahoma"/>
              </a:rPr>
              <a:t>su </a:t>
            </a:r>
            <a:r>
              <a:rPr sz="800" dirty="0">
                <a:latin typeface="Tahoma"/>
                <a:cs typeface="Tahoma"/>
              </a:rPr>
              <a:t>necesidad.</a:t>
            </a:r>
            <a:r>
              <a:rPr sz="800" spc="16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Mensajes</a:t>
            </a:r>
            <a:r>
              <a:rPr sz="800" spc="16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de</a:t>
            </a:r>
            <a:r>
              <a:rPr sz="800" spc="16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advertencia</a:t>
            </a:r>
            <a:r>
              <a:rPr sz="800" spc="16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de</a:t>
            </a:r>
            <a:r>
              <a:rPr sz="800" spc="170" dirty="0">
                <a:latin typeface="Tahoma"/>
                <a:cs typeface="Tahoma"/>
              </a:rPr>
              <a:t>  </a:t>
            </a:r>
            <a:r>
              <a:rPr sz="800" spc="-25" dirty="0">
                <a:latin typeface="Tahoma"/>
                <a:cs typeface="Tahoma"/>
              </a:rPr>
              <a:t>los </a:t>
            </a:r>
            <a:r>
              <a:rPr sz="800" dirty="0">
                <a:latin typeface="Tahoma"/>
                <a:cs typeface="Tahoma"/>
              </a:rPr>
              <a:t>seguros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por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vencimientos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que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la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ponen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nerviosa.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456932" y="5918607"/>
            <a:ext cx="3024505" cy="884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7865">
              <a:spcBef>
                <a:spcPts val="100"/>
              </a:spcBef>
            </a:pPr>
            <a:r>
              <a:rPr sz="2000" b="1" spc="-30" dirty="0">
                <a:latin typeface="Palatino Linotype"/>
                <a:cs typeface="Palatino Linotype"/>
              </a:rPr>
              <a:t>¿A</a:t>
            </a:r>
            <a:r>
              <a:rPr sz="2000" b="1" spc="-95" dirty="0">
                <a:latin typeface="Palatino Linotype"/>
                <a:cs typeface="Palatino Linotype"/>
              </a:rPr>
              <a:t> </a:t>
            </a:r>
            <a:r>
              <a:rPr sz="2000" b="1" spc="-10" dirty="0">
                <a:latin typeface="Palatino Linotype"/>
                <a:cs typeface="Palatino Linotype"/>
              </a:rPr>
              <a:t>qué</a:t>
            </a:r>
            <a:r>
              <a:rPr sz="2000" b="1" spc="-100" dirty="0">
                <a:latin typeface="Palatino Linotype"/>
                <a:cs typeface="Palatino Linotype"/>
              </a:rPr>
              <a:t> </a:t>
            </a:r>
            <a:r>
              <a:rPr sz="2000" b="1" spc="-10" dirty="0">
                <a:latin typeface="Palatino Linotype"/>
                <a:cs typeface="Palatino Linotype"/>
              </a:rPr>
              <a:t>aspira?</a:t>
            </a:r>
            <a:endParaRPr sz="2000">
              <a:latin typeface="Palatino Linotype"/>
              <a:cs typeface="Palatino Linotype"/>
            </a:endParaRPr>
          </a:p>
          <a:p>
            <a:pPr marL="12700" marR="5080">
              <a:lnSpc>
                <a:spcPct val="111100"/>
              </a:lnSpc>
              <a:spcBef>
                <a:spcPts val="765"/>
              </a:spcBef>
            </a:pPr>
            <a:r>
              <a:rPr sz="900" dirty="0">
                <a:latin typeface="Tahoma"/>
                <a:cs typeface="Tahoma"/>
              </a:rPr>
              <a:t>A</a:t>
            </a:r>
            <a:r>
              <a:rPr sz="900" spc="7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tener</a:t>
            </a:r>
            <a:r>
              <a:rPr sz="900" spc="8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más</a:t>
            </a:r>
            <a:r>
              <a:rPr sz="900" spc="7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tiempo</a:t>
            </a:r>
            <a:r>
              <a:rPr sz="900" spc="8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libre</a:t>
            </a:r>
            <a:r>
              <a:rPr sz="900" spc="7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para</a:t>
            </a:r>
            <a:r>
              <a:rPr sz="900" spc="8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sus</a:t>
            </a:r>
            <a:r>
              <a:rPr sz="900" spc="7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hobbies</a:t>
            </a:r>
            <a:r>
              <a:rPr sz="900" spc="8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como</a:t>
            </a:r>
            <a:r>
              <a:rPr sz="900" spc="7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correr. </a:t>
            </a:r>
            <a:r>
              <a:rPr sz="900" dirty="0">
                <a:latin typeface="Tahoma"/>
                <a:cs typeface="Tahoma"/>
              </a:rPr>
              <a:t>Reducir</a:t>
            </a:r>
            <a:r>
              <a:rPr sz="900" spc="16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el</a:t>
            </a:r>
            <a:r>
              <a:rPr sz="900" spc="17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estrés</a:t>
            </a:r>
            <a:r>
              <a:rPr sz="900" spc="17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de</a:t>
            </a:r>
            <a:r>
              <a:rPr sz="900" spc="16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su</a:t>
            </a:r>
            <a:r>
              <a:rPr sz="900" spc="17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vida</a:t>
            </a:r>
            <a:r>
              <a:rPr sz="900" spc="17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diaria.</a:t>
            </a:r>
            <a:r>
              <a:rPr sz="900" spc="16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Sentirse</a:t>
            </a:r>
            <a:r>
              <a:rPr sz="900" spc="17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organizada</a:t>
            </a:r>
            <a:r>
              <a:rPr sz="900" spc="50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y</a:t>
            </a:r>
            <a:r>
              <a:rPr sz="900" spc="5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en</a:t>
            </a:r>
            <a:r>
              <a:rPr sz="900" spc="5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control</a:t>
            </a:r>
            <a:r>
              <a:rPr sz="900" spc="5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también</a:t>
            </a:r>
            <a:r>
              <a:rPr sz="900" spc="5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fuera</a:t>
            </a:r>
            <a:r>
              <a:rPr sz="900" spc="5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del</a:t>
            </a:r>
            <a:r>
              <a:rPr sz="900" spc="5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ámbito</a:t>
            </a:r>
            <a:r>
              <a:rPr sz="900" spc="5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laboral.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0010" y="2546881"/>
            <a:ext cx="809635" cy="149012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996363" y="4095833"/>
            <a:ext cx="3024505" cy="1177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4930" algn="ctr">
              <a:lnSpc>
                <a:spcPts val="1430"/>
              </a:lnSpc>
              <a:spcBef>
                <a:spcPts val="100"/>
              </a:spcBef>
            </a:pPr>
            <a:r>
              <a:rPr sz="1300" i="1" spc="35" dirty="0">
                <a:latin typeface="Times New Roman"/>
                <a:cs typeface="Times New Roman"/>
              </a:rPr>
              <a:t>¿Qué</a:t>
            </a:r>
            <a:endParaRPr sz="1300">
              <a:latin typeface="Times New Roman"/>
              <a:cs typeface="Times New Roman"/>
            </a:endParaRPr>
          </a:p>
          <a:p>
            <a:pPr marR="74930" algn="ctr">
              <a:lnSpc>
                <a:spcPts val="2270"/>
              </a:lnSpc>
            </a:pPr>
            <a:r>
              <a:rPr sz="2000" b="1" dirty="0">
                <a:latin typeface="Palatino Linotype"/>
                <a:cs typeface="Palatino Linotype"/>
              </a:rPr>
              <a:t>dice</a:t>
            </a:r>
            <a:r>
              <a:rPr sz="2000" b="1" spc="5" dirty="0">
                <a:latin typeface="Palatino Linotype"/>
                <a:cs typeface="Palatino Linotype"/>
              </a:rPr>
              <a:t> </a:t>
            </a:r>
            <a:r>
              <a:rPr sz="2000" b="1" dirty="0">
                <a:latin typeface="Palatino Linotype"/>
                <a:cs typeface="Palatino Linotype"/>
              </a:rPr>
              <a:t>y</a:t>
            </a:r>
            <a:r>
              <a:rPr sz="2000" b="1" spc="5" dirty="0">
                <a:latin typeface="Palatino Linotype"/>
                <a:cs typeface="Palatino Linotype"/>
              </a:rPr>
              <a:t> </a:t>
            </a:r>
            <a:r>
              <a:rPr sz="2000" b="1" spc="-20" dirty="0">
                <a:latin typeface="Palatino Linotype"/>
                <a:cs typeface="Palatino Linotype"/>
              </a:rPr>
              <a:t>hace?</a:t>
            </a:r>
            <a:endParaRPr sz="2000">
              <a:latin typeface="Palatino Linotype"/>
              <a:cs typeface="Palatino Linotype"/>
            </a:endParaRPr>
          </a:p>
          <a:p>
            <a:pPr marL="12700" marR="5080" algn="just">
              <a:lnSpc>
                <a:spcPct val="111100"/>
              </a:lnSpc>
              <a:spcBef>
                <a:spcPts val="1105"/>
              </a:spcBef>
            </a:pPr>
            <a:r>
              <a:rPr sz="800" dirty="0">
                <a:latin typeface="Tahoma"/>
                <a:cs typeface="Tahoma"/>
              </a:rPr>
              <a:t>Suele</a:t>
            </a:r>
            <a:r>
              <a:rPr sz="800" spc="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decir: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“Ya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lo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tengo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anotado”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“Después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me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fijo”,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pero</a:t>
            </a:r>
            <a:r>
              <a:rPr sz="800" spc="100" dirty="0">
                <a:latin typeface="Tahoma"/>
                <a:cs typeface="Tahoma"/>
              </a:rPr>
              <a:t> </a:t>
            </a:r>
            <a:r>
              <a:rPr sz="800" spc="-50" dirty="0">
                <a:latin typeface="Tahoma"/>
                <a:cs typeface="Tahoma"/>
              </a:rPr>
              <a:t>a</a:t>
            </a:r>
            <a:r>
              <a:rPr sz="800" dirty="0">
                <a:latin typeface="Tahoma"/>
                <a:cs typeface="Tahoma"/>
              </a:rPr>
              <a:t> veces</a:t>
            </a:r>
            <a:r>
              <a:rPr sz="800" spc="3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se</a:t>
            </a:r>
            <a:r>
              <a:rPr sz="800" spc="3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le</a:t>
            </a:r>
            <a:r>
              <a:rPr sz="800" spc="3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pasa.</a:t>
            </a:r>
            <a:r>
              <a:rPr sz="800" spc="3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Usa</a:t>
            </a:r>
            <a:r>
              <a:rPr sz="800" spc="3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el</a:t>
            </a:r>
            <a:r>
              <a:rPr sz="800" spc="3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calendario</a:t>
            </a:r>
            <a:r>
              <a:rPr sz="800" spc="3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del</a:t>
            </a:r>
            <a:r>
              <a:rPr sz="800" spc="3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celular,</a:t>
            </a:r>
            <a:r>
              <a:rPr sz="800" spc="3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alarmas</a:t>
            </a:r>
            <a:r>
              <a:rPr sz="800" spc="330" dirty="0">
                <a:latin typeface="Tahoma"/>
                <a:cs typeface="Tahoma"/>
              </a:rPr>
              <a:t> </a:t>
            </a:r>
            <a:r>
              <a:rPr sz="800" spc="-50" dirty="0">
                <a:latin typeface="Tahoma"/>
                <a:cs typeface="Tahoma"/>
              </a:rPr>
              <a:t>y</a:t>
            </a:r>
            <a:r>
              <a:rPr sz="800" dirty="0">
                <a:latin typeface="Tahoma"/>
                <a:cs typeface="Tahoma"/>
              </a:rPr>
              <a:t> planillas</a:t>
            </a:r>
            <a:r>
              <a:rPr sz="800" spc="1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para</a:t>
            </a:r>
            <a:r>
              <a:rPr sz="800" spc="1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intentar</a:t>
            </a:r>
            <a:r>
              <a:rPr sz="800" spc="1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organizarse.</a:t>
            </a:r>
            <a:r>
              <a:rPr sz="800" spc="1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Imprime</a:t>
            </a:r>
            <a:r>
              <a:rPr sz="800" spc="1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</a:t>
            </a:r>
            <a:r>
              <a:rPr sz="800" spc="1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guarda</a:t>
            </a:r>
            <a:r>
              <a:rPr sz="800" spc="1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PDFs</a:t>
            </a:r>
            <a:r>
              <a:rPr sz="800" spc="17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en </a:t>
            </a:r>
            <a:r>
              <a:rPr sz="800" dirty="0">
                <a:latin typeface="Tahoma"/>
                <a:cs typeface="Tahoma"/>
              </a:rPr>
              <a:t>la</a:t>
            </a:r>
            <a:r>
              <a:rPr sz="800" spc="7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computadora,</a:t>
            </a:r>
            <a:r>
              <a:rPr sz="800" spc="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pero</a:t>
            </a:r>
            <a:r>
              <a:rPr sz="800" spc="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después</a:t>
            </a:r>
            <a:r>
              <a:rPr sz="800" spc="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le</a:t>
            </a:r>
            <a:r>
              <a:rPr sz="800" spc="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cuesta</a:t>
            </a:r>
            <a:r>
              <a:rPr sz="800" spc="7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encontrarlos.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94481" y="119267"/>
            <a:ext cx="3376507" cy="67262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spcBef>
                <a:spcPts val="345"/>
              </a:spcBef>
            </a:pPr>
            <a:r>
              <a:rPr dirty="0"/>
              <a:t>Mapa</a:t>
            </a:r>
            <a:r>
              <a:rPr spc="-110" dirty="0"/>
              <a:t> </a:t>
            </a:r>
            <a:r>
              <a:rPr dirty="0"/>
              <a:t>de</a:t>
            </a:r>
            <a:r>
              <a:rPr spc="-105" dirty="0"/>
              <a:t> </a:t>
            </a:r>
            <a:r>
              <a:rPr spc="-10" dirty="0"/>
              <a:t>empatía</a:t>
            </a:r>
          </a:p>
          <a:p>
            <a:pPr marL="12700">
              <a:spcBef>
                <a:spcPts val="95"/>
              </a:spcBef>
            </a:pPr>
            <a:r>
              <a:rPr sz="1100" i="1" spc="-20" dirty="0"/>
              <a:t>Javier</a:t>
            </a:r>
            <a:r>
              <a:rPr sz="1100" i="1" spc="-5" dirty="0"/>
              <a:t> </a:t>
            </a:r>
            <a:r>
              <a:rPr sz="1100" i="1" spc="-10" dirty="0"/>
              <a:t>Rodríguez</a:t>
            </a:r>
            <a:endParaRPr sz="1100" dirty="0"/>
          </a:p>
        </p:txBody>
      </p:sp>
      <p:sp>
        <p:nvSpPr>
          <p:cNvPr id="5" name="object 5"/>
          <p:cNvSpPr txBox="1"/>
          <p:nvPr/>
        </p:nvSpPr>
        <p:spPr>
          <a:xfrm>
            <a:off x="2600664" y="5928131"/>
            <a:ext cx="3024505" cy="1027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9610">
              <a:spcBef>
                <a:spcPts val="100"/>
              </a:spcBef>
            </a:pPr>
            <a:r>
              <a:rPr sz="2000" b="1" dirty="0">
                <a:latin typeface="Palatino Linotype"/>
                <a:cs typeface="Palatino Linotype"/>
              </a:rPr>
              <a:t>¿Qué</a:t>
            </a:r>
            <a:r>
              <a:rPr sz="2000" b="1" spc="-65" dirty="0">
                <a:latin typeface="Palatino Linotype"/>
                <a:cs typeface="Palatino Linotype"/>
              </a:rPr>
              <a:t> </a:t>
            </a:r>
            <a:r>
              <a:rPr sz="2000" b="1" dirty="0">
                <a:latin typeface="Palatino Linotype"/>
                <a:cs typeface="Palatino Linotype"/>
              </a:rPr>
              <a:t>le</a:t>
            </a:r>
            <a:r>
              <a:rPr sz="2000" b="1" spc="-65" dirty="0">
                <a:latin typeface="Palatino Linotype"/>
                <a:cs typeface="Palatino Linotype"/>
              </a:rPr>
              <a:t> </a:t>
            </a:r>
            <a:r>
              <a:rPr sz="2000" b="1" spc="-10" dirty="0">
                <a:latin typeface="Palatino Linotype"/>
                <a:cs typeface="Palatino Linotype"/>
              </a:rPr>
              <a:t>duele?</a:t>
            </a:r>
            <a:endParaRPr sz="2000">
              <a:latin typeface="Palatino Linotype"/>
              <a:cs typeface="Palatino Linotype"/>
            </a:endParaRPr>
          </a:p>
          <a:p>
            <a:pPr marL="12700" marR="5080" algn="just">
              <a:lnSpc>
                <a:spcPct val="111100"/>
              </a:lnSpc>
              <a:spcBef>
                <a:spcPts val="690"/>
              </a:spcBef>
            </a:pPr>
            <a:r>
              <a:rPr sz="900" dirty="0">
                <a:latin typeface="Tahoma"/>
                <a:cs typeface="Tahoma"/>
              </a:rPr>
              <a:t>El</a:t>
            </a:r>
            <a:r>
              <a:rPr sz="900" spc="38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riesgo</a:t>
            </a:r>
            <a:r>
              <a:rPr sz="900" spc="38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de</a:t>
            </a:r>
            <a:r>
              <a:rPr sz="900" spc="38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dejar</a:t>
            </a:r>
            <a:r>
              <a:rPr sz="900" spc="38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38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su</a:t>
            </a:r>
            <a:r>
              <a:rPr sz="900" spc="39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familia</a:t>
            </a:r>
            <a:r>
              <a:rPr sz="900" spc="38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desprotegida</a:t>
            </a:r>
            <a:r>
              <a:rPr sz="900" spc="38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por</a:t>
            </a:r>
            <a:r>
              <a:rPr sz="900" spc="38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un </a:t>
            </a:r>
            <a:r>
              <a:rPr sz="900" dirty="0">
                <a:latin typeface="Tahoma"/>
                <a:cs typeface="Tahoma"/>
              </a:rPr>
              <a:t>olvido.</a:t>
            </a:r>
            <a:r>
              <a:rPr sz="900" spc="26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Pagar</a:t>
            </a:r>
            <a:r>
              <a:rPr sz="900" spc="26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recargos</a:t>
            </a:r>
            <a:r>
              <a:rPr sz="900" spc="26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</a:t>
            </a:r>
            <a:r>
              <a:rPr sz="900" spc="26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perder</a:t>
            </a:r>
            <a:r>
              <a:rPr sz="900" spc="26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descuentos</a:t>
            </a:r>
            <a:r>
              <a:rPr sz="900" spc="26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por</a:t>
            </a:r>
            <a:r>
              <a:rPr sz="900" spc="26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pagos </a:t>
            </a:r>
            <a:r>
              <a:rPr sz="900" dirty="0">
                <a:latin typeface="Tahoma"/>
                <a:cs typeface="Tahoma"/>
              </a:rPr>
              <a:t>tardíos.</a:t>
            </a:r>
            <a:r>
              <a:rPr sz="900" spc="4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Sentirse</a:t>
            </a:r>
            <a:r>
              <a:rPr sz="900" spc="4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desbordado</a:t>
            </a:r>
            <a:r>
              <a:rPr sz="900" spc="4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por</a:t>
            </a:r>
            <a:r>
              <a:rPr sz="900" spc="4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la</a:t>
            </a:r>
            <a:r>
              <a:rPr sz="900" spc="4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carga</a:t>
            </a:r>
            <a:r>
              <a:rPr sz="900" spc="4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de</a:t>
            </a:r>
            <a:r>
              <a:rPr sz="900" spc="4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tareas </a:t>
            </a:r>
            <a:r>
              <a:rPr sz="900" spc="10" dirty="0">
                <a:latin typeface="Tahoma"/>
                <a:cs typeface="Tahoma"/>
              </a:rPr>
              <a:t>familiares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y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laborales.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32583" y="1087606"/>
            <a:ext cx="41529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300" i="1" spc="35" dirty="0">
                <a:latin typeface="Times New Roman"/>
                <a:cs typeface="Times New Roman"/>
              </a:rPr>
              <a:t>¿Qué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48161" y="1242512"/>
            <a:ext cx="3804285" cy="1097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551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piensa</a:t>
            </a:r>
            <a:r>
              <a:rPr sz="2000" b="1" spc="-15" dirty="0">
                <a:latin typeface="Palatino Linotype"/>
                <a:cs typeface="Palatino Linotype"/>
              </a:rPr>
              <a:t> </a:t>
            </a:r>
            <a:r>
              <a:rPr sz="2000" b="1" dirty="0">
                <a:latin typeface="Palatino Linotype"/>
                <a:cs typeface="Palatino Linotype"/>
              </a:rPr>
              <a:t>y</a:t>
            </a:r>
            <a:r>
              <a:rPr sz="2000" b="1" spc="-15" dirty="0">
                <a:latin typeface="Palatino Linotype"/>
                <a:cs typeface="Palatino Linotype"/>
              </a:rPr>
              <a:t> </a:t>
            </a:r>
            <a:r>
              <a:rPr sz="2000" b="1" spc="-10" dirty="0">
                <a:latin typeface="Palatino Linotype"/>
                <a:cs typeface="Palatino Linotype"/>
              </a:rPr>
              <a:t>siente?</a:t>
            </a:r>
            <a:endParaRPr sz="2000">
              <a:latin typeface="Palatino Linotype"/>
              <a:cs typeface="Palatino Linotype"/>
            </a:endParaRPr>
          </a:p>
          <a:p>
            <a:pPr marL="12700" marR="5080" algn="just">
              <a:lnSpc>
                <a:spcPct val="111100"/>
              </a:lnSpc>
              <a:spcBef>
                <a:spcPts val="705"/>
              </a:spcBef>
            </a:pPr>
            <a:r>
              <a:rPr sz="800" spc="10" dirty="0">
                <a:latin typeface="Tahoma"/>
                <a:cs typeface="Tahoma"/>
              </a:rPr>
              <a:t>Se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siente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responsable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de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que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todo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en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hogar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esté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en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orden,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especialmente</a:t>
            </a:r>
            <a:r>
              <a:rPr sz="800" spc="2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en </a:t>
            </a:r>
            <a:r>
              <a:rPr sz="800" dirty="0">
                <a:latin typeface="Tahoma"/>
                <a:cs typeface="Tahoma"/>
              </a:rPr>
              <a:t>lo</a:t>
            </a:r>
            <a:r>
              <a:rPr sz="800" spc="4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financiero.</a:t>
            </a:r>
            <a:r>
              <a:rPr sz="800" spc="12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Piensa</a:t>
            </a:r>
            <a:r>
              <a:rPr sz="800" spc="4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constantemente</a:t>
            </a:r>
            <a:r>
              <a:rPr sz="800" spc="12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en</a:t>
            </a:r>
            <a:r>
              <a:rPr sz="800" spc="4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cómo</a:t>
            </a:r>
            <a:r>
              <a:rPr sz="800" spc="12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proteger</a:t>
            </a:r>
            <a:r>
              <a:rPr sz="800" spc="4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</a:t>
            </a:r>
            <a:r>
              <a:rPr sz="800" spc="12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su</a:t>
            </a:r>
            <a:r>
              <a:rPr sz="800" spc="12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familia</a:t>
            </a:r>
            <a:r>
              <a:rPr sz="800" spc="495" dirty="0">
                <a:latin typeface="Tahoma"/>
                <a:cs typeface="Tahoma"/>
              </a:rPr>
              <a:t> </a:t>
            </a:r>
            <a:r>
              <a:rPr sz="800" spc="-50" dirty="0">
                <a:latin typeface="Tahoma"/>
                <a:cs typeface="Tahoma"/>
              </a:rPr>
              <a:t>y</a:t>
            </a:r>
            <a:r>
              <a:rPr sz="800" dirty="0">
                <a:latin typeface="Tahoma"/>
                <a:cs typeface="Tahoma"/>
              </a:rPr>
              <a:t> anticiparse</a:t>
            </a:r>
            <a:r>
              <a:rPr sz="800" spc="24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</a:t>
            </a:r>
            <a:r>
              <a:rPr sz="800" spc="2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problemas.</a:t>
            </a:r>
            <a:r>
              <a:rPr sz="800" spc="24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Le</a:t>
            </a:r>
            <a:r>
              <a:rPr sz="800" spc="2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genera</a:t>
            </a:r>
            <a:r>
              <a:rPr sz="800" spc="2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ansiedad</a:t>
            </a:r>
            <a:r>
              <a:rPr sz="800" spc="24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pensar</a:t>
            </a:r>
            <a:r>
              <a:rPr sz="800" spc="2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que</a:t>
            </a:r>
            <a:r>
              <a:rPr sz="800" spc="2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puede</a:t>
            </a:r>
            <a:r>
              <a:rPr sz="800" spc="24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olvidarse</a:t>
            </a:r>
            <a:r>
              <a:rPr sz="800" spc="25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de </a:t>
            </a:r>
            <a:r>
              <a:rPr sz="800" dirty="0">
                <a:latin typeface="Tahoma"/>
                <a:cs typeface="Tahoma"/>
              </a:rPr>
              <a:t>una</a:t>
            </a:r>
            <a:r>
              <a:rPr sz="800" spc="5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fecha</a:t>
            </a:r>
            <a:r>
              <a:rPr sz="800" spc="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</a:t>
            </a:r>
            <a:r>
              <a:rPr sz="800" spc="5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vencimiento</a:t>
            </a:r>
            <a:r>
              <a:rPr sz="800" spc="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importante.</a:t>
            </a:r>
            <a:r>
              <a:rPr sz="800" spc="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Le</a:t>
            </a:r>
            <a:r>
              <a:rPr sz="800" spc="5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molesta</a:t>
            </a:r>
            <a:r>
              <a:rPr sz="800" spc="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tener</a:t>
            </a:r>
            <a:r>
              <a:rPr sz="800" spc="5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que</a:t>
            </a:r>
            <a:r>
              <a:rPr sz="800" spc="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dedicar</a:t>
            </a:r>
            <a:r>
              <a:rPr sz="800" spc="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tiempo</a:t>
            </a:r>
            <a:r>
              <a:rPr sz="800" spc="5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extra </a:t>
            </a:r>
            <a:r>
              <a:rPr sz="800" spc="10" dirty="0">
                <a:latin typeface="Tahoma"/>
                <a:cs typeface="Tahoma"/>
              </a:rPr>
              <a:t>a</a:t>
            </a:r>
            <a:r>
              <a:rPr sz="800" spc="6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tareas</a:t>
            </a:r>
            <a:r>
              <a:rPr sz="800" spc="6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administrativas</a:t>
            </a:r>
            <a:r>
              <a:rPr sz="800" spc="6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que</a:t>
            </a:r>
            <a:r>
              <a:rPr sz="800" spc="6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podrían</a:t>
            </a:r>
            <a:r>
              <a:rPr sz="800" spc="6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estar</a:t>
            </a:r>
            <a:r>
              <a:rPr sz="800" spc="6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automatizadas.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36431" y="2318279"/>
            <a:ext cx="2026920" cy="1461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algn="ctr">
              <a:lnSpc>
                <a:spcPts val="1490"/>
              </a:lnSpc>
              <a:spcBef>
                <a:spcPts val="100"/>
              </a:spcBef>
            </a:pPr>
            <a:r>
              <a:rPr sz="1300" i="1" spc="35" dirty="0">
                <a:latin typeface="Times New Roman"/>
                <a:cs typeface="Times New Roman"/>
              </a:rPr>
              <a:t>¿Qué</a:t>
            </a:r>
            <a:endParaRPr sz="1300">
              <a:latin typeface="Times New Roman"/>
              <a:cs typeface="Times New Roman"/>
            </a:endParaRPr>
          </a:p>
          <a:p>
            <a:pPr marL="118110" algn="ctr">
              <a:lnSpc>
                <a:spcPts val="2330"/>
              </a:lnSpc>
            </a:pPr>
            <a:r>
              <a:rPr sz="2000" b="1" spc="-25" dirty="0">
                <a:latin typeface="Palatino Linotype"/>
                <a:cs typeface="Palatino Linotype"/>
              </a:rPr>
              <a:t>ve?</a:t>
            </a:r>
            <a:endParaRPr sz="2000">
              <a:latin typeface="Palatino Linotype"/>
              <a:cs typeface="Palatino Linotype"/>
            </a:endParaRPr>
          </a:p>
          <a:p>
            <a:pPr marL="12700" marR="5080">
              <a:lnSpc>
                <a:spcPct val="111100"/>
              </a:lnSpc>
              <a:spcBef>
                <a:spcPts val="1085"/>
              </a:spcBef>
            </a:pPr>
            <a:r>
              <a:rPr sz="800" dirty="0">
                <a:latin typeface="Tahoma"/>
                <a:cs typeface="Tahoma"/>
              </a:rPr>
              <a:t>Un</a:t>
            </a:r>
            <a:r>
              <a:rPr sz="800" spc="2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hogar</a:t>
            </a:r>
            <a:r>
              <a:rPr sz="800" spc="2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con</a:t>
            </a:r>
            <a:r>
              <a:rPr sz="800" spc="20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muchas</a:t>
            </a:r>
            <a:r>
              <a:rPr sz="800" spc="20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responsabilidades </a:t>
            </a:r>
            <a:r>
              <a:rPr sz="800" dirty="0">
                <a:latin typeface="Tahoma"/>
                <a:cs typeface="Tahoma"/>
              </a:rPr>
              <a:t>simultáneas:</a:t>
            </a:r>
            <a:r>
              <a:rPr sz="800" spc="150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trabajo,</a:t>
            </a:r>
            <a:r>
              <a:rPr sz="800" spc="150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hijos,</a:t>
            </a:r>
            <a:r>
              <a:rPr sz="800" spc="15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tareas</a:t>
            </a:r>
            <a:r>
              <a:rPr sz="800" spc="150" dirty="0">
                <a:latin typeface="Tahoma"/>
                <a:cs typeface="Tahoma"/>
              </a:rPr>
              <a:t>  </a:t>
            </a:r>
            <a:r>
              <a:rPr sz="800" spc="-25" dirty="0">
                <a:latin typeface="Tahoma"/>
                <a:cs typeface="Tahoma"/>
              </a:rPr>
              <a:t>del </a:t>
            </a:r>
            <a:r>
              <a:rPr sz="800" dirty="0">
                <a:latin typeface="Tahoma"/>
                <a:cs typeface="Tahoma"/>
              </a:rPr>
              <a:t>hogar.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Información</a:t>
            </a:r>
            <a:r>
              <a:rPr sz="800" spc="1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dispersa</a:t>
            </a:r>
            <a:r>
              <a:rPr sz="800" spc="1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y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poco</a:t>
            </a:r>
            <a:r>
              <a:rPr sz="800" spc="16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clara: </a:t>
            </a:r>
            <a:r>
              <a:rPr sz="800" dirty="0">
                <a:latin typeface="Tahoma"/>
                <a:cs typeface="Tahoma"/>
              </a:rPr>
              <a:t>correos,</a:t>
            </a:r>
            <a:r>
              <a:rPr sz="800" spc="5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papeles,</a:t>
            </a:r>
            <a:r>
              <a:rPr sz="800" spc="5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PDFs,</a:t>
            </a:r>
            <a:r>
              <a:rPr sz="800" spc="5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carpetas</a:t>
            </a:r>
            <a:r>
              <a:rPr sz="800" spc="5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en</a:t>
            </a:r>
            <a:r>
              <a:rPr sz="800" spc="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la</a:t>
            </a:r>
            <a:r>
              <a:rPr sz="800" spc="5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PC. </a:t>
            </a:r>
            <a:r>
              <a:rPr sz="800" dirty="0">
                <a:latin typeface="Tahoma"/>
                <a:cs typeface="Tahoma"/>
              </a:rPr>
              <a:t>Soluciones</a:t>
            </a:r>
            <a:r>
              <a:rPr sz="800" spc="254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digitales</a:t>
            </a:r>
            <a:r>
              <a:rPr sz="800" spc="254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para</a:t>
            </a:r>
            <a:r>
              <a:rPr sz="800" spc="2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bancos,</a:t>
            </a:r>
            <a:r>
              <a:rPr sz="800" spc="254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gastos, educación.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53510" y="2336579"/>
            <a:ext cx="2337435" cy="1443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94005" algn="ctr">
              <a:lnSpc>
                <a:spcPts val="1490"/>
              </a:lnSpc>
              <a:spcBef>
                <a:spcPts val="100"/>
              </a:spcBef>
            </a:pPr>
            <a:r>
              <a:rPr sz="1300" i="1" spc="35" dirty="0">
                <a:latin typeface="Times New Roman"/>
                <a:cs typeface="Times New Roman"/>
              </a:rPr>
              <a:t>¿Qué</a:t>
            </a:r>
            <a:endParaRPr sz="1300">
              <a:latin typeface="Times New Roman"/>
              <a:cs typeface="Times New Roman"/>
            </a:endParaRPr>
          </a:p>
          <a:p>
            <a:pPr marR="294005" algn="ctr">
              <a:lnSpc>
                <a:spcPts val="2330"/>
              </a:lnSpc>
            </a:pPr>
            <a:r>
              <a:rPr sz="2000" b="1" spc="-20" dirty="0">
                <a:latin typeface="Palatino Linotype"/>
                <a:cs typeface="Palatino Linotype"/>
              </a:rPr>
              <a:t>oye?</a:t>
            </a:r>
            <a:endParaRPr sz="2000">
              <a:latin typeface="Palatino Linotype"/>
              <a:cs typeface="Palatino Linotype"/>
            </a:endParaRPr>
          </a:p>
          <a:p>
            <a:pPr marL="12700" marR="5080" algn="just">
              <a:lnSpc>
                <a:spcPct val="111100"/>
              </a:lnSpc>
              <a:spcBef>
                <a:spcPts val="940"/>
              </a:spcBef>
            </a:pPr>
            <a:r>
              <a:rPr sz="800" dirty="0">
                <a:latin typeface="Tahoma"/>
                <a:cs typeface="Tahoma"/>
              </a:rPr>
              <a:t>Comentarios</a:t>
            </a:r>
            <a:r>
              <a:rPr sz="800" spc="23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</a:t>
            </a:r>
            <a:r>
              <a:rPr sz="800" spc="2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su</a:t>
            </a:r>
            <a:r>
              <a:rPr sz="800" spc="23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pareja</a:t>
            </a:r>
            <a:r>
              <a:rPr sz="800" spc="2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cuando</a:t>
            </a:r>
            <a:r>
              <a:rPr sz="800" spc="23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se</a:t>
            </a:r>
            <a:r>
              <a:rPr sz="800" spc="2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olvida</a:t>
            </a:r>
            <a:r>
              <a:rPr sz="800" spc="23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de </a:t>
            </a:r>
            <a:r>
              <a:rPr sz="800" dirty="0">
                <a:latin typeface="Tahoma"/>
                <a:cs typeface="Tahoma"/>
              </a:rPr>
              <a:t>un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pago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hay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un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recargo.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Opiniones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amigos </a:t>
            </a:r>
            <a:r>
              <a:rPr sz="800" dirty="0">
                <a:latin typeface="Tahoma"/>
                <a:cs typeface="Tahoma"/>
              </a:rPr>
              <a:t>o</a:t>
            </a:r>
            <a:r>
              <a:rPr sz="800" spc="3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compañeros</a:t>
            </a:r>
            <a:r>
              <a:rPr sz="800" spc="38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sobre</a:t>
            </a:r>
            <a:r>
              <a:rPr sz="800" spc="37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herramientas</a:t>
            </a:r>
            <a:r>
              <a:rPr sz="800" spc="38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</a:t>
            </a:r>
            <a:r>
              <a:rPr sz="800" spc="37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gestión </a:t>
            </a:r>
            <a:r>
              <a:rPr sz="800" dirty="0">
                <a:latin typeface="Tahoma"/>
                <a:cs typeface="Tahoma"/>
              </a:rPr>
              <a:t>personal.</a:t>
            </a:r>
            <a:r>
              <a:rPr sz="800" spc="37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Recomendaciones</a:t>
            </a:r>
            <a:r>
              <a:rPr sz="800" spc="37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de</a:t>
            </a:r>
            <a:r>
              <a:rPr sz="800" spc="380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apps</a:t>
            </a:r>
            <a:r>
              <a:rPr sz="800" spc="375" dirty="0">
                <a:latin typeface="Tahoma"/>
                <a:cs typeface="Tahoma"/>
              </a:rPr>
              <a:t>  </a:t>
            </a:r>
            <a:r>
              <a:rPr sz="800" spc="-25" dirty="0">
                <a:latin typeface="Tahoma"/>
                <a:cs typeface="Tahoma"/>
              </a:rPr>
              <a:t>de </a:t>
            </a:r>
            <a:r>
              <a:rPr sz="800" dirty="0">
                <a:latin typeface="Tahoma"/>
                <a:cs typeface="Tahoma"/>
              </a:rPr>
              <a:t>finanzas,</a:t>
            </a:r>
            <a:r>
              <a:rPr sz="800" spc="3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pero</a:t>
            </a:r>
            <a:r>
              <a:rPr sz="800" spc="35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ninguna</a:t>
            </a:r>
            <a:r>
              <a:rPr sz="800" spc="35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pensada</a:t>
            </a:r>
            <a:r>
              <a:rPr sz="800" spc="35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para</a:t>
            </a:r>
            <a:r>
              <a:rPr sz="800" spc="35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seguros familiares.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56932" y="5918607"/>
            <a:ext cx="3024505" cy="1036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7865">
              <a:spcBef>
                <a:spcPts val="100"/>
              </a:spcBef>
            </a:pPr>
            <a:r>
              <a:rPr sz="2000" b="1" spc="-30" dirty="0">
                <a:latin typeface="Palatino Linotype"/>
                <a:cs typeface="Palatino Linotype"/>
              </a:rPr>
              <a:t>¿A</a:t>
            </a:r>
            <a:r>
              <a:rPr sz="2000" b="1" spc="-95" dirty="0">
                <a:latin typeface="Palatino Linotype"/>
                <a:cs typeface="Palatino Linotype"/>
              </a:rPr>
              <a:t> </a:t>
            </a:r>
            <a:r>
              <a:rPr sz="2000" b="1" spc="-10" dirty="0">
                <a:latin typeface="Palatino Linotype"/>
                <a:cs typeface="Palatino Linotype"/>
              </a:rPr>
              <a:t>qué</a:t>
            </a:r>
            <a:r>
              <a:rPr sz="2000" b="1" spc="-100" dirty="0">
                <a:latin typeface="Palatino Linotype"/>
                <a:cs typeface="Palatino Linotype"/>
              </a:rPr>
              <a:t> </a:t>
            </a:r>
            <a:r>
              <a:rPr sz="2000" b="1" spc="-10" dirty="0">
                <a:latin typeface="Palatino Linotype"/>
                <a:cs typeface="Palatino Linotype"/>
              </a:rPr>
              <a:t>aspira?</a:t>
            </a:r>
            <a:endParaRPr sz="2000">
              <a:latin typeface="Palatino Linotype"/>
              <a:cs typeface="Palatino Linotype"/>
            </a:endParaRPr>
          </a:p>
          <a:p>
            <a:pPr marL="12700" marR="5080" algn="just">
              <a:lnSpc>
                <a:spcPct val="111100"/>
              </a:lnSpc>
              <a:spcBef>
                <a:spcPts val="765"/>
              </a:spcBef>
            </a:pPr>
            <a:r>
              <a:rPr sz="900" dirty="0">
                <a:latin typeface="Tahoma"/>
                <a:cs typeface="Tahoma"/>
              </a:rPr>
              <a:t>Tener</a:t>
            </a:r>
            <a:r>
              <a:rPr sz="900" spc="39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más</a:t>
            </a:r>
            <a:r>
              <a:rPr sz="900" spc="39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tiempo</a:t>
            </a:r>
            <a:r>
              <a:rPr sz="900" spc="39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para</a:t>
            </a:r>
            <a:r>
              <a:rPr sz="900" spc="39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disfrutar</a:t>
            </a:r>
            <a:r>
              <a:rPr sz="900" spc="39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con</a:t>
            </a:r>
            <a:r>
              <a:rPr sz="900" spc="39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su</a:t>
            </a:r>
            <a:r>
              <a:rPr sz="900" spc="39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familia,</a:t>
            </a:r>
            <a:r>
              <a:rPr sz="900" spc="39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sin </a:t>
            </a:r>
            <a:r>
              <a:rPr sz="900" dirty="0">
                <a:latin typeface="Tahoma"/>
                <a:cs typeface="Tahoma"/>
              </a:rPr>
              <a:t>pendientes</a:t>
            </a:r>
            <a:r>
              <a:rPr sz="900" spc="30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administrativos.</a:t>
            </a:r>
            <a:r>
              <a:rPr sz="900" spc="3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Ser</a:t>
            </a:r>
            <a:r>
              <a:rPr sz="900" spc="3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un</a:t>
            </a:r>
            <a:r>
              <a:rPr sz="900" spc="3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gestor</a:t>
            </a:r>
            <a:r>
              <a:rPr sz="900" spc="3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eficiente</a:t>
            </a:r>
            <a:r>
              <a:rPr sz="900" spc="31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del </a:t>
            </a:r>
            <a:r>
              <a:rPr sz="900" dirty="0">
                <a:latin typeface="Tahoma"/>
                <a:cs typeface="Tahoma"/>
              </a:rPr>
              <a:t>hogar,</a:t>
            </a:r>
            <a:r>
              <a:rPr sz="900" spc="30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como</a:t>
            </a:r>
            <a:r>
              <a:rPr sz="900" spc="30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lo</a:t>
            </a:r>
            <a:r>
              <a:rPr sz="900" spc="30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es</a:t>
            </a:r>
            <a:r>
              <a:rPr sz="900" spc="30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en</a:t>
            </a:r>
            <a:r>
              <a:rPr sz="900" spc="30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su</a:t>
            </a:r>
            <a:r>
              <a:rPr sz="900" spc="30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trabajo.</a:t>
            </a:r>
            <a:r>
              <a:rPr sz="900" spc="30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Reducir</a:t>
            </a:r>
            <a:r>
              <a:rPr sz="900" spc="30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el</a:t>
            </a:r>
            <a:r>
              <a:rPr sz="900" spc="30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estrés</a:t>
            </a:r>
            <a:r>
              <a:rPr sz="900" spc="305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y </a:t>
            </a:r>
            <a:r>
              <a:rPr sz="900" spc="10" dirty="0">
                <a:latin typeface="Tahoma"/>
                <a:cs typeface="Tahoma"/>
              </a:rPr>
              <a:t>evitar</a:t>
            </a:r>
            <a:r>
              <a:rPr sz="900" spc="120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sorpresas</a:t>
            </a:r>
            <a:r>
              <a:rPr sz="900" spc="1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desagradables.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1897" y="2650049"/>
            <a:ext cx="819527" cy="137922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936431" y="3225968"/>
            <a:ext cx="2026920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800" dirty="0">
                <a:latin typeface="Tahoma"/>
                <a:cs typeface="Tahoma"/>
              </a:rPr>
              <a:t>información</a:t>
            </a:r>
            <a:r>
              <a:rPr sz="800" spc="290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importante.</a:t>
            </a:r>
            <a:r>
              <a:rPr sz="800" spc="29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Clientes</a:t>
            </a:r>
            <a:r>
              <a:rPr sz="800" spc="290" dirty="0">
                <a:latin typeface="Tahoma"/>
                <a:cs typeface="Tahoma"/>
              </a:rPr>
              <a:t>  </a:t>
            </a:r>
            <a:r>
              <a:rPr sz="800" spc="-25" dirty="0">
                <a:latin typeface="Tahoma"/>
                <a:cs typeface="Tahoma"/>
              </a:rPr>
              <a:t>que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36431" y="3347890"/>
            <a:ext cx="2026920" cy="567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1100"/>
              </a:lnSpc>
              <a:spcBef>
                <a:spcPts val="100"/>
              </a:spcBef>
            </a:pPr>
            <a:r>
              <a:rPr sz="800" dirty="0">
                <a:latin typeface="Tahoma"/>
                <a:cs typeface="Tahoma"/>
              </a:rPr>
              <a:t>esperan</a:t>
            </a:r>
            <a:r>
              <a:rPr sz="800" spc="170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rapidez,</a:t>
            </a:r>
            <a:r>
              <a:rPr sz="800" spc="170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mientras</a:t>
            </a:r>
            <a:r>
              <a:rPr sz="800" spc="170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ella</a:t>
            </a:r>
            <a:r>
              <a:rPr sz="800" spc="170" dirty="0">
                <a:latin typeface="Tahoma"/>
                <a:cs typeface="Tahoma"/>
              </a:rPr>
              <a:t>  </a:t>
            </a:r>
            <a:r>
              <a:rPr sz="800" spc="-10" dirty="0">
                <a:latin typeface="Tahoma"/>
                <a:cs typeface="Tahoma"/>
              </a:rPr>
              <a:t>pierde </a:t>
            </a:r>
            <a:r>
              <a:rPr sz="800" dirty="0">
                <a:latin typeface="Tahoma"/>
                <a:cs typeface="Tahoma"/>
              </a:rPr>
              <a:t>tiempo</a:t>
            </a:r>
            <a:r>
              <a:rPr sz="800" spc="2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con</a:t>
            </a:r>
            <a:r>
              <a:rPr sz="800" spc="2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tareas</a:t>
            </a:r>
            <a:r>
              <a:rPr sz="800" spc="2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que</a:t>
            </a:r>
            <a:r>
              <a:rPr sz="800" spc="2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no</a:t>
            </a:r>
            <a:r>
              <a:rPr sz="800" spc="2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aportan</a:t>
            </a:r>
            <a:r>
              <a:rPr sz="800" spc="22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valor. </a:t>
            </a:r>
            <a:r>
              <a:rPr sz="800" dirty="0">
                <a:latin typeface="Tahoma"/>
                <a:cs typeface="Tahoma"/>
              </a:rPr>
              <a:t>Un</a:t>
            </a:r>
            <a:r>
              <a:rPr sz="800" spc="3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mercado</a:t>
            </a:r>
            <a:r>
              <a:rPr sz="800" spc="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que</a:t>
            </a:r>
            <a:r>
              <a:rPr sz="800" spc="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se</a:t>
            </a:r>
            <a:r>
              <a:rPr sz="800" spc="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mueve</a:t>
            </a:r>
            <a:r>
              <a:rPr sz="800" spc="3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rápido</a:t>
            </a:r>
            <a:r>
              <a:rPr sz="800" spc="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y</a:t>
            </a:r>
            <a:r>
              <a:rPr sz="800" spc="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que</a:t>
            </a:r>
            <a:r>
              <a:rPr sz="800" spc="4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no </a:t>
            </a:r>
            <a:r>
              <a:rPr sz="800" dirty="0">
                <a:latin typeface="Tahoma"/>
                <a:cs typeface="Tahoma"/>
              </a:rPr>
              <a:t>perdona</a:t>
            </a:r>
            <a:r>
              <a:rPr sz="800" spc="1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errores</a:t>
            </a:r>
            <a:r>
              <a:rPr sz="800" spc="12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administrativos.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53510" y="2941482"/>
            <a:ext cx="2337435" cy="838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1100"/>
              </a:lnSpc>
              <a:spcBef>
                <a:spcPts val="100"/>
              </a:spcBef>
            </a:pPr>
            <a:r>
              <a:rPr sz="800" dirty="0">
                <a:latin typeface="Tahoma"/>
                <a:cs typeface="Tahoma"/>
              </a:rPr>
              <a:t>Recomendaciones</a:t>
            </a:r>
            <a:r>
              <a:rPr sz="800" spc="430" dirty="0">
                <a:latin typeface="Tahoma"/>
                <a:cs typeface="Tahoma"/>
              </a:rPr>
              <a:t>   </a:t>
            </a:r>
            <a:r>
              <a:rPr sz="800" dirty="0">
                <a:latin typeface="Tahoma"/>
                <a:cs typeface="Tahoma"/>
              </a:rPr>
              <a:t>de</a:t>
            </a:r>
            <a:r>
              <a:rPr sz="800" spc="430" dirty="0">
                <a:latin typeface="Tahoma"/>
                <a:cs typeface="Tahoma"/>
              </a:rPr>
              <a:t>   </a:t>
            </a:r>
            <a:r>
              <a:rPr sz="800" dirty="0">
                <a:latin typeface="Tahoma"/>
                <a:cs typeface="Tahoma"/>
              </a:rPr>
              <a:t>colegas</a:t>
            </a:r>
            <a:r>
              <a:rPr sz="800" spc="434" dirty="0">
                <a:latin typeface="Tahoma"/>
                <a:cs typeface="Tahoma"/>
              </a:rPr>
              <a:t>   </a:t>
            </a:r>
            <a:r>
              <a:rPr sz="800" spc="-20" dirty="0">
                <a:latin typeface="Tahoma"/>
                <a:cs typeface="Tahoma"/>
              </a:rPr>
              <a:t>sobre </a:t>
            </a:r>
            <a:r>
              <a:rPr sz="800" dirty="0">
                <a:latin typeface="Tahoma"/>
                <a:cs typeface="Tahoma"/>
              </a:rPr>
              <a:t>herramientas</a:t>
            </a:r>
            <a:r>
              <a:rPr sz="800" spc="3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digitales,</a:t>
            </a:r>
            <a:r>
              <a:rPr sz="800" spc="3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pero</a:t>
            </a:r>
            <a:r>
              <a:rPr sz="800" spc="3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más</a:t>
            </a:r>
            <a:r>
              <a:rPr sz="800" spc="3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enfocadas</a:t>
            </a:r>
            <a:r>
              <a:rPr sz="800" spc="340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al </a:t>
            </a:r>
            <a:r>
              <a:rPr sz="800" dirty="0">
                <a:latin typeface="Tahoma"/>
                <a:cs typeface="Tahoma"/>
              </a:rPr>
              <a:t>marketing</a:t>
            </a:r>
            <a:r>
              <a:rPr sz="800" spc="24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o</a:t>
            </a:r>
            <a:r>
              <a:rPr sz="800" spc="24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ventas.</a:t>
            </a:r>
            <a:r>
              <a:rPr sz="800" spc="245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Recordatorios</a:t>
            </a:r>
            <a:r>
              <a:rPr sz="800" spc="250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de</a:t>
            </a:r>
            <a:r>
              <a:rPr sz="800" spc="245" dirty="0">
                <a:latin typeface="Tahoma"/>
                <a:cs typeface="Tahoma"/>
              </a:rPr>
              <a:t>  </a:t>
            </a:r>
            <a:r>
              <a:rPr sz="800" spc="-25" dirty="0">
                <a:latin typeface="Tahoma"/>
                <a:cs typeface="Tahoma"/>
              </a:rPr>
              <a:t>su </a:t>
            </a:r>
            <a:r>
              <a:rPr sz="800" dirty="0">
                <a:latin typeface="Tahoma"/>
                <a:cs typeface="Tahoma"/>
              </a:rPr>
              <a:t>contadora</a:t>
            </a:r>
            <a:r>
              <a:rPr sz="800" spc="2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sobre</a:t>
            </a:r>
            <a:r>
              <a:rPr sz="800" spc="2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vencimientos</a:t>
            </a:r>
            <a:r>
              <a:rPr sz="800" spc="2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</a:t>
            </a:r>
            <a:r>
              <a:rPr sz="800" spc="22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pagos.</a:t>
            </a:r>
            <a:r>
              <a:rPr sz="800" spc="22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Charlas </a:t>
            </a:r>
            <a:r>
              <a:rPr sz="800" dirty="0">
                <a:latin typeface="Tahoma"/>
                <a:cs typeface="Tahoma"/>
              </a:rPr>
              <a:t>con</a:t>
            </a:r>
            <a:r>
              <a:rPr sz="800" spc="200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otras</a:t>
            </a:r>
            <a:r>
              <a:rPr sz="800" spc="200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emprendedoras</a:t>
            </a:r>
            <a:r>
              <a:rPr sz="800" spc="204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que</a:t>
            </a:r>
            <a:r>
              <a:rPr sz="800" spc="200" dirty="0">
                <a:latin typeface="Tahoma"/>
                <a:cs typeface="Tahoma"/>
              </a:rPr>
              <a:t>  </a:t>
            </a:r>
            <a:r>
              <a:rPr sz="800" dirty="0">
                <a:latin typeface="Tahoma"/>
                <a:cs typeface="Tahoma"/>
              </a:rPr>
              <a:t>también</a:t>
            </a:r>
            <a:r>
              <a:rPr sz="800" spc="204" dirty="0">
                <a:latin typeface="Tahoma"/>
                <a:cs typeface="Tahoma"/>
              </a:rPr>
              <a:t>  </a:t>
            </a:r>
            <a:r>
              <a:rPr sz="800" spc="-25" dirty="0">
                <a:latin typeface="Tahoma"/>
                <a:cs typeface="Tahoma"/>
              </a:rPr>
              <a:t>se </a:t>
            </a:r>
            <a:r>
              <a:rPr sz="800" spc="20" dirty="0">
                <a:latin typeface="Tahoma"/>
                <a:cs typeface="Tahoma"/>
              </a:rPr>
              <a:t>sienten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20" dirty="0">
                <a:latin typeface="Tahoma"/>
                <a:cs typeface="Tahoma"/>
              </a:rPr>
              <a:t>desbordadas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20" dirty="0">
                <a:latin typeface="Tahoma"/>
                <a:cs typeface="Tahoma"/>
              </a:rPr>
              <a:t>con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20" dirty="0">
                <a:latin typeface="Tahoma"/>
                <a:cs typeface="Tahoma"/>
              </a:rPr>
              <a:t>la</a:t>
            </a:r>
            <a:r>
              <a:rPr sz="800" spc="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gestión.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96363" y="4095832"/>
            <a:ext cx="3024505" cy="1449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74930" algn="ctr">
              <a:lnSpc>
                <a:spcPts val="1430"/>
              </a:lnSpc>
              <a:spcBef>
                <a:spcPts val="100"/>
              </a:spcBef>
            </a:pPr>
            <a:r>
              <a:rPr sz="1300" i="1" spc="35" dirty="0">
                <a:latin typeface="Times New Roman"/>
                <a:cs typeface="Times New Roman"/>
              </a:rPr>
              <a:t>¿Qué</a:t>
            </a:r>
            <a:endParaRPr sz="1300">
              <a:latin typeface="Times New Roman"/>
              <a:cs typeface="Times New Roman"/>
            </a:endParaRPr>
          </a:p>
          <a:p>
            <a:pPr marR="74930" algn="ctr">
              <a:lnSpc>
                <a:spcPts val="2270"/>
              </a:lnSpc>
            </a:pPr>
            <a:r>
              <a:rPr sz="2000" b="1" dirty="0">
                <a:latin typeface="Palatino Linotype"/>
                <a:cs typeface="Palatino Linotype"/>
              </a:rPr>
              <a:t>dice</a:t>
            </a:r>
            <a:r>
              <a:rPr sz="2000" b="1" spc="5" dirty="0">
                <a:latin typeface="Palatino Linotype"/>
                <a:cs typeface="Palatino Linotype"/>
              </a:rPr>
              <a:t> </a:t>
            </a:r>
            <a:r>
              <a:rPr sz="2000" b="1" dirty="0">
                <a:latin typeface="Palatino Linotype"/>
                <a:cs typeface="Palatino Linotype"/>
              </a:rPr>
              <a:t>y</a:t>
            </a:r>
            <a:r>
              <a:rPr sz="2000" b="1" spc="5" dirty="0">
                <a:latin typeface="Palatino Linotype"/>
                <a:cs typeface="Palatino Linotype"/>
              </a:rPr>
              <a:t> </a:t>
            </a:r>
            <a:r>
              <a:rPr sz="2000" b="1" spc="-20" dirty="0">
                <a:latin typeface="Palatino Linotype"/>
                <a:cs typeface="Palatino Linotype"/>
              </a:rPr>
              <a:t>hace?</a:t>
            </a:r>
            <a:endParaRPr sz="2000">
              <a:latin typeface="Palatino Linotype"/>
              <a:cs typeface="Palatino Linotype"/>
            </a:endParaRPr>
          </a:p>
          <a:p>
            <a:pPr marL="12700" marR="5080" algn="just">
              <a:lnSpc>
                <a:spcPct val="111100"/>
              </a:lnSpc>
              <a:spcBef>
                <a:spcPts val="1105"/>
              </a:spcBef>
            </a:pPr>
            <a:r>
              <a:rPr sz="800" dirty="0">
                <a:latin typeface="Tahoma"/>
                <a:cs typeface="Tahoma"/>
              </a:rPr>
              <a:t>Comenta</a:t>
            </a:r>
            <a:r>
              <a:rPr sz="800" spc="3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que</a:t>
            </a:r>
            <a:r>
              <a:rPr sz="800" spc="3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detesta</a:t>
            </a:r>
            <a:r>
              <a:rPr sz="800" spc="3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el</a:t>
            </a:r>
            <a:r>
              <a:rPr sz="800" spc="3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papeleo</a:t>
            </a:r>
            <a:r>
              <a:rPr sz="800" spc="33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y</a:t>
            </a:r>
            <a:r>
              <a:rPr sz="800" spc="3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que</a:t>
            </a:r>
            <a:r>
              <a:rPr sz="800" spc="3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todo</a:t>
            </a:r>
            <a:r>
              <a:rPr sz="800" spc="3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debería</a:t>
            </a:r>
            <a:r>
              <a:rPr sz="800" spc="33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estar </a:t>
            </a:r>
            <a:r>
              <a:rPr sz="800" dirty="0">
                <a:latin typeface="Tahoma"/>
                <a:cs typeface="Tahoma"/>
              </a:rPr>
              <a:t>digitalizado.</a:t>
            </a:r>
            <a:r>
              <a:rPr sz="800" spc="2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Usa</a:t>
            </a:r>
            <a:r>
              <a:rPr sz="800" spc="2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Google</a:t>
            </a:r>
            <a:r>
              <a:rPr sz="800" spc="2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Calendar</a:t>
            </a:r>
            <a:r>
              <a:rPr sz="800" spc="2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para</a:t>
            </a:r>
            <a:r>
              <a:rPr sz="800" spc="2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recordatorios</a:t>
            </a:r>
            <a:r>
              <a:rPr sz="800" spc="29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y</a:t>
            </a:r>
            <a:r>
              <a:rPr sz="800" spc="30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Drive </a:t>
            </a:r>
            <a:r>
              <a:rPr sz="800" dirty="0">
                <a:latin typeface="Tahoma"/>
                <a:cs typeface="Tahoma"/>
              </a:rPr>
              <a:t>para</a:t>
            </a:r>
            <a:r>
              <a:rPr sz="800" spc="254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almacenar</a:t>
            </a:r>
            <a:r>
              <a:rPr sz="800" spc="2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documentos,</a:t>
            </a:r>
            <a:r>
              <a:rPr sz="800" spc="2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pero</a:t>
            </a:r>
            <a:r>
              <a:rPr sz="800" spc="2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no</a:t>
            </a:r>
            <a:r>
              <a:rPr sz="800" spc="254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es</a:t>
            </a:r>
            <a:r>
              <a:rPr sz="800" spc="2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un</a:t>
            </a:r>
            <a:r>
              <a:rPr sz="800" spc="26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sistema</a:t>
            </a:r>
            <a:r>
              <a:rPr sz="800" spc="26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óptimo. </a:t>
            </a:r>
            <a:r>
              <a:rPr sz="800" dirty="0">
                <a:latin typeface="Tahoma"/>
                <a:cs typeface="Tahoma"/>
              </a:rPr>
              <a:t>Trata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</a:t>
            </a:r>
            <a:r>
              <a:rPr sz="800" spc="1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separar</a:t>
            </a:r>
            <a:r>
              <a:rPr sz="800" spc="1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lo</a:t>
            </a:r>
            <a:r>
              <a:rPr sz="800" spc="1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personal</a:t>
            </a:r>
            <a:r>
              <a:rPr sz="800" spc="1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</a:t>
            </a:r>
            <a:r>
              <a:rPr sz="800" spc="1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lo</a:t>
            </a:r>
            <a:r>
              <a:rPr sz="800" spc="1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laboral,</a:t>
            </a:r>
            <a:r>
              <a:rPr sz="800" spc="1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pero</a:t>
            </a:r>
            <a:r>
              <a:rPr sz="800" spc="14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muchas</a:t>
            </a:r>
            <a:r>
              <a:rPr sz="800" spc="135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veces </a:t>
            </a:r>
            <a:r>
              <a:rPr sz="800" dirty="0">
                <a:latin typeface="Tahoma"/>
                <a:cs typeface="Tahoma"/>
              </a:rPr>
              <a:t>se</a:t>
            </a:r>
            <a:r>
              <a:rPr sz="800" spc="1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le</a:t>
            </a:r>
            <a:r>
              <a:rPr sz="800" spc="1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hace</a:t>
            </a:r>
            <a:r>
              <a:rPr sz="800" spc="1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imposible</a:t>
            </a:r>
            <a:r>
              <a:rPr sz="800" spc="1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no</a:t>
            </a:r>
            <a:r>
              <a:rPr sz="800" spc="1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mezclarse.</a:t>
            </a:r>
            <a:r>
              <a:rPr sz="800" spc="1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Se</a:t>
            </a:r>
            <a:r>
              <a:rPr sz="800" spc="1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apoya</a:t>
            </a:r>
            <a:r>
              <a:rPr sz="800" spc="15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en</a:t>
            </a:r>
            <a:r>
              <a:rPr sz="800" spc="15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herramientas </a:t>
            </a:r>
            <a:r>
              <a:rPr sz="800" dirty="0">
                <a:latin typeface="Tahoma"/>
                <a:cs typeface="Tahoma"/>
              </a:rPr>
              <a:t>que</a:t>
            </a:r>
            <a:r>
              <a:rPr sz="800" spc="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ya</a:t>
            </a:r>
            <a:r>
              <a:rPr sz="800" spc="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conoce,</a:t>
            </a:r>
            <a:r>
              <a:rPr sz="800" spc="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pero</a:t>
            </a:r>
            <a:r>
              <a:rPr sz="800" spc="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improvisa</a:t>
            </a:r>
            <a:r>
              <a:rPr sz="800" spc="5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en</a:t>
            </a:r>
            <a:r>
              <a:rPr sz="800" spc="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la</a:t>
            </a:r>
            <a:r>
              <a:rPr sz="800" spc="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gestión</a:t>
            </a:r>
            <a:r>
              <a:rPr sz="800" spc="5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de</a:t>
            </a:r>
            <a:r>
              <a:rPr sz="800" spc="5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seguros.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94481" y="119267"/>
            <a:ext cx="3376507" cy="67262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spcBef>
                <a:spcPts val="345"/>
              </a:spcBef>
            </a:pPr>
            <a:r>
              <a:rPr dirty="0"/>
              <a:t>Mapa</a:t>
            </a:r>
            <a:r>
              <a:rPr spc="-110" dirty="0"/>
              <a:t> </a:t>
            </a:r>
            <a:r>
              <a:rPr dirty="0"/>
              <a:t>de</a:t>
            </a:r>
            <a:r>
              <a:rPr spc="-105" dirty="0"/>
              <a:t> </a:t>
            </a:r>
            <a:r>
              <a:rPr spc="-10" dirty="0"/>
              <a:t>empatía</a:t>
            </a:r>
          </a:p>
          <a:p>
            <a:pPr marL="12700">
              <a:spcBef>
                <a:spcPts val="95"/>
              </a:spcBef>
            </a:pPr>
            <a:r>
              <a:rPr sz="1100" i="1" dirty="0"/>
              <a:t>Luciana</a:t>
            </a:r>
            <a:r>
              <a:rPr sz="1100" i="1" spc="55" dirty="0"/>
              <a:t> </a:t>
            </a:r>
            <a:r>
              <a:rPr sz="1100" i="1" spc="35" dirty="0"/>
              <a:t>Gómez</a:t>
            </a:r>
            <a:endParaRPr sz="1100"/>
          </a:p>
        </p:txBody>
      </p:sp>
      <p:sp>
        <p:nvSpPr>
          <p:cNvPr id="8" name="object 8"/>
          <p:cNvSpPr txBox="1"/>
          <p:nvPr/>
        </p:nvSpPr>
        <p:spPr>
          <a:xfrm>
            <a:off x="2600664" y="5928131"/>
            <a:ext cx="3024505" cy="1027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9610">
              <a:spcBef>
                <a:spcPts val="100"/>
              </a:spcBef>
            </a:pPr>
            <a:r>
              <a:rPr sz="2000" b="1" dirty="0">
                <a:latin typeface="Palatino Linotype"/>
                <a:cs typeface="Palatino Linotype"/>
              </a:rPr>
              <a:t>¿Qué</a:t>
            </a:r>
            <a:r>
              <a:rPr sz="2000" b="1" spc="-65" dirty="0">
                <a:latin typeface="Palatino Linotype"/>
                <a:cs typeface="Palatino Linotype"/>
              </a:rPr>
              <a:t> </a:t>
            </a:r>
            <a:r>
              <a:rPr sz="2000" b="1" dirty="0">
                <a:latin typeface="Palatino Linotype"/>
                <a:cs typeface="Palatino Linotype"/>
              </a:rPr>
              <a:t>le</a:t>
            </a:r>
            <a:r>
              <a:rPr sz="2000" b="1" spc="-65" dirty="0">
                <a:latin typeface="Palatino Linotype"/>
                <a:cs typeface="Palatino Linotype"/>
              </a:rPr>
              <a:t> </a:t>
            </a:r>
            <a:r>
              <a:rPr sz="2000" b="1" spc="-10" dirty="0">
                <a:latin typeface="Palatino Linotype"/>
                <a:cs typeface="Palatino Linotype"/>
              </a:rPr>
              <a:t>duele?</a:t>
            </a:r>
            <a:endParaRPr sz="2000">
              <a:latin typeface="Palatino Linotype"/>
              <a:cs typeface="Palatino Linotype"/>
            </a:endParaRPr>
          </a:p>
          <a:p>
            <a:pPr marL="12700" marR="5080" algn="just">
              <a:lnSpc>
                <a:spcPct val="111100"/>
              </a:lnSpc>
              <a:spcBef>
                <a:spcPts val="690"/>
              </a:spcBef>
            </a:pPr>
            <a:r>
              <a:rPr sz="900" dirty="0">
                <a:latin typeface="Tahoma"/>
                <a:cs typeface="Tahoma"/>
              </a:rPr>
              <a:t>Perder</a:t>
            </a:r>
            <a:r>
              <a:rPr sz="900" spc="15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tiempo</a:t>
            </a:r>
            <a:r>
              <a:rPr sz="900" spc="15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que</a:t>
            </a:r>
            <a:r>
              <a:rPr sz="900" spc="15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podría</a:t>
            </a:r>
            <a:r>
              <a:rPr sz="900" spc="15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usar</a:t>
            </a:r>
            <a:r>
              <a:rPr sz="900" spc="15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para</a:t>
            </a:r>
            <a:r>
              <a:rPr sz="900" spc="15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atender</a:t>
            </a:r>
            <a:r>
              <a:rPr sz="900" spc="15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su</a:t>
            </a:r>
            <a:r>
              <a:rPr sz="900" spc="15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negocio </a:t>
            </a:r>
            <a:r>
              <a:rPr sz="900" dirty="0">
                <a:latin typeface="Tahoma"/>
                <a:cs typeface="Tahoma"/>
              </a:rPr>
              <a:t>o</a:t>
            </a:r>
            <a:r>
              <a:rPr sz="900" spc="6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generar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contenido.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El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riesgo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de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que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un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olvido</a:t>
            </a:r>
            <a:r>
              <a:rPr sz="900" spc="6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le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cueste </a:t>
            </a:r>
            <a:r>
              <a:rPr sz="900" dirty="0">
                <a:latin typeface="Tahoma"/>
                <a:cs typeface="Tahoma"/>
              </a:rPr>
              <a:t>dinero</a:t>
            </a:r>
            <a:r>
              <a:rPr sz="900" spc="3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</a:t>
            </a:r>
            <a:r>
              <a:rPr sz="900" spc="3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incluso</a:t>
            </a:r>
            <a:r>
              <a:rPr sz="900" spc="3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cobertura</a:t>
            </a:r>
            <a:r>
              <a:rPr sz="900" spc="3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ante</a:t>
            </a:r>
            <a:r>
              <a:rPr sz="900" spc="3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un</a:t>
            </a:r>
            <a:r>
              <a:rPr sz="900" spc="3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siniestro.</a:t>
            </a:r>
            <a:r>
              <a:rPr sz="900" spc="33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Sentirse </a:t>
            </a:r>
            <a:r>
              <a:rPr sz="900" spc="10" dirty="0">
                <a:latin typeface="Tahoma"/>
                <a:cs typeface="Tahoma"/>
              </a:rPr>
              <a:t>poco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profesional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o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desorganizada.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32583" y="1087606"/>
            <a:ext cx="41529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300" i="1" spc="35" dirty="0">
                <a:latin typeface="Times New Roman"/>
                <a:cs typeface="Times New Roman"/>
              </a:rPr>
              <a:t>¿Qué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48161" y="1242511"/>
            <a:ext cx="3804285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5510">
              <a:spcBef>
                <a:spcPts val="100"/>
              </a:spcBef>
            </a:pPr>
            <a:r>
              <a:rPr sz="2000" b="1" spc="-25" dirty="0">
                <a:latin typeface="Palatino Linotype"/>
                <a:cs typeface="Palatino Linotype"/>
              </a:rPr>
              <a:t>piensa</a:t>
            </a:r>
            <a:r>
              <a:rPr sz="2000" b="1" spc="-15" dirty="0">
                <a:latin typeface="Palatino Linotype"/>
                <a:cs typeface="Palatino Linotype"/>
              </a:rPr>
              <a:t> </a:t>
            </a:r>
            <a:r>
              <a:rPr sz="2000" b="1" dirty="0">
                <a:latin typeface="Palatino Linotype"/>
                <a:cs typeface="Palatino Linotype"/>
              </a:rPr>
              <a:t>y</a:t>
            </a:r>
            <a:r>
              <a:rPr sz="2000" b="1" spc="-15" dirty="0">
                <a:latin typeface="Palatino Linotype"/>
                <a:cs typeface="Palatino Linotype"/>
              </a:rPr>
              <a:t> </a:t>
            </a:r>
            <a:r>
              <a:rPr sz="2000" b="1" spc="-10" dirty="0">
                <a:latin typeface="Palatino Linotype"/>
                <a:cs typeface="Palatino Linotype"/>
              </a:rPr>
              <a:t>siente?</a:t>
            </a:r>
            <a:endParaRPr sz="2000">
              <a:latin typeface="Palatino Linotype"/>
              <a:cs typeface="Palatino Linotype"/>
            </a:endParaRPr>
          </a:p>
          <a:p>
            <a:pPr marL="12700" marR="5080" algn="just">
              <a:lnSpc>
                <a:spcPct val="111100"/>
              </a:lnSpc>
              <a:spcBef>
                <a:spcPts val="705"/>
              </a:spcBef>
            </a:pPr>
            <a:r>
              <a:rPr sz="800" spc="10" dirty="0">
                <a:latin typeface="Tahoma"/>
                <a:cs typeface="Tahoma"/>
              </a:rPr>
              <a:t>Quiere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enfocarse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en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hacer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crecer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marca,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no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en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tareas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administrativas.</a:t>
            </a:r>
            <a:r>
              <a:rPr sz="800" spc="80" dirty="0">
                <a:latin typeface="Tahoma"/>
                <a:cs typeface="Tahoma"/>
              </a:rPr>
              <a:t> </a:t>
            </a:r>
            <a:r>
              <a:rPr sz="800" spc="-20" dirty="0">
                <a:latin typeface="Tahoma"/>
                <a:cs typeface="Tahoma"/>
              </a:rPr>
              <a:t>Cree </a:t>
            </a:r>
            <a:r>
              <a:rPr sz="800" spc="10" dirty="0">
                <a:latin typeface="Tahoma"/>
                <a:cs typeface="Tahoma"/>
              </a:rPr>
              <a:t>que</a:t>
            </a:r>
            <a:r>
              <a:rPr sz="800" spc="3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tener</a:t>
            </a:r>
            <a:r>
              <a:rPr sz="800" spc="3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sus</a:t>
            </a:r>
            <a:r>
              <a:rPr sz="800" spc="4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seguros</a:t>
            </a:r>
            <a:r>
              <a:rPr sz="800" spc="3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desordenados</a:t>
            </a:r>
            <a:r>
              <a:rPr sz="800" spc="4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la</a:t>
            </a:r>
            <a:r>
              <a:rPr sz="800" spc="3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hace</a:t>
            </a:r>
            <a:r>
              <a:rPr sz="800" spc="4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menos</a:t>
            </a:r>
            <a:r>
              <a:rPr sz="800" spc="3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profesional.</a:t>
            </a:r>
            <a:r>
              <a:rPr sz="800" spc="40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Quiere</a:t>
            </a:r>
            <a:r>
              <a:rPr sz="800" spc="3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sentirse </a:t>
            </a:r>
            <a:r>
              <a:rPr sz="800" dirty="0">
                <a:latin typeface="Tahoma"/>
                <a:cs typeface="Tahoma"/>
              </a:rPr>
              <a:t>segura</a:t>
            </a:r>
            <a:r>
              <a:rPr sz="800" spc="8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y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protegida</a:t>
            </a:r>
            <a:r>
              <a:rPr sz="800" spc="8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ante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cualquier</a:t>
            </a:r>
            <a:r>
              <a:rPr sz="800" spc="8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imprevisto,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sin</a:t>
            </a:r>
            <a:r>
              <a:rPr sz="800" spc="8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perder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tiempo.</a:t>
            </a:r>
            <a:r>
              <a:rPr sz="800" spc="8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Tiene</a:t>
            </a:r>
            <a:r>
              <a:rPr sz="800" spc="9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miedo</a:t>
            </a:r>
            <a:r>
              <a:rPr sz="800" spc="85" dirty="0">
                <a:latin typeface="Tahoma"/>
                <a:cs typeface="Tahoma"/>
              </a:rPr>
              <a:t> </a:t>
            </a:r>
            <a:r>
              <a:rPr sz="800" spc="-25" dirty="0">
                <a:latin typeface="Tahoma"/>
                <a:cs typeface="Tahoma"/>
              </a:rPr>
              <a:t>de </a:t>
            </a:r>
            <a:r>
              <a:rPr sz="800" spc="20" dirty="0">
                <a:latin typeface="Tahoma"/>
                <a:cs typeface="Tahoma"/>
              </a:rPr>
              <a:t>que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20" dirty="0">
                <a:latin typeface="Tahoma"/>
                <a:cs typeface="Tahoma"/>
              </a:rPr>
              <a:t>la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20" dirty="0">
                <a:latin typeface="Tahoma"/>
                <a:cs typeface="Tahoma"/>
              </a:rPr>
              <a:t>desorganización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20" dirty="0">
                <a:latin typeface="Tahoma"/>
                <a:cs typeface="Tahoma"/>
              </a:rPr>
              <a:t>pueda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20" dirty="0">
                <a:latin typeface="Tahoma"/>
                <a:cs typeface="Tahoma"/>
              </a:rPr>
              <a:t>poner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20" dirty="0">
                <a:latin typeface="Tahoma"/>
                <a:cs typeface="Tahoma"/>
              </a:rPr>
              <a:t>en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20" dirty="0">
                <a:latin typeface="Tahoma"/>
                <a:cs typeface="Tahoma"/>
              </a:rPr>
              <a:t>riesgo</a:t>
            </a:r>
            <a:r>
              <a:rPr sz="800" dirty="0">
                <a:latin typeface="Tahoma"/>
                <a:cs typeface="Tahoma"/>
              </a:rPr>
              <a:t> </a:t>
            </a:r>
            <a:r>
              <a:rPr sz="800" spc="20" dirty="0">
                <a:latin typeface="Tahoma"/>
                <a:cs typeface="Tahoma"/>
              </a:rPr>
              <a:t>su</a:t>
            </a:r>
            <a:r>
              <a:rPr sz="800" spc="-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negocio.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36431" y="2318280"/>
            <a:ext cx="2026920" cy="920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algn="ctr">
              <a:lnSpc>
                <a:spcPts val="1490"/>
              </a:lnSpc>
              <a:spcBef>
                <a:spcPts val="100"/>
              </a:spcBef>
            </a:pPr>
            <a:r>
              <a:rPr sz="1300" i="1" spc="35" dirty="0">
                <a:latin typeface="Times New Roman"/>
                <a:cs typeface="Times New Roman"/>
              </a:rPr>
              <a:t>¿Qué</a:t>
            </a:r>
            <a:endParaRPr sz="1300">
              <a:latin typeface="Times New Roman"/>
              <a:cs typeface="Times New Roman"/>
            </a:endParaRPr>
          </a:p>
          <a:p>
            <a:pPr marL="118110" algn="ctr">
              <a:lnSpc>
                <a:spcPts val="2330"/>
              </a:lnSpc>
            </a:pPr>
            <a:r>
              <a:rPr sz="2000" b="1" spc="-25" dirty="0">
                <a:latin typeface="Palatino Linotype"/>
                <a:cs typeface="Palatino Linotype"/>
              </a:rPr>
              <a:t>ve?</a:t>
            </a:r>
            <a:endParaRPr sz="2000">
              <a:latin typeface="Palatino Linotype"/>
              <a:cs typeface="Palatino Linotype"/>
            </a:endParaRPr>
          </a:p>
          <a:p>
            <a:pPr marL="12700" marR="5080">
              <a:lnSpc>
                <a:spcPct val="111100"/>
              </a:lnSpc>
              <a:spcBef>
                <a:spcPts val="1085"/>
              </a:spcBef>
              <a:tabLst>
                <a:tab pos="431800" algn="l"/>
                <a:tab pos="654050" algn="l"/>
                <a:tab pos="1181100" algn="l"/>
                <a:tab pos="1848485" algn="l"/>
              </a:tabLst>
            </a:pPr>
            <a:r>
              <a:rPr sz="800" dirty="0">
                <a:latin typeface="Tahoma"/>
                <a:cs typeface="Tahoma"/>
              </a:rPr>
              <a:t>Muchos</a:t>
            </a:r>
            <a:r>
              <a:rPr sz="800" spc="4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archivos</a:t>
            </a:r>
            <a:r>
              <a:rPr sz="800" spc="4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sueltos</a:t>
            </a:r>
            <a:r>
              <a:rPr sz="800" spc="42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en</a:t>
            </a:r>
            <a:r>
              <a:rPr sz="800" spc="41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su</a:t>
            </a:r>
            <a:r>
              <a:rPr sz="800" spc="41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Google Drive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50" dirty="0">
                <a:latin typeface="Tahoma"/>
                <a:cs typeface="Tahoma"/>
              </a:rPr>
              <a:t>y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10" dirty="0">
                <a:latin typeface="Tahoma"/>
                <a:cs typeface="Tahoma"/>
              </a:rPr>
              <a:t>correos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10" dirty="0">
                <a:latin typeface="Tahoma"/>
                <a:cs typeface="Tahoma"/>
              </a:rPr>
              <a:t>mezclados</a:t>
            </a:r>
            <a:r>
              <a:rPr sz="800" dirty="0">
                <a:latin typeface="Tahoma"/>
                <a:cs typeface="Tahoma"/>
              </a:rPr>
              <a:t>	</a:t>
            </a:r>
            <a:r>
              <a:rPr sz="800" spc="-25" dirty="0">
                <a:latin typeface="Tahoma"/>
                <a:cs typeface="Tahoma"/>
              </a:rPr>
              <a:t>con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00775" y="2336579"/>
            <a:ext cx="541020" cy="511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>
              <a:lnSpc>
                <a:spcPts val="1490"/>
              </a:lnSpc>
              <a:spcBef>
                <a:spcPts val="100"/>
              </a:spcBef>
            </a:pPr>
            <a:r>
              <a:rPr sz="1300" i="1" spc="35" dirty="0">
                <a:latin typeface="Times New Roman"/>
                <a:cs typeface="Times New Roman"/>
              </a:rPr>
              <a:t>¿Qué</a:t>
            </a:r>
            <a:endParaRPr sz="1300">
              <a:latin typeface="Times New Roman"/>
              <a:cs typeface="Times New Roman"/>
            </a:endParaRPr>
          </a:p>
          <a:p>
            <a:pPr marL="12700">
              <a:lnSpc>
                <a:spcPts val="2330"/>
              </a:lnSpc>
            </a:pPr>
            <a:r>
              <a:rPr sz="2000" b="1" spc="-20" dirty="0">
                <a:latin typeface="Palatino Linotype"/>
                <a:cs typeface="Palatino Linotype"/>
              </a:rPr>
              <a:t>oye?</a:t>
            </a:r>
            <a:endParaRPr sz="2000">
              <a:latin typeface="Palatino Linotype"/>
              <a:cs typeface="Palatino Linotyp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56932" y="5918607"/>
            <a:ext cx="3024505" cy="1036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7865">
              <a:spcBef>
                <a:spcPts val="100"/>
              </a:spcBef>
            </a:pPr>
            <a:r>
              <a:rPr sz="2000" b="1" spc="-30" dirty="0">
                <a:latin typeface="Palatino Linotype"/>
                <a:cs typeface="Palatino Linotype"/>
              </a:rPr>
              <a:t>¿A</a:t>
            </a:r>
            <a:r>
              <a:rPr sz="2000" b="1" spc="-95" dirty="0">
                <a:latin typeface="Palatino Linotype"/>
                <a:cs typeface="Palatino Linotype"/>
              </a:rPr>
              <a:t> </a:t>
            </a:r>
            <a:r>
              <a:rPr sz="2000" b="1" spc="-10" dirty="0">
                <a:latin typeface="Palatino Linotype"/>
                <a:cs typeface="Palatino Linotype"/>
              </a:rPr>
              <a:t>qué</a:t>
            </a:r>
            <a:r>
              <a:rPr sz="2000" b="1" spc="-100" dirty="0">
                <a:latin typeface="Palatino Linotype"/>
                <a:cs typeface="Palatino Linotype"/>
              </a:rPr>
              <a:t> </a:t>
            </a:r>
            <a:r>
              <a:rPr sz="2000" b="1" spc="-10" dirty="0">
                <a:latin typeface="Palatino Linotype"/>
                <a:cs typeface="Palatino Linotype"/>
              </a:rPr>
              <a:t>aspira?</a:t>
            </a:r>
            <a:endParaRPr sz="2000">
              <a:latin typeface="Palatino Linotype"/>
              <a:cs typeface="Palatino Linotype"/>
            </a:endParaRPr>
          </a:p>
          <a:p>
            <a:pPr marL="12700" marR="5080" algn="just">
              <a:lnSpc>
                <a:spcPct val="111100"/>
              </a:lnSpc>
              <a:spcBef>
                <a:spcPts val="765"/>
              </a:spcBef>
            </a:pPr>
            <a:r>
              <a:rPr sz="900" dirty="0">
                <a:latin typeface="Tahoma"/>
                <a:cs typeface="Tahoma"/>
              </a:rPr>
              <a:t>Liberar</a:t>
            </a:r>
            <a:r>
              <a:rPr sz="900" spc="114" dirty="0">
                <a:latin typeface="Tahoma"/>
                <a:cs typeface="Tahoma"/>
              </a:rPr>
              <a:t>  </a:t>
            </a:r>
            <a:r>
              <a:rPr sz="900" dirty="0">
                <a:latin typeface="Tahoma"/>
                <a:cs typeface="Tahoma"/>
              </a:rPr>
              <a:t>tiempo</a:t>
            </a:r>
            <a:r>
              <a:rPr sz="900" spc="114" dirty="0">
                <a:latin typeface="Tahoma"/>
                <a:cs typeface="Tahoma"/>
              </a:rPr>
              <a:t>  </a:t>
            </a:r>
            <a:r>
              <a:rPr sz="900" dirty="0">
                <a:latin typeface="Tahoma"/>
                <a:cs typeface="Tahoma"/>
              </a:rPr>
              <a:t>para</a:t>
            </a:r>
            <a:r>
              <a:rPr sz="900" spc="114" dirty="0">
                <a:latin typeface="Tahoma"/>
                <a:cs typeface="Tahoma"/>
              </a:rPr>
              <a:t>  </a:t>
            </a:r>
            <a:r>
              <a:rPr sz="900" dirty="0">
                <a:latin typeface="Tahoma"/>
                <a:cs typeface="Tahoma"/>
              </a:rPr>
              <a:t>dedicarse</a:t>
            </a:r>
            <a:r>
              <a:rPr sz="900" spc="114" dirty="0">
                <a:latin typeface="Tahoma"/>
                <a:cs typeface="Tahoma"/>
              </a:rPr>
              <a:t> 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114" dirty="0">
                <a:latin typeface="Tahoma"/>
                <a:cs typeface="Tahoma"/>
              </a:rPr>
              <a:t>  </a:t>
            </a:r>
            <a:r>
              <a:rPr sz="900" dirty="0">
                <a:latin typeface="Tahoma"/>
                <a:cs typeface="Tahoma"/>
              </a:rPr>
              <a:t>la</a:t>
            </a:r>
            <a:r>
              <a:rPr sz="900" spc="114" dirty="0">
                <a:latin typeface="Tahoma"/>
                <a:cs typeface="Tahoma"/>
              </a:rPr>
              <a:t>  </a:t>
            </a:r>
            <a:r>
              <a:rPr sz="900" dirty="0">
                <a:latin typeface="Tahoma"/>
                <a:cs typeface="Tahoma"/>
              </a:rPr>
              <a:t>creatividad,</a:t>
            </a:r>
            <a:r>
              <a:rPr sz="900" spc="114" dirty="0">
                <a:latin typeface="Tahoma"/>
                <a:cs typeface="Tahoma"/>
              </a:rPr>
              <a:t>  </a:t>
            </a:r>
            <a:r>
              <a:rPr sz="900" spc="-25" dirty="0">
                <a:latin typeface="Tahoma"/>
                <a:cs typeface="Tahoma"/>
              </a:rPr>
              <a:t>las </a:t>
            </a:r>
            <a:r>
              <a:rPr sz="900" dirty="0">
                <a:latin typeface="Tahoma"/>
                <a:cs typeface="Tahoma"/>
              </a:rPr>
              <a:t>ventas</a:t>
            </a:r>
            <a:r>
              <a:rPr sz="900" spc="44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y</a:t>
            </a:r>
            <a:r>
              <a:rPr sz="900" spc="44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el</a:t>
            </a:r>
            <a:r>
              <a:rPr sz="900" spc="44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crecimiento</a:t>
            </a:r>
            <a:r>
              <a:rPr sz="900" spc="44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de</a:t>
            </a:r>
            <a:r>
              <a:rPr sz="900" spc="44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su</a:t>
            </a:r>
            <a:r>
              <a:rPr sz="900" spc="44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tienda.</a:t>
            </a:r>
            <a:r>
              <a:rPr sz="900" spc="44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Tener</a:t>
            </a:r>
            <a:r>
              <a:rPr sz="900" spc="44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mayor </a:t>
            </a:r>
            <a:r>
              <a:rPr sz="900" dirty="0">
                <a:latin typeface="Tahoma"/>
                <a:cs typeface="Tahoma"/>
              </a:rPr>
              <a:t>control</a:t>
            </a:r>
            <a:r>
              <a:rPr sz="900" spc="455" dirty="0">
                <a:latin typeface="Tahoma"/>
                <a:cs typeface="Tahoma"/>
              </a:rPr>
              <a:t>  </a:t>
            </a:r>
            <a:r>
              <a:rPr sz="900" dirty="0">
                <a:latin typeface="Tahoma"/>
                <a:cs typeface="Tahoma"/>
              </a:rPr>
              <a:t>y</a:t>
            </a:r>
            <a:r>
              <a:rPr sz="900" spc="455" dirty="0">
                <a:latin typeface="Tahoma"/>
                <a:cs typeface="Tahoma"/>
              </a:rPr>
              <a:t>  </a:t>
            </a:r>
            <a:r>
              <a:rPr sz="900" dirty="0">
                <a:latin typeface="Tahoma"/>
                <a:cs typeface="Tahoma"/>
              </a:rPr>
              <a:t>previsibilidad</a:t>
            </a:r>
            <a:r>
              <a:rPr sz="900" spc="455" dirty="0">
                <a:latin typeface="Tahoma"/>
                <a:cs typeface="Tahoma"/>
              </a:rPr>
              <a:t>  </a:t>
            </a:r>
            <a:r>
              <a:rPr sz="900" dirty="0">
                <a:latin typeface="Tahoma"/>
                <a:cs typeface="Tahoma"/>
              </a:rPr>
              <a:t>sobre</a:t>
            </a:r>
            <a:r>
              <a:rPr sz="900" spc="455" dirty="0">
                <a:latin typeface="Tahoma"/>
                <a:cs typeface="Tahoma"/>
              </a:rPr>
              <a:t>  </a:t>
            </a:r>
            <a:r>
              <a:rPr sz="900" dirty="0">
                <a:latin typeface="Tahoma"/>
                <a:cs typeface="Tahoma"/>
              </a:rPr>
              <a:t>sus</a:t>
            </a:r>
            <a:r>
              <a:rPr sz="900" spc="459" dirty="0">
                <a:latin typeface="Tahoma"/>
                <a:cs typeface="Tahoma"/>
              </a:rPr>
              <a:t>  </a:t>
            </a:r>
            <a:r>
              <a:rPr sz="900" dirty="0">
                <a:latin typeface="Tahoma"/>
                <a:cs typeface="Tahoma"/>
              </a:rPr>
              <a:t>gastos</a:t>
            </a:r>
            <a:r>
              <a:rPr sz="900" spc="455" dirty="0">
                <a:latin typeface="Tahoma"/>
                <a:cs typeface="Tahoma"/>
              </a:rPr>
              <a:t>  </a:t>
            </a:r>
            <a:r>
              <a:rPr sz="900" spc="-145" dirty="0">
                <a:latin typeface="Tahoma"/>
                <a:cs typeface="Tahoma"/>
              </a:rPr>
              <a:t>y</a:t>
            </a:r>
            <a:r>
              <a:rPr sz="900" spc="-10" dirty="0">
                <a:latin typeface="Tahoma"/>
                <a:cs typeface="Tahoma"/>
              </a:rPr>
              <a:t> responsabilidades.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d7862e4-512e-4429-a226-a187e305a192">
      <Terms xmlns="http://schemas.microsoft.com/office/infopath/2007/PartnerControls"/>
    </lcf76f155ced4ddcb4097134ff3c332f>
    <TaxCatchAll xmlns="36ae782e-a2ad-455b-8012-e967b2ff026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F93B06E2FB1C843BA170D424CF312B0" ma:contentTypeVersion="11" ma:contentTypeDescription="Crear nuevo documento." ma:contentTypeScope="" ma:versionID="a9d08283f5e9f693f4b2f5e62309ac1f">
  <xsd:schema xmlns:xsd="http://www.w3.org/2001/XMLSchema" xmlns:xs="http://www.w3.org/2001/XMLSchema" xmlns:p="http://schemas.microsoft.com/office/2006/metadata/properties" xmlns:ns2="3d7862e4-512e-4429-a226-a187e305a192" xmlns:ns3="36ae782e-a2ad-455b-8012-e967b2ff0266" targetNamespace="http://schemas.microsoft.com/office/2006/metadata/properties" ma:root="true" ma:fieldsID="297fc78c539ade327ca169f47e24b74c" ns2:_="" ns3:_="">
    <xsd:import namespace="3d7862e4-512e-4429-a226-a187e305a192"/>
    <xsd:import namespace="36ae782e-a2ad-455b-8012-e967b2ff0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7862e4-512e-4429-a226-a187e305a1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e782e-a2ad-455b-8012-e967b2ff02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e1a3115-4f63-49a0-902d-9130a39bedab}" ma:internalName="TaxCatchAll" ma:showField="CatchAllData" ma:web="36ae782e-a2ad-455b-8012-e967b2ff0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123CEB-0B82-40DB-9E6B-533B8654E2D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DA5267D-3F50-4B31-B1F3-BE548E1B3E4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F4C676-EC99-43C5-B382-9C6AB62B504A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863</Words>
  <Application>Microsoft Office PowerPoint</Application>
  <PresentationFormat>Personalizado</PresentationFormat>
  <Paragraphs>58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Calibri</vt:lpstr>
      <vt:lpstr>Palatino Linotype</vt:lpstr>
      <vt:lpstr>Tahoma</vt:lpstr>
      <vt:lpstr>Times New Roman</vt:lpstr>
      <vt:lpstr>Office Theme</vt:lpstr>
      <vt:lpstr>Mapa de empatía María López</vt:lpstr>
      <vt:lpstr>Mapa de empatía Javier Rodríguez</vt:lpstr>
      <vt:lpstr>Mapa de empatía Luciana Gómez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Mapa conceptual de empatía de UX experiencia de usuario ilustrado neutro</dc:title>
  <dc:creator>Juan Marco MEDINA</dc:creator>
  <cp:keywords>DAGk0ZoD5Fw,BAGk0amA22I,0</cp:keywords>
  <cp:lastModifiedBy>MONTERO JUAN CARLOS</cp:lastModifiedBy>
  <cp:revision>1</cp:revision>
  <dcterms:created xsi:type="dcterms:W3CDTF">2026-03-26T12:59:20Z</dcterms:created>
  <dcterms:modified xsi:type="dcterms:W3CDTF">2026-03-31T23:30:07Z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2025-04-16T00:00:00Z</vt:filetime>
  </property>
  <property fmtid="{D5CDD505-2E9C-101B-9397-08002B2CF9AE}" pid="3" name="Creator">
    <vt:lpwstr>Canva</vt:lpwstr>
  </property>
  <property fmtid="{D5CDD505-2E9C-101B-9397-08002B2CF9AE}" pid="4" name="LastSaved">
    <vt:filetime>2026-03-26T00:00:00Z</vt:filetime>
  </property>
  <property fmtid="{D5CDD505-2E9C-101B-9397-08002B2CF9AE}" pid="5" name="Producer">
    <vt:lpwstr>Canva</vt:lpwstr>
  </property>
  <property fmtid="{D5CDD505-2E9C-101B-9397-08002B2CF9AE}" pid="6" name="ContentTypeId">
    <vt:lpwstr>0x0101000F93B06E2FB1C843BA170D424CF312B0</vt:lpwstr>
  </property>
</Properties>
</file>