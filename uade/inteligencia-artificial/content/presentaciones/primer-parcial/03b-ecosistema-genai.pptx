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</p:sldMasterIdLst>
  <p:notesMasterIdLst>
    <p:notesMasterId r:id="rId31"/>
  </p:notesMasterIdLst>
  <p:handoutMasterIdLst>
    <p:handoutMasterId r:id="rId32"/>
  </p:handoutMasterIdLst>
  <p:sldIdLst>
    <p:sldId id="344" r:id="rId6"/>
    <p:sldId id="346" r:id="rId7"/>
    <p:sldId id="258" r:id="rId8"/>
    <p:sldId id="326" r:id="rId9"/>
    <p:sldId id="385" r:id="rId10"/>
    <p:sldId id="452" r:id="rId11"/>
    <p:sldId id="453" r:id="rId12"/>
    <p:sldId id="454" r:id="rId13"/>
    <p:sldId id="440" r:id="rId14"/>
    <p:sldId id="439" r:id="rId15"/>
    <p:sldId id="425" r:id="rId16"/>
    <p:sldId id="455" r:id="rId17"/>
    <p:sldId id="427" r:id="rId18"/>
    <p:sldId id="456" r:id="rId19"/>
    <p:sldId id="457" r:id="rId20"/>
    <p:sldId id="458" r:id="rId21"/>
    <p:sldId id="459" r:id="rId22"/>
    <p:sldId id="460" r:id="rId23"/>
    <p:sldId id="461" r:id="rId24"/>
    <p:sldId id="462" r:id="rId25"/>
    <p:sldId id="463" r:id="rId26"/>
    <p:sldId id="464" r:id="rId27"/>
    <p:sldId id="422" r:id="rId28"/>
    <p:sldId id="316" r:id="rId29"/>
    <p:sldId id="27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CF102D"/>
    <a:srgbClr val="62A72F"/>
    <a:srgbClr val="A57EB2"/>
    <a:srgbClr val="E1E1DF"/>
    <a:srgbClr val="F6A610"/>
    <a:srgbClr val="4C4C4C"/>
    <a:srgbClr val="0EA6CF"/>
    <a:srgbClr val="ED6B20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ASNOV ALAN JOAQUIN" userId="S::akrasnov@uade.edu.ar::7c537854-b4b8-4c7f-9aeb-2295c60ef62e" providerId="AD" clId="Web-{52FCEEE2-20BA-7C65-F359-8DA6543176AE}"/>
    <pc:docChg chg="modSld">
      <pc:chgData name="KRASNOV ALAN JOAQUIN" userId="S::akrasnov@uade.edu.ar::7c537854-b4b8-4c7f-9aeb-2295c60ef62e" providerId="AD" clId="Web-{52FCEEE2-20BA-7C65-F359-8DA6543176AE}" dt="2026-09-09T19:38:03.580" v="2" actId="1076"/>
      <pc:docMkLst>
        <pc:docMk/>
      </pc:docMkLst>
      <pc:sldChg chg="modSp">
        <pc:chgData name="KRASNOV ALAN JOAQUIN" userId="S::akrasnov@uade.edu.ar::7c537854-b4b8-4c7f-9aeb-2295c60ef62e" providerId="AD" clId="Web-{52FCEEE2-20BA-7C65-F359-8DA6543176AE}" dt="2026-09-09T19:31:03.656" v="0" actId="1076"/>
        <pc:sldMkLst>
          <pc:docMk/>
          <pc:sldMk cId="2193058122" sldId="452"/>
        </pc:sldMkLst>
        <pc:graphicFrameChg chg="mod">
          <ac:chgData name="KRASNOV ALAN JOAQUIN" userId="S::akrasnov@uade.edu.ar::7c537854-b4b8-4c7f-9aeb-2295c60ef62e" providerId="AD" clId="Web-{52FCEEE2-20BA-7C65-F359-8DA6543176AE}" dt="2026-09-09T19:31:03.656" v="0" actId="1076"/>
          <ac:graphicFrameMkLst>
            <pc:docMk/>
            <pc:sldMk cId="2193058122" sldId="452"/>
            <ac:graphicFrameMk id="4" creationId="{D57FCCBC-8206-0D8A-3590-4CD527348382}"/>
          </ac:graphicFrameMkLst>
        </pc:graphicFrameChg>
      </pc:sldChg>
      <pc:sldChg chg="modSp">
        <pc:chgData name="KRASNOV ALAN JOAQUIN" userId="S::akrasnov@uade.edu.ar::7c537854-b4b8-4c7f-9aeb-2295c60ef62e" providerId="AD" clId="Web-{52FCEEE2-20BA-7C65-F359-8DA6543176AE}" dt="2026-09-09T19:32:29.688" v="1" actId="1076"/>
        <pc:sldMkLst>
          <pc:docMk/>
          <pc:sldMk cId="3863560796" sldId="453"/>
        </pc:sldMkLst>
        <pc:graphicFrameChg chg="mod">
          <ac:chgData name="KRASNOV ALAN JOAQUIN" userId="S::akrasnov@uade.edu.ar::7c537854-b4b8-4c7f-9aeb-2295c60ef62e" providerId="AD" clId="Web-{52FCEEE2-20BA-7C65-F359-8DA6543176AE}" dt="2026-09-09T19:32:29.688" v="1" actId="1076"/>
          <ac:graphicFrameMkLst>
            <pc:docMk/>
            <pc:sldMk cId="3863560796" sldId="453"/>
            <ac:graphicFrameMk id="4" creationId="{66285045-A920-2593-B89D-C36DE93A0CA4}"/>
          </ac:graphicFrameMkLst>
        </pc:graphicFrameChg>
      </pc:sldChg>
      <pc:sldChg chg="modSp">
        <pc:chgData name="KRASNOV ALAN JOAQUIN" userId="S::akrasnov@uade.edu.ar::7c537854-b4b8-4c7f-9aeb-2295c60ef62e" providerId="AD" clId="Web-{52FCEEE2-20BA-7C65-F359-8DA6543176AE}" dt="2026-09-09T19:38:03.580" v="2" actId="1076"/>
        <pc:sldMkLst>
          <pc:docMk/>
          <pc:sldMk cId="757014763" sldId="456"/>
        </pc:sldMkLst>
        <pc:graphicFrameChg chg="mod">
          <ac:chgData name="KRASNOV ALAN JOAQUIN" userId="S::akrasnov@uade.edu.ar::7c537854-b4b8-4c7f-9aeb-2295c60ef62e" providerId="AD" clId="Web-{52FCEEE2-20BA-7C65-F359-8DA6543176AE}" dt="2026-09-09T19:38:03.580" v="2" actId="1076"/>
          <ac:graphicFrameMkLst>
            <pc:docMk/>
            <pc:sldMk cId="757014763" sldId="456"/>
            <ac:graphicFrameMk id="4" creationId="{3176C211-A4C4-BC83-B097-9E930CD4AB88}"/>
          </ac:graphicFrameMkLst>
        </pc:graphicFrameChg>
      </pc:sldChg>
    </pc:docChg>
  </pc:docChgLst>
  <pc:docChgLst>
    <pc:chgData name="STADIUS TASHA" userId="S::tstadius@uade.edu.ar::86f3ca95-d5f9-4401-8dbd-5edaffe5dda1" providerId="AD" clId="Web-{94F3543D-9C39-EB51-50B5-FB3F6E391C40}"/>
    <pc:docChg chg="addSld delSld">
      <pc:chgData name="STADIUS TASHA" userId="S::tstadius@uade.edu.ar::86f3ca95-d5f9-4401-8dbd-5edaffe5dda1" providerId="AD" clId="Web-{94F3543D-9C39-EB51-50B5-FB3F6E391C40}" dt="2026-08-24T22:10:21.006" v="1"/>
      <pc:docMkLst>
        <pc:docMk/>
      </pc:docMkLst>
      <pc:sldChg chg="add del">
        <pc:chgData name="STADIUS TASHA" userId="S::tstadius@uade.edu.ar::86f3ca95-d5f9-4401-8dbd-5edaffe5dda1" providerId="AD" clId="Web-{94F3543D-9C39-EB51-50B5-FB3F6E391C40}" dt="2026-08-24T22:10:21.006" v="1"/>
        <pc:sldMkLst>
          <pc:docMk/>
          <pc:sldMk cId="42934450" sldId="425"/>
        </pc:sldMkLst>
      </pc:sldChg>
    </pc:docChg>
  </pc:docChgLst>
  <pc:docChgLst>
    <pc:chgData name="GARCIA IGNACIO" userId="S::igngarcia@uade.edu.ar::765ee066-b02c-4321-b670-4d589a510c9b" providerId="AD" clId="Web-{51AE3747-0DE2-3EF1-3FD6-FA9E6B336CF8}"/>
    <pc:docChg chg="addSld delSld">
      <pc:chgData name="GARCIA IGNACIO" userId="S::igngarcia@uade.edu.ar::765ee066-b02c-4321-b670-4d589a510c9b" providerId="AD" clId="Web-{51AE3747-0DE2-3EF1-3FD6-FA9E6B336CF8}" dt="2026-08-24T22:22:31.957" v="1"/>
      <pc:docMkLst>
        <pc:docMk/>
      </pc:docMkLst>
      <pc:sldChg chg="add del">
        <pc:chgData name="GARCIA IGNACIO" userId="S::igngarcia@uade.edu.ar::765ee066-b02c-4321-b670-4d589a510c9b" providerId="AD" clId="Web-{51AE3747-0DE2-3EF1-3FD6-FA9E6B336CF8}" dt="2026-08-24T22:22:31.957" v="1"/>
        <pc:sldMkLst>
          <pc:docMk/>
          <pc:sldMk cId="3712750216" sldId="463"/>
        </pc:sldMkLst>
      </pc:sldChg>
    </pc:docChg>
  </pc:docChgLst>
  <pc:docChgLst>
    <pc:chgData name="KRASNOV ALAN JOAQUIN" userId="S::akrasnov@uade.edu.ar::7c537854-b4b8-4c7f-9aeb-2295c60ef62e" providerId="AD" clId="Web-{5595F1A4-4B73-6279-E4B8-51F042E3A9A6}"/>
    <pc:docChg chg="addSld delSld">
      <pc:chgData name="KRASNOV ALAN JOAQUIN" userId="S::akrasnov@uade.edu.ar::7c537854-b4b8-4c7f-9aeb-2295c60ef62e" providerId="AD" clId="Web-{5595F1A4-4B73-6279-E4B8-51F042E3A9A6}" dt="2026-08-24T20:38:10.320" v="1"/>
      <pc:docMkLst>
        <pc:docMk/>
      </pc:docMkLst>
      <pc:sldChg chg="add del">
        <pc:chgData name="KRASNOV ALAN JOAQUIN" userId="S::akrasnov@uade.edu.ar::7c537854-b4b8-4c7f-9aeb-2295c60ef62e" providerId="AD" clId="Web-{5595F1A4-4B73-6279-E4B8-51F042E3A9A6}" dt="2026-08-24T20:38:10.320" v="1"/>
        <pc:sldMkLst>
          <pc:docMk/>
          <pc:sldMk cId="1341823974" sldId="385"/>
        </pc:sldMkLst>
      </pc:sldChg>
    </pc:docChg>
  </pc:docChgLst>
  <pc:docChgLst>
    <pc:chgData name="GIORGETTA AGUSTINA" userId="S::agiorgetta@uade.edu.ar::2c41d099-d434-4293-8e9f-410ca1b459d9" providerId="AD" clId="Web-{661A66BA-0640-F512-5D6A-A182910E9418}"/>
    <pc:docChg chg="modSld">
      <pc:chgData name="GIORGETTA AGUSTINA" userId="S::agiorgetta@uade.edu.ar::2c41d099-d434-4293-8e9f-410ca1b459d9" providerId="AD" clId="Web-{661A66BA-0640-F512-5D6A-A182910E9418}" dt="2026-09-05T04:56:28.763" v="0" actId="1076"/>
      <pc:docMkLst>
        <pc:docMk/>
      </pc:docMkLst>
      <pc:sldChg chg="modSp">
        <pc:chgData name="GIORGETTA AGUSTINA" userId="S::agiorgetta@uade.edu.ar::2c41d099-d434-4293-8e9f-410ca1b459d9" providerId="AD" clId="Web-{661A66BA-0640-F512-5D6A-A182910E9418}" dt="2026-09-05T04:56:28.763" v="0" actId="1076"/>
        <pc:sldMkLst>
          <pc:docMk/>
          <pc:sldMk cId="42934450" sldId="425"/>
        </pc:sldMkLst>
        <pc:graphicFrameChg chg="mod">
          <ac:chgData name="GIORGETTA AGUSTINA" userId="S::agiorgetta@uade.edu.ar::2c41d099-d434-4293-8e9f-410ca1b459d9" providerId="AD" clId="Web-{661A66BA-0640-F512-5D6A-A182910E9418}" dt="2026-09-05T04:56:28.763" v="0" actId="1076"/>
          <ac:graphicFrameMkLst>
            <pc:docMk/>
            <pc:sldMk cId="42934450" sldId="425"/>
            <ac:graphicFrameMk id="4" creationId="{43C0DA40-5FF7-6102-4208-DF3A2B6DF8F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1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1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3200"/>
            <a:t>¿Qué es realmente la IA generativa?</a:t>
          </a:r>
          <a:endParaRPr lang="es-AR" sz="32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De usar herramientas → a diseñar sistemas
De </a:t>
          </a:r>
          <a:r>
            <a:rPr lang="es-AR" sz="2800" err="1"/>
            <a:t>prompts</a:t>
          </a:r>
          <a:r>
            <a:rPr lang="es-AR" sz="2800"/>
            <a:t> → a arquitectura
De outputs lindos → a resultados confiables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X="-824" custLinFactNeighborY="-27033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Modelos fundacionales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1800" b="0" err="1"/>
            <a:t>LLMs</a:t>
          </a:r>
          <a:r>
            <a:rPr lang="es-MX" sz="1800" b="0"/>
            <a:t> → lenguaje
</a:t>
          </a:r>
          <a:r>
            <a:rPr lang="es-MX" sz="1800" b="0" err="1"/>
            <a:t>Diffusion</a:t>
          </a:r>
          <a:r>
            <a:rPr lang="es-MX" sz="1800" b="0"/>
            <a:t> → imágenes
👉 Base sobre la que se construyen aplicaciones</a:t>
          </a: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MX" sz="2800"/>
            <a:t>¿Confiarías en una IA que responde perfecto… pero a veces inventa?</a:t>
          </a:r>
          <a:endParaRPr lang="es-AR" sz="2800"/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824" custLinFactNeighborY="-65754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X="-824" custLinFactNeighborY="-65348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/>
            <a:t>IA Tradicional (predictiva / discriminativa)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1800" b="0"/>
            <a:t>Predice o clasifica
</a:t>
          </a:r>
          <a:r>
            <a:rPr lang="es-AR" sz="1800" b="0" err="1"/>
            <a:t>Ej</a:t>
          </a:r>
          <a:r>
            <a:rPr lang="es-AR" sz="1800" b="0"/>
            <a:t>: spam, fraude, </a:t>
          </a:r>
          <a:r>
            <a:rPr lang="es-AR" sz="1800" b="0" err="1"/>
            <a:t>scoring</a:t>
          </a: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IA Generativa (</a:t>
          </a:r>
          <a:r>
            <a:rPr lang="es-AR" sz="2800" err="1"/>
            <a:t>GenAI</a:t>
          </a:r>
          <a:r>
            <a:rPr lang="es-AR" sz="2800"/>
            <a:t>)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NeighborY="-6983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3200"/>
            <a:t>Tradicional → 🛂 Guardia (decide sí/no)</a:t>
          </a:r>
          <a:endParaRPr lang="es-AR" sz="32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1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5CC48EC2-B517-47C1-A65C-4F6760EDAA18}">
      <dgm:prSet custT="1"/>
      <dgm:spPr/>
      <dgm:t>
        <a:bodyPr/>
        <a:lstStyle/>
        <a:p>
          <a:r>
            <a:rPr lang="es-AR" sz="2800"/>
            <a:t>Generativa → 🎬 Guionista (crea contenido)</a:t>
          </a:r>
        </a:p>
      </dgm:t>
    </dgm:pt>
    <dgm:pt modelId="{81FFF608-E0FD-410B-B24B-C3E4B1F0DC48}" type="parTrans" cxnId="{A162E29A-3738-41F7-8996-22ABF217874E}">
      <dgm:prSet/>
      <dgm:spPr/>
      <dgm:t>
        <a:bodyPr/>
        <a:lstStyle/>
        <a:p>
          <a:endParaRPr lang="es-AR"/>
        </a:p>
      </dgm:t>
    </dgm:pt>
    <dgm:pt modelId="{D10AA346-A7B7-47CA-8287-DAAAA6CF2CAD}" type="sibTrans" cxnId="{A162E29A-3738-41F7-8996-22ABF217874E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2" custLinFactNeighborX="-824" custLinFactNeighborY="-69504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  <dgm:pt modelId="{A88CF8E7-61F2-4C7D-B043-946D6E17BE8F}" type="pres">
      <dgm:prSet presAssocID="{5CC48EC2-B517-47C1-A65C-4F6760EDAA18}" presName="parentText" presStyleLbl="node1" presStyleIdx="1" presStyleCnt="2" custLinFactY="-4916" custLinFactNeighborY="-100000">
        <dgm:presLayoutVars>
          <dgm:chMax val="0"/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89D7694-8B66-4CA5-9090-FB096683CFEE}" srcId="{9A935F43-1A8E-41C3-A872-EBE5AE5F6DA3}" destId="{C8309DD6-B96F-4266-B049-704FB4C81ACD}" srcOrd="1" destOrd="0" parTransId="{58635E1A-1E1D-46DE-86A7-7EA283C9BF30}" sibTransId="{3E50D4AA-049B-47E4-A633-05158678CC56}"/>
    <dgm:cxn modelId="{A162E29A-3738-41F7-8996-22ABF217874E}" srcId="{2BACDE59-5DF1-435E-BA93-577C7093427A}" destId="{5CC48EC2-B517-47C1-A65C-4F6760EDAA18}" srcOrd="1" destOrd="0" parTransId="{81FFF608-E0FD-410B-B24B-C3E4B1F0DC48}" sibTransId="{D10AA346-A7B7-47CA-8287-DAAAA6CF2CAD}"/>
    <dgm:cxn modelId="{CA9E68A3-CD17-4C6D-A80F-121687F404D7}" type="presOf" srcId="{C8309DD6-B96F-4266-B049-704FB4C81ACD}" destId="{EEB1F71B-C36D-495B-81C0-9546D425EC51}" srcOrd="0" destOrd="1" presId="urn:microsoft.com/office/officeart/2005/8/layout/vList2"/>
    <dgm:cxn modelId="{F72AF7A9-B4F5-4297-92FC-CE535B1CFF11}" type="presOf" srcId="{5CC48EC2-B517-47C1-A65C-4F6760EDAA18}" destId="{A88CF8E7-61F2-4C7D-B043-946D6E17BE8F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  <dgm:cxn modelId="{F6424B22-B93B-4545-BDA8-0CA677066DB3}" type="presParOf" srcId="{F3B69FCA-D607-4A29-92EE-2DA8E0AE814A}" destId="{A88CF8E7-61F2-4C7D-B043-946D6E17BE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= modelos grandes entrenados con muchísimos datos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None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8612C375-20C6-4769-937B-0CC61C5D08C4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/>
            <a:t>Permiten:</a:t>
          </a:r>
          <a:endParaRPr lang="es-AR" sz="2000"/>
        </a:p>
      </dgm:t>
    </dgm:pt>
    <dgm:pt modelId="{C148081D-19DD-4F12-95DA-631BEB1D3308}" type="parTrans" cxnId="{4F9C682D-76DF-4C76-B415-FF0A779D3BB3}">
      <dgm:prSet/>
      <dgm:spPr/>
      <dgm:t>
        <a:bodyPr/>
        <a:lstStyle/>
        <a:p>
          <a:endParaRPr lang="es-AR"/>
        </a:p>
      </dgm:t>
    </dgm:pt>
    <dgm:pt modelId="{349B88CD-3EA4-4A60-B2A9-1D5F7A4501B0}" type="sibTrans" cxnId="{4F9C682D-76DF-4C76-B415-FF0A779D3BB3}">
      <dgm:prSet/>
      <dgm:spPr/>
      <dgm:t>
        <a:bodyPr/>
        <a:lstStyle/>
        <a:p>
          <a:endParaRPr lang="es-AR"/>
        </a:p>
      </dgm:t>
    </dgm:pt>
    <dgm:pt modelId="{702E6109-28A3-43E3-9C8D-9A8E93E605A9}">
      <dgm:prSet phldrT="[Texto]" custT="1"/>
      <dgm:spPr/>
      <dgm:t>
        <a:bodyPr/>
        <a:lstStyle/>
        <a:p>
          <a:pPr algn="just">
            <a:buClr>
              <a:schemeClr val="accent1"/>
            </a:buClr>
            <a:buNone/>
          </a:pPr>
          <a:r>
            <a:rPr lang="es-MX" sz="2000"/>
            <a:t>💡 Son la base de todo el ecosistema</a:t>
          </a:r>
          <a:endParaRPr lang="es-AR" sz="2000"/>
        </a:p>
      </dgm:t>
    </dgm:pt>
    <dgm:pt modelId="{21F264BF-D5EA-42E0-9E88-7328B4DC23AA}" type="parTrans" cxnId="{CED39021-E4E7-4A71-80D9-0D2E62040D32}">
      <dgm:prSet/>
      <dgm:spPr/>
      <dgm:t>
        <a:bodyPr/>
        <a:lstStyle/>
        <a:p>
          <a:endParaRPr lang="es-AR"/>
        </a:p>
      </dgm:t>
    </dgm:pt>
    <dgm:pt modelId="{26147F00-ACE8-4218-9B93-63F9E7C6318D}" type="sibTrans" cxnId="{CED39021-E4E7-4A71-80D9-0D2E62040D32}">
      <dgm:prSet/>
      <dgm:spPr/>
      <dgm:t>
        <a:bodyPr/>
        <a:lstStyle/>
        <a:p>
          <a:endParaRPr lang="es-AR"/>
        </a:p>
      </dgm:t>
    </dgm:pt>
    <dgm:pt modelId="{57C1C16B-56F9-4DA0-939A-F34EDEF27BF7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A8268BFC-0FAC-4AAD-8B58-CD17FE886116}" type="parTrans" cxnId="{261BFC8C-AE2B-434D-9C96-A953B3BB534F}">
      <dgm:prSet/>
      <dgm:spPr/>
      <dgm:t>
        <a:bodyPr/>
        <a:lstStyle/>
        <a:p>
          <a:endParaRPr lang="es-AR"/>
        </a:p>
      </dgm:t>
    </dgm:pt>
    <dgm:pt modelId="{2FEA043F-1621-40BA-BC85-60A6FAD8282F}" type="sibTrans" cxnId="{261BFC8C-AE2B-434D-9C96-A953B3BB534F}">
      <dgm:prSet/>
      <dgm:spPr/>
      <dgm:t>
        <a:bodyPr/>
        <a:lstStyle/>
        <a:p>
          <a:endParaRPr lang="es-AR"/>
        </a:p>
      </dgm:t>
    </dgm:pt>
    <dgm:pt modelId="{A3CEE2F8-C111-4247-AACB-3CFFAE380BE6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/>
            <a:t>múltiples tareas
adaptación sin reentrenar</a:t>
          </a:r>
          <a:endParaRPr lang="es-AR" sz="2000"/>
        </a:p>
      </dgm:t>
    </dgm:pt>
    <dgm:pt modelId="{2B537E88-61E8-4A20-BFFA-AF72BB2BBDC7}" type="parTrans" cxnId="{AD03777A-37B4-43E2-85E4-26F77EB3211F}">
      <dgm:prSet/>
      <dgm:spPr/>
      <dgm:t>
        <a:bodyPr/>
        <a:lstStyle/>
        <a:p>
          <a:endParaRPr lang="es-AR"/>
        </a:p>
      </dgm:t>
    </dgm:pt>
    <dgm:pt modelId="{CEF1D7B5-A98B-4BA1-B025-7563607FEAE6}" type="sibTrans" cxnId="{AD03777A-37B4-43E2-85E4-26F77EB3211F}">
      <dgm:prSet/>
      <dgm:spPr/>
      <dgm:t>
        <a:bodyPr/>
        <a:lstStyle/>
        <a:p>
          <a:endParaRPr lang="es-AR"/>
        </a:p>
      </dgm:t>
    </dgm:pt>
    <dgm:pt modelId="{625658FB-2F56-47F7-B2ED-46BCBFAEEBC9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68A8057A-20E0-41E4-B4C1-151AD8A42137}" type="parTrans" cxnId="{D0EC0CB8-8533-4C9F-898D-C5781EF10747}">
      <dgm:prSet/>
      <dgm:spPr/>
      <dgm:t>
        <a:bodyPr/>
        <a:lstStyle/>
        <a:p>
          <a:endParaRPr lang="es-AR"/>
        </a:p>
      </dgm:t>
    </dgm:pt>
    <dgm:pt modelId="{2341235E-6B8E-4B23-85B2-CCAB433DC2A7}" type="sibTrans" cxnId="{D0EC0CB8-8533-4C9F-898D-C5781EF1074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0A8840C-ECA9-4BF8-9F09-5B060C8C59A8}" type="presOf" srcId="{A3CEE2F8-C111-4247-AACB-3CFFAE380BE6}" destId="{EEB1F71B-C36D-495B-81C0-9546D425EC51}" srcOrd="0" destOrd="3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CED39021-E4E7-4A71-80D9-0D2E62040D32}" srcId="{9A935F43-1A8E-41C3-A872-EBE5AE5F6DA3}" destId="{702E6109-28A3-43E3-9C8D-9A8E93E605A9}" srcOrd="5" destOrd="0" parTransId="{21F264BF-D5EA-42E0-9E88-7328B4DC23AA}" sibTransId="{26147F00-ACE8-4218-9B93-63F9E7C6318D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4F9C682D-76DF-4C76-B415-FF0A779D3BB3}" srcId="{9A935F43-1A8E-41C3-A872-EBE5AE5F6DA3}" destId="{8612C375-20C6-4769-937B-0CC61C5D08C4}" srcOrd="1" destOrd="0" parTransId="{C148081D-19DD-4F12-95DA-631BEB1D3308}" sibTransId="{349B88CD-3EA4-4A60-B2A9-1D5F7A4501B0}"/>
    <dgm:cxn modelId="{036EFB46-AC07-41A0-9598-182F2E711E65}" type="presOf" srcId="{8612C375-20C6-4769-937B-0CC61C5D08C4}" destId="{EEB1F71B-C36D-495B-81C0-9546D425EC51}" srcOrd="0" destOrd="1" presId="urn:microsoft.com/office/officeart/2005/8/layout/vList2"/>
    <dgm:cxn modelId="{AD03777A-37B4-43E2-85E4-26F77EB3211F}" srcId="{9A935F43-1A8E-41C3-A872-EBE5AE5F6DA3}" destId="{A3CEE2F8-C111-4247-AACB-3CFFAE380BE6}" srcOrd="3" destOrd="0" parTransId="{2B537E88-61E8-4A20-BFFA-AF72BB2BBDC7}" sibTransId="{CEF1D7B5-A98B-4BA1-B025-7563607FEAE6}"/>
    <dgm:cxn modelId="{261BFC8C-AE2B-434D-9C96-A953B3BB534F}" srcId="{9A935F43-1A8E-41C3-A872-EBE5AE5F6DA3}" destId="{57C1C16B-56F9-4DA0-939A-F34EDEF27BF7}" srcOrd="2" destOrd="0" parTransId="{A8268BFC-0FAC-4AAD-8B58-CD17FE886116}" sibTransId="{2FEA043F-1621-40BA-BC85-60A6FAD8282F}"/>
    <dgm:cxn modelId="{49E05091-FB2D-433D-9291-78B529E2C76E}" type="presOf" srcId="{702E6109-28A3-43E3-9C8D-9A8E93E605A9}" destId="{EEB1F71B-C36D-495B-81C0-9546D425EC51}" srcOrd="0" destOrd="5" presId="urn:microsoft.com/office/officeart/2005/8/layout/vList2"/>
    <dgm:cxn modelId="{189D7694-8B66-4CA5-9090-FB096683CFEE}" srcId="{9A935F43-1A8E-41C3-A872-EBE5AE5F6DA3}" destId="{C8309DD6-B96F-4266-B049-704FB4C81ACD}" srcOrd="6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6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25611FB0-8ED6-4737-A6EB-68CC4B96E291}" type="presOf" srcId="{625658FB-2F56-47F7-B2ED-46BCBFAEEBC9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D0EC0CB8-8533-4C9F-898D-C5781EF10747}" srcId="{9A935F43-1A8E-41C3-A872-EBE5AE5F6DA3}" destId="{625658FB-2F56-47F7-B2ED-46BCBFAEEBC9}" srcOrd="4" destOrd="0" parTransId="{68A8057A-20E0-41E4-B4C1-151AD8A42137}" sibTransId="{2341235E-6B8E-4B23-85B2-CCAB433DC2A7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2642EFF3-237E-4B1F-B317-F496BF9B09A5}" type="presOf" srcId="{57C1C16B-56F9-4DA0-939A-F34EDEF27BF7}" destId="{EEB1F71B-C36D-495B-81C0-9546D425EC51}" srcOrd="0" destOrd="2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3200" b="1"/>
            <a:t>LLM = </a:t>
          </a:r>
          <a:r>
            <a:rPr lang="es-AR" sz="3200" b="1" err="1"/>
            <a:t>Large</a:t>
          </a:r>
          <a:r>
            <a:rPr lang="es-AR" sz="3200" b="1"/>
            <a:t> </a:t>
          </a:r>
          <a:r>
            <a:rPr lang="es-AR" sz="3200" b="1" err="1"/>
            <a:t>Language</a:t>
          </a:r>
          <a:r>
            <a:rPr lang="es-AR" sz="3200" b="1"/>
            <a:t> </a:t>
          </a:r>
          <a:r>
            <a:rPr lang="es-AR" sz="3200" b="1" err="1"/>
            <a:t>Model</a:t>
          </a:r>
          <a:r>
            <a:rPr lang="es-AR" sz="3200" b="1"/>
            <a:t>:</a:t>
          </a:r>
          <a:endParaRPr lang="es-AR" sz="32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None/>
          </a:pPr>
          <a:r>
            <a:rPr lang="es-AR" sz="2400"/>
            <a:t>(Modelo de Lenguaje Grande)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31123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DIFFUSION MODELS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16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8612C375-20C6-4769-937B-0CC61C5D08C4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1600" b="1" err="1"/>
            <a:t>Diffusion</a:t>
          </a:r>
          <a:r>
            <a:rPr lang="es-AR" sz="1600" b="1"/>
            <a:t> </a:t>
          </a:r>
          <a:r>
            <a:rPr lang="es-AR" sz="1600" b="1" err="1"/>
            <a:t>Models</a:t>
          </a:r>
          <a:r>
            <a:rPr lang="es-AR" sz="1600" b="1"/>
            <a:t> (Modelos de Difusión)</a:t>
          </a:r>
          <a:endParaRPr lang="es-AR" sz="1600"/>
        </a:p>
      </dgm:t>
    </dgm:pt>
    <dgm:pt modelId="{C148081D-19DD-4F12-95DA-631BEB1D3308}" type="parTrans" cxnId="{4F9C682D-76DF-4C76-B415-FF0A779D3BB3}">
      <dgm:prSet/>
      <dgm:spPr/>
      <dgm:t>
        <a:bodyPr/>
        <a:lstStyle/>
        <a:p>
          <a:endParaRPr lang="es-AR"/>
        </a:p>
      </dgm:t>
    </dgm:pt>
    <dgm:pt modelId="{349B88CD-3EA4-4A60-B2A9-1D5F7A4501B0}" type="sibTrans" cxnId="{4F9C682D-76DF-4C76-B415-FF0A779D3BB3}">
      <dgm:prSet/>
      <dgm:spPr/>
      <dgm:t>
        <a:bodyPr/>
        <a:lstStyle/>
        <a:p>
          <a:endParaRPr lang="es-AR"/>
        </a:p>
      </dgm:t>
    </dgm:pt>
    <dgm:pt modelId="{9EB41D50-BCC2-4CE2-BA65-EE208A12CD4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600"/>
            <a:t>Generan imágenes (o video) </a:t>
          </a:r>
        </a:p>
      </dgm:t>
    </dgm:pt>
    <dgm:pt modelId="{520ED23C-0F79-4B03-A14C-EC18974D8D76}" type="parTrans" cxnId="{65FA4203-C5DA-4127-A689-83690B7655A5}">
      <dgm:prSet/>
      <dgm:spPr/>
      <dgm:t>
        <a:bodyPr/>
        <a:lstStyle/>
        <a:p>
          <a:endParaRPr lang="es-AR"/>
        </a:p>
      </dgm:t>
    </dgm:pt>
    <dgm:pt modelId="{E05CFCAF-E5B4-47E0-8277-86266F99C5F9}" type="sibTrans" cxnId="{65FA4203-C5DA-4127-A689-83690B7655A5}">
      <dgm:prSet/>
      <dgm:spPr/>
      <dgm:t>
        <a:bodyPr/>
        <a:lstStyle/>
        <a:p>
          <a:endParaRPr lang="es-AR"/>
        </a:p>
      </dgm:t>
    </dgm:pt>
    <dgm:pt modelId="{CC51331A-B2B4-46AC-8CC9-A721403CD08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600"/>
            <a:t>Funcionan así: </a:t>
          </a:r>
        </a:p>
      </dgm:t>
    </dgm:pt>
    <dgm:pt modelId="{A9B3BE62-A2F2-41A2-802F-059657880846}" type="parTrans" cxnId="{73566985-5459-4375-AE3B-452E21AC42F0}">
      <dgm:prSet/>
      <dgm:spPr/>
      <dgm:t>
        <a:bodyPr/>
        <a:lstStyle/>
        <a:p>
          <a:endParaRPr lang="es-AR"/>
        </a:p>
      </dgm:t>
    </dgm:pt>
    <dgm:pt modelId="{7442E723-6C57-41E9-9DF7-FCB08286DE35}" type="sibTrans" cxnId="{73566985-5459-4375-AE3B-452E21AC42F0}">
      <dgm:prSet/>
      <dgm:spPr/>
      <dgm:t>
        <a:bodyPr/>
        <a:lstStyle/>
        <a:p>
          <a:endParaRPr lang="es-AR"/>
        </a:p>
      </dgm:t>
    </dgm:pt>
    <dgm:pt modelId="{169222F4-B8DA-4B6F-9507-120C5DA8C68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600"/>
            <a:t>agregan ruido </a:t>
          </a:r>
        </a:p>
      </dgm:t>
    </dgm:pt>
    <dgm:pt modelId="{BA38F930-8F79-45C5-8C30-524642043038}" type="parTrans" cxnId="{EBD87BAF-1299-483A-A1CD-11E2D9B52016}">
      <dgm:prSet/>
      <dgm:spPr/>
      <dgm:t>
        <a:bodyPr/>
        <a:lstStyle/>
        <a:p>
          <a:endParaRPr lang="es-AR"/>
        </a:p>
      </dgm:t>
    </dgm:pt>
    <dgm:pt modelId="{4D42897F-5C76-4E35-94F1-A0E34C11D206}" type="sibTrans" cxnId="{EBD87BAF-1299-483A-A1CD-11E2D9B52016}">
      <dgm:prSet/>
      <dgm:spPr/>
      <dgm:t>
        <a:bodyPr/>
        <a:lstStyle/>
        <a:p>
          <a:endParaRPr lang="es-AR"/>
        </a:p>
      </dgm:t>
    </dgm:pt>
    <dgm:pt modelId="{0A97C7EE-9C90-452F-AFA4-357203E41EA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600"/>
            <a:t>aprenden a quitarlo </a:t>
          </a:r>
        </a:p>
      </dgm:t>
    </dgm:pt>
    <dgm:pt modelId="{D9AD6FAC-8E54-47A7-B1EB-AFED7137AC1A}" type="parTrans" cxnId="{5C312EE3-408D-4243-A9C2-B147BFAC08CB}">
      <dgm:prSet/>
      <dgm:spPr/>
      <dgm:t>
        <a:bodyPr/>
        <a:lstStyle/>
        <a:p>
          <a:endParaRPr lang="es-AR"/>
        </a:p>
      </dgm:t>
    </dgm:pt>
    <dgm:pt modelId="{EC051E9D-44B3-42AE-B930-85CB96106A46}" type="sibTrans" cxnId="{5C312EE3-408D-4243-A9C2-B147BFAC08CB}">
      <dgm:prSet/>
      <dgm:spPr/>
      <dgm:t>
        <a:bodyPr/>
        <a:lstStyle/>
        <a:p>
          <a:endParaRPr lang="es-AR"/>
        </a:p>
      </dgm:t>
    </dgm:pt>
    <dgm:pt modelId="{D2E12DD7-683C-49E3-B86D-35AC0A57BDF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600"/>
            <a:t>generan desde ruido </a:t>
          </a:r>
        </a:p>
      </dgm:t>
    </dgm:pt>
    <dgm:pt modelId="{C7736E5C-4CC4-48BF-B92E-BCF79591A589}" type="parTrans" cxnId="{F6894A39-3D84-4513-96C4-B4DCDA815D2D}">
      <dgm:prSet/>
      <dgm:spPr/>
      <dgm:t>
        <a:bodyPr/>
        <a:lstStyle/>
        <a:p>
          <a:endParaRPr lang="es-AR"/>
        </a:p>
      </dgm:t>
    </dgm:pt>
    <dgm:pt modelId="{E66485DD-BD07-495A-8F86-12B6FE71795A}" type="sibTrans" cxnId="{F6894A39-3D84-4513-96C4-B4DCDA815D2D}">
      <dgm:prSet/>
      <dgm:spPr/>
      <dgm:t>
        <a:bodyPr/>
        <a:lstStyle/>
        <a:p>
          <a:endParaRPr lang="es-AR"/>
        </a:p>
      </dgm:t>
    </dgm:pt>
    <dgm:pt modelId="{2CB18C21-666E-4370-B62A-EDE85F39AC0B}">
      <dgm:prSet custT="1"/>
      <dgm:spPr/>
      <dgm:t>
        <a:bodyPr/>
        <a:lstStyle/>
        <a:p>
          <a:pPr>
            <a:buNone/>
          </a:pPr>
          <a:r>
            <a:rPr lang="it-IT" sz="1600"/>
            <a:t>💡 Ej: DALL·E, Stable Diffusion</a:t>
          </a:r>
        </a:p>
      </dgm:t>
    </dgm:pt>
    <dgm:pt modelId="{7CC660C1-E118-45DF-BA73-388F38335B99}" type="parTrans" cxnId="{050822BA-0C7E-4777-B5E6-54AD2CB5509D}">
      <dgm:prSet/>
      <dgm:spPr/>
      <dgm:t>
        <a:bodyPr/>
        <a:lstStyle/>
        <a:p>
          <a:endParaRPr lang="es-AR"/>
        </a:p>
      </dgm:t>
    </dgm:pt>
    <dgm:pt modelId="{52D9F567-2EBF-44DE-8F71-4A0CBB0090EC}" type="sibTrans" cxnId="{050822BA-0C7E-4777-B5E6-54AD2CB5509D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5FA4203-C5DA-4127-A689-83690B7655A5}" srcId="{9A935F43-1A8E-41C3-A872-EBE5AE5F6DA3}" destId="{9EB41D50-BCC2-4CE2-BA65-EE208A12CD4C}" srcOrd="2" destOrd="0" parTransId="{520ED23C-0F79-4B03-A14C-EC18974D8D76}" sibTransId="{E05CFCAF-E5B4-47E0-8277-86266F99C5F9}"/>
    <dgm:cxn modelId="{2C99BF08-CAE7-4BCA-91B4-7DF1CEB9196E}" type="presOf" srcId="{D2E12DD7-683C-49E3-B86D-35AC0A57BDFB}" destId="{EEB1F71B-C36D-495B-81C0-9546D425EC51}" srcOrd="0" destOrd="6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FEB65C1B-B906-4139-8F79-803B35AB2647}" type="presOf" srcId="{2CB18C21-666E-4370-B62A-EDE85F39AC0B}" destId="{EEB1F71B-C36D-495B-81C0-9546D425EC51}" srcOrd="0" destOrd="7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0007BF27-B677-4915-A74B-A2E55E11706A}" type="presOf" srcId="{CC51331A-B2B4-46AC-8CC9-A721403CD085}" destId="{EEB1F71B-C36D-495B-81C0-9546D425EC51}" srcOrd="0" destOrd="3" presId="urn:microsoft.com/office/officeart/2005/8/layout/vList2"/>
    <dgm:cxn modelId="{4F9C682D-76DF-4C76-B415-FF0A779D3BB3}" srcId="{9A935F43-1A8E-41C3-A872-EBE5AE5F6DA3}" destId="{8612C375-20C6-4769-937B-0CC61C5D08C4}" srcOrd="1" destOrd="0" parTransId="{C148081D-19DD-4F12-95DA-631BEB1D3308}" sibTransId="{349B88CD-3EA4-4A60-B2A9-1D5F7A4501B0}"/>
    <dgm:cxn modelId="{8B884038-BF20-4879-94F2-0A987AEC66CE}" type="presOf" srcId="{169222F4-B8DA-4B6F-9507-120C5DA8C688}" destId="{EEB1F71B-C36D-495B-81C0-9546D425EC51}" srcOrd="0" destOrd="4" presId="urn:microsoft.com/office/officeart/2005/8/layout/vList2"/>
    <dgm:cxn modelId="{F6894A39-3D84-4513-96C4-B4DCDA815D2D}" srcId="{CC51331A-B2B4-46AC-8CC9-A721403CD085}" destId="{D2E12DD7-683C-49E3-B86D-35AC0A57BDFB}" srcOrd="2" destOrd="0" parTransId="{C7736E5C-4CC4-48BF-B92E-BCF79591A589}" sibTransId="{E66485DD-BD07-495A-8F86-12B6FE71795A}"/>
    <dgm:cxn modelId="{036EFB46-AC07-41A0-9598-182F2E711E65}" type="presOf" srcId="{8612C375-20C6-4769-937B-0CC61C5D08C4}" destId="{EEB1F71B-C36D-495B-81C0-9546D425EC51}" srcOrd="0" destOrd="1" presId="urn:microsoft.com/office/officeart/2005/8/layout/vList2"/>
    <dgm:cxn modelId="{0A56494C-9C89-4F0B-9D8F-B24E82159C8C}" type="presOf" srcId="{9EB41D50-BCC2-4CE2-BA65-EE208A12CD4C}" destId="{EEB1F71B-C36D-495B-81C0-9546D425EC51}" srcOrd="0" destOrd="2" presId="urn:microsoft.com/office/officeart/2005/8/layout/vList2"/>
    <dgm:cxn modelId="{73566985-5459-4375-AE3B-452E21AC42F0}" srcId="{9A935F43-1A8E-41C3-A872-EBE5AE5F6DA3}" destId="{CC51331A-B2B4-46AC-8CC9-A721403CD085}" srcOrd="3" destOrd="0" parTransId="{A9B3BE62-A2F2-41A2-802F-059657880846}" sibTransId="{7442E723-6C57-41E9-9DF7-FCB08286DE35}"/>
    <dgm:cxn modelId="{189D7694-8B66-4CA5-9090-FB096683CFEE}" srcId="{9A935F43-1A8E-41C3-A872-EBE5AE5F6DA3}" destId="{C8309DD6-B96F-4266-B049-704FB4C81ACD}" srcOrd="5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8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EBD87BAF-1299-483A-A1CD-11E2D9B52016}" srcId="{CC51331A-B2B4-46AC-8CC9-A721403CD085}" destId="{169222F4-B8DA-4B6F-9507-120C5DA8C688}" srcOrd="0" destOrd="0" parTransId="{BA38F930-8F79-45C5-8C30-524642043038}" sibTransId="{4D42897F-5C76-4E35-94F1-A0E34C11D206}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050822BA-0C7E-4777-B5E6-54AD2CB5509D}" srcId="{9A935F43-1A8E-41C3-A872-EBE5AE5F6DA3}" destId="{2CB18C21-666E-4370-B62A-EDE85F39AC0B}" srcOrd="4" destOrd="0" parTransId="{7CC660C1-E118-45DF-BA73-388F38335B99}" sibTransId="{52D9F567-2EBF-44DE-8F71-4A0CBB0090EC}"/>
    <dgm:cxn modelId="{646CBFD5-3C7D-4E09-88C4-69ABD15CFB58}" type="presOf" srcId="{0A97C7EE-9C90-452F-AFA4-357203E41EA0}" destId="{EEB1F71B-C36D-495B-81C0-9546D425EC51}" srcOrd="0" destOrd="5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5C312EE3-408D-4243-A9C2-B147BFAC08CB}" srcId="{CC51331A-B2B4-46AC-8CC9-A721403CD085}" destId="{0A97C7EE-9C90-452F-AFA4-357203E41EA0}" srcOrd="1" destOrd="0" parTransId="{D9AD6FAC-8E54-47A7-B1EB-AFED7137AC1A}" sibTransId="{EC051E9D-44B3-42AE-B930-85CB96106A46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Token = unidad mínima que procesa el modelo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NO son palabras </a:t>
          </a:r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B6E10665-2E34-4D2B-9468-203FA9121A7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2000"/>
            <a:t>Pueden ser partes de palabras </a:t>
          </a:r>
        </a:p>
      </dgm:t>
    </dgm:pt>
    <dgm:pt modelId="{27AC4A41-17E9-4580-973D-B0A988AAFBEB}" type="parTrans" cxnId="{71DE99AC-8D13-4A20-888A-4C4ED4EDFF5C}">
      <dgm:prSet/>
      <dgm:spPr/>
      <dgm:t>
        <a:bodyPr/>
        <a:lstStyle/>
        <a:p>
          <a:endParaRPr lang="es-AR"/>
        </a:p>
      </dgm:t>
    </dgm:pt>
    <dgm:pt modelId="{52AE9541-E952-4EEC-BC02-7A6A77E6AA2B}" type="sibTrans" cxnId="{71DE99AC-8D13-4A20-888A-4C4ED4EDFF5C}">
      <dgm:prSet/>
      <dgm:spPr/>
      <dgm:t>
        <a:bodyPr/>
        <a:lstStyle/>
        <a:p>
          <a:endParaRPr lang="es-AR"/>
        </a:p>
      </dgm:t>
    </dgm:pt>
    <dgm:pt modelId="{8DD1F610-66F8-4D30-9343-6533400297B1}">
      <dgm:prSet custT="1"/>
      <dgm:spPr/>
      <dgm:t>
        <a:bodyPr/>
        <a:lstStyle/>
        <a:p>
          <a:pPr>
            <a:buNone/>
          </a:pPr>
          <a:r>
            <a:rPr lang="es-MX" sz="2000" err="1"/>
            <a:t>Ej</a:t>
          </a:r>
          <a:r>
            <a:rPr lang="es-MX" sz="2000"/>
            <a:t>:</a:t>
          </a:r>
          <a:br>
            <a:rPr lang="es-MX" sz="2000"/>
          </a:br>
          <a:r>
            <a:rPr lang="es-MX" sz="2000"/>
            <a:t>“generación” → puede ser varios tokens</a:t>
          </a:r>
        </a:p>
      </dgm:t>
    </dgm:pt>
    <dgm:pt modelId="{CC2B282E-E2CD-461D-A82B-24717F08E699}" type="parTrans" cxnId="{C07EA5F8-A2D6-4FA8-B279-1C7C2413208B}">
      <dgm:prSet/>
      <dgm:spPr/>
      <dgm:t>
        <a:bodyPr/>
        <a:lstStyle/>
        <a:p>
          <a:endParaRPr lang="es-AR"/>
        </a:p>
      </dgm:t>
    </dgm:pt>
    <dgm:pt modelId="{F2287B36-2F93-4743-B2F1-8820FCEF9EAA}" type="sibTrans" cxnId="{C07EA5F8-A2D6-4FA8-B279-1C7C2413208B}">
      <dgm:prSet/>
      <dgm:spPr/>
      <dgm:t>
        <a:bodyPr/>
        <a:lstStyle/>
        <a:p>
          <a:endParaRPr lang="es-AR"/>
        </a:p>
      </dgm:t>
    </dgm:pt>
    <dgm:pt modelId="{728CBC6E-1329-4E6D-8D5A-D3517B5F91E8}">
      <dgm:prSet custT="1"/>
      <dgm:spPr/>
      <dgm:t>
        <a:bodyPr/>
        <a:lstStyle/>
        <a:p>
          <a:pPr>
            <a:buNone/>
          </a:pPr>
          <a:r>
            <a:rPr lang="es-MX" sz="2000"/>
            <a:t>💡 Todo se mide en tokens (costo + límite)</a:t>
          </a:r>
        </a:p>
      </dgm:t>
    </dgm:pt>
    <dgm:pt modelId="{BA5DDC1A-1E0D-4E68-A868-A5140025AB55}" type="parTrans" cxnId="{10C6E3EC-F19C-4589-B5BC-2EBCA2141AA2}">
      <dgm:prSet/>
      <dgm:spPr/>
      <dgm:t>
        <a:bodyPr/>
        <a:lstStyle/>
        <a:p>
          <a:endParaRPr lang="es-AR"/>
        </a:p>
      </dgm:t>
    </dgm:pt>
    <dgm:pt modelId="{52CE835A-F371-4547-B014-15D22AE3EBAF}" type="sibTrans" cxnId="{10C6E3EC-F19C-4589-B5BC-2EBCA2141AA2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2" destOrd="0" parTransId="{3E479EE4-D8EB-4818-A551-99FD289CB449}" sibTransId="{1C68800B-EC8F-41ED-8897-4A6AB8B249AA}"/>
    <dgm:cxn modelId="{54953F5F-A4D7-4EC3-91EB-AD4F571F74D0}" type="presOf" srcId="{B6E10665-2E34-4D2B-9468-203FA9121A73}" destId="{EEB1F71B-C36D-495B-81C0-9546D425EC51}" srcOrd="0" destOrd="3" presId="urn:microsoft.com/office/officeart/2005/8/layout/vList2"/>
    <dgm:cxn modelId="{7063AE8F-3152-4E73-99C3-8577FD9996CD}" type="presOf" srcId="{8DD1F610-66F8-4D30-9343-6533400297B1}" destId="{EEB1F71B-C36D-495B-81C0-9546D425EC51}" srcOrd="0" destOrd="4" presId="urn:microsoft.com/office/officeart/2005/8/layout/vList2"/>
    <dgm:cxn modelId="{A214FC90-0FA7-487A-9F3F-513960A0B1D7}" type="presOf" srcId="{728CBC6E-1329-4E6D-8D5A-D3517B5F91E8}" destId="{EEB1F71B-C36D-495B-81C0-9546D425EC51}" srcOrd="0" destOrd="5" presId="urn:microsoft.com/office/officeart/2005/8/layout/vList2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71DE99AC-8D13-4A20-888A-4C4ED4EDFF5C}" srcId="{9A935F43-1A8E-41C3-A872-EBE5AE5F6DA3}" destId="{B6E10665-2E34-4D2B-9468-203FA9121A73}" srcOrd="3" destOrd="0" parTransId="{27AC4A41-17E9-4580-973D-B0A988AAFBEB}" sibTransId="{52AE9541-E952-4EEC-BC02-7A6A77E6AA2B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10C6E3EC-F19C-4589-B5BC-2EBCA2141AA2}" srcId="{9A935F43-1A8E-41C3-A872-EBE5AE5F6DA3}" destId="{728CBC6E-1329-4E6D-8D5A-D3517B5F91E8}" srcOrd="5" destOrd="0" parTransId="{BA5DDC1A-1E0D-4E68-A868-A5140025AB55}" sibTransId="{52CE835A-F371-4547-B014-15D22AE3EBAF}"/>
    <dgm:cxn modelId="{C07EA5F8-A2D6-4FA8-B279-1C7C2413208B}" srcId="{9A935F43-1A8E-41C3-A872-EBE5AE5F6DA3}" destId="{8DD1F610-66F8-4D30-9343-6533400297B1}" srcOrd="4" destOrd="0" parTransId="{CC2B282E-E2CD-461D-A82B-24717F08E699}" sibTransId="{F2287B36-2F93-4743-B2F1-8820FCEF9EAA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err="1"/>
            <a:t>Embedding</a:t>
          </a:r>
          <a:r>
            <a:rPr lang="es-MX" sz="2400" b="1"/>
            <a:t> = representación numérica del significado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18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1800"/>
            <a:t>Convierte texto → vector (números) </a:t>
          </a:r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DEDD2D42-A605-4E8F-A06B-792B6432638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Permite comparar significado </a:t>
          </a:r>
        </a:p>
      </dgm:t>
    </dgm:pt>
    <dgm:pt modelId="{E88E8134-293A-43DF-AC00-003926DA5E6A}" type="parTrans" cxnId="{5FA8812C-9CC7-4DBB-9B13-957348600CB9}">
      <dgm:prSet/>
      <dgm:spPr/>
      <dgm:t>
        <a:bodyPr/>
        <a:lstStyle/>
        <a:p>
          <a:endParaRPr lang="es-AR"/>
        </a:p>
      </dgm:t>
    </dgm:pt>
    <dgm:pt modelId="{CC432BFC-3BE1-4D5B-8EB6-4C1539D52002}" type="sibTrans" cxnId="{5FA8812C-9CC7-4DBB-9B13-957348600CB9}">
      <dgm:prSet/>
      <dgm:spPr/>
      <dgm:t>
        <a:bodyPr/>
        <a:lstStyle/>
        <a:p>
          <a:endParaRPr lang="es-AR"/>
        </a:p>
      </dgm:t>
    </dgm:pt>
    <dgm:pt modelId="{7772A2AC-6D38-46BD-9A1E-E75D814AE525}">
      <dgm:prSet custT="1"/>
      <dgm:spPr/>
      <dgm:t>
        <a:bodyPr/>
        <a:lstStyle/>
        <a:p>
          <a:pPr>
            <a:buNone/>
          </a:pPr>
          <a:r>
            <a:rPr lang="es-MX" sz="1800"/>
            <a:t>💡 Dos frases distintas pueden significar lo mismo → quedan cerca</a:t>
          </a:r>
        </a:p>
      </dgm:t>
    </dgm:pt>
    <dgm:pt modelId="{935C128C-EFCD-4068-9B82-B539E0503744}" type="parTrans" cxnId="{20C3223E-FDEE-47B3-8992-975518C15F28}">
      <dgm:prSet/>
      <dgm:spPr/>
      <dgm:t>
        <a:bodyPr/>
        <a:lstStyle/>
        <a:p>
          <a:endParaRPr lang="es-AR"/>
        </a:p>
      </dgm:t>
    </dgm:pt>
    <dgm:pt modelId="{96233B29-206F-47AF-9CF7-949918AAED84}" type="sibTrans" cxnId="{20C3223E-FDEE-47B3-8992-975518C15F28}">
      <dgm:prSet/>
      <dgm:spPr/>
      <dgm:t>
        <a:bodyPr/>
        <a:lstStyle/>
        <a:p>
          <a:endParaRPr lang="es-AR"/>
        </a:p>
      </dgm:t>
    </dgm:pt>
    <dgm:pt modelId="{34A92074-DB1E-4EB3-8BF6-C1E90269F3CE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1800"/>
        </a:p>
      </dgm:t>
    </dgm:pt>
    <dgm:pt modelId="{3CC43483-4BC3-4DCD-8CD3-124833E78D24}" type="parTrans" cxnId="{E678F3D0-5A89-4068-B705-7D780BAA42F3}">
      <dgm:prSet/>
      <dgm:spPr/>
      <dgm:t>
        <a:bodyPr/>
        <a:lstStyle/>
        <a:p>
          <a:endParaRPr lang="es-AR"/>
        </a:p>
      </dgm:t>
    </dgm:pt>
    <dgm:pt modelId="{FD6CAB6F-4DBB-4BDD-9ADD-DF1971525B21}" type="sibTrans" cxnId="{E678F3D0-5A89-4068-B705-7D780BAA42F3}">
      <dgm:prSet/>
      <dgm:spPr/>
      <dgm:t>
        <a:bodyPr/>
        <a:lstStyle/>
        <a:p>
          <a:endParaRPr lang="es-AR"/>
        </a:p>
      </dgm:t>
    </dgm:pt>
    <dgm:pt modelId="{C400B705-47F9-4EE4-8F58-1FFF8390494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AR" sz="1800"/>
        </a:p>
      </dgm:t>
    </dgm:pt>
    <dgm:pt modelId="{2A4BE2B1-A4B7-4089-814C-02AB9CFBA5D4}" type="parTrans" cxnId="{F211678A-5BE7-4730-87C0-65370AD7A06C}">
      <dgm:prSet/>
      <dgm:spPr/>
      <dgm:t>
        <a:bodyPr/>
        <a:lstStyle/>
        <a:p>
          <a:endParaRPr lang="es-AR"/>
        </a:p>
      </dgm:t>
    </dgm:pt>
    <dgm:pt modelId="{D0B44103-4C84-4303-BD50-90824C015A3C}" type="sibTrans" cxnId="{F211678A-5BE7-4730-87C0-65370AD7A06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7" destOrd="0" parTransId="{3E479EE4-D8EB-4818-A551-99FD289CB449}" sibTransId="{1C68800B-EC8F-41ED-8897-4A6AB8B249AA}"/>
    <dgm:cxn modelId="{5FA8812C-9CC7-4DBB-9B13-957348600CB9}" srcId="{9A935F43-1A8E-41C3-A872-EBE5AE5F6DA3}" destId="{DEDD2D42-A605-4E8F-A06B-792B6432638A}" srcOrd="4" destOrd="0" parTransId="{E88E8134-293A-43DF-AC00-003926DA5E6A}" sibTransId="{CC432BFC-3BE1-4D5B-8EB6-4C1539D52002}"/>
    <dgm:cxn modelId="{C3E39834-8607-413D-830D-97986E9B3FA0}" type="presOf" srcId="{C400B705-47F9-4EE4-8F58-1FFF83904949}" destId="{EEB1F71B-C36D-495B-81C0-9546D425EC51}" srcOrd="0" destOrd="5" presId="urn:microsoft.com/office/officeart/2005/8/layout/vList2"/>
    <dgm:cxn modelId="{20C3223E-FDEE-47B3-8992-975518C15F28}" srcId="{9A935F43-1A8E-41C3-A872-EBE5AE5F6DA3}" destId="{7772A2AC-6D38-46BD-9A1E-E75D814AE525}" srcOrd="6" destOrd="0" parTransId="{935C128C-EFCD-4068-9B82-B539E0503744}" sibTransId="{96233B29-206F-47AF-9CF7-949918AAED84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F211678A-5BE7-4730-87C0-65370AD7A06C}" srcId="{9A935F43-1A8E-41C3-A872-EBE5AE5F6DA3}" destId="{C400B705-47F9-4EE4-8F58-1FFF83904949}" srcOrd="5" destOrd="0" parTransId="{2A4BE2B1-A4B7-4089-814C-02AB9CFBA5D4}" sibTransId="{D0B44103-4C84-4303-BD50-90824C015A3C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1518DCA3-EA0F-44B9-A0C2-FC040F69BDCD}" type="presOf" srcId="{34A92074-DB1E-4EB3-8BF6-C1E90269F3CE}" destId="{EEB1F71B-C36D-495B-81C0-9546D425EC51}" srcOrd="0" destOrd="3" presId="urn:microsoft.com/office/officeart/2005/8/layout/vList2"/>
    <dgm:cxn modelId="{656711A6-76ED-48C2-8A91-AFC44AEFE379}" type="presOf" srcId="{7772A2AC-6D38-46BD-9A1E-E75D814AE525}" destId="{EEB1F71B-C36D-495B-81C0-9546D425EC51}" srcOrd="0" destOrd="6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7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4A6177C7-4920-4EB3-9252-4F5563222A08}" type="presOf" srcId="{DEDD2D42-A605-4E8F-A06B-792B6432638A}" destId="{EEB1F71B-C36D-495B-81C0-9546D425EC51}" srcOrd="0" destOrd="4" presId="urn:microsoft.com/office/officeart/2005/8/layout/vList2"/>
    <dgm:cxn modelId="{E678F3D0-5A89-4068-B705-7D780BAA42F3}" srcId="{9A935F43-1A8E-41C3-A872-EBE5AE5F6DA3}" destId="{34A92074-DB1E-4EB3-8BF6-C1E90269F3CE}" srcOrd="3" destOrd="0" parTransId="{3CC43483-4BC3-4DCD-8CD3-124833E78D24}" sibTransId="{FD6CAB6F-4DBB-4BDD-9ADD-DF1971525B21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0" qsCatId="simple" csTypeId="urn:microsoft.com/office/officeart/2005/8/colors/accent1_2#10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CONTEXT WINDOW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err="1"/>
            <a:t>Context</a:t>
          </a:r>
          <a:r>
            <a:rPr lang="es-MX" sz="2000"/>
            <a:t> </a:t>
          </a:r>
          <a:r>
            <a:rPr lang="es-MX" sz="2000" err="1"/>
            <a:t>Window</a:t>
          </a:r>
          <a:r>
            <a:rPr lang="es-MX" sz="2000"/>
            <a:t> = memoria del modelo
Cantidad de tokens que puede “ver”
Incluye input + output
💡 Si te </a:t>
          </a:r>
          <a:r>
            <a:rPr lang="es-MX" sz="2000" err="1"/>
            <a:t>pasás</a:t>
          </a:r>
          <a:r>
            <a:rPr lang="es-MX" sz="2000"/>
            <a:t> → pierde </a:t>
          </a:r>
          <a:r>
            <a:rPr lang="es-MX" sz="2000" err="1"/>
            <a:t>info</a:t>
          </a:r>
          <a:r>
            <a:rPr lang="es-MX" sz="2000"/>
            <a:t>
👉 Problema real: datos largos</a:t>
          </a:r>
          <a:endParaRPr lang="es-AR" sz="20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EL GRAN ERROR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FD780975-6B19-4F8B-A430-9F94582EC7FA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/>
            <a:t>Error común:
“Con un buen </a:t>
          </a:r>
          <a:r>
            <a:rPr lang="es-MX" sz="2000" err="1"/>
            <a:t>prompt</a:t>
          </a:r>
          <a:r>
            <a:rPr lang="es-MX" sz="2000"/>
            <a:t> alcanza”
✔️ Realidad:
</a:t>
          </a:r>
          <a:r>
            <a:rPr lang="es-MX" sz="2000" err="1"/>
            <a:t>Prompt</a:t>
          </a:r>
          <a:r>
            <a:rPr lang="es-MX" sz="2000"/>
            <a:t> = parte del sistema
Sistema = mucho más
💡 Acá empieza lo profesional</a:t>
          </a:r>
          <a:endParaRPr lang="es-AR" sz="2000"/>
        </a:p>
      </dgm:t>
    </dgm:pt>
    <dgm:pt modelId="{6EBA5E3C-ED3C-44F0-8142-E4CCDA942F6F}" type="parTrans" cxnId="{EBD50FDA-9D70-4888-A904-E6BB7930BF62}">
      <dgm:prSet/>
      <dgm:spPr/>
      <dgm:t>
        <a:bodyPr/>
        <a:lstStyle/>
        <a:p>
          <a:endParaRPr lang="es-AR"/>
        </a:p>
      </dgm:t>
    </dgm:pt>
    <dgm:pt modelId="{B05C55FD-E98C-4120-85E0-08B8A3986CC9}" type="sibTrans" cxnId="{EBD50FDA-9D70-4888-A904-E6BB7930BF62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497BC386-B95D-464D-BF0E-525A86873375}" type="presOf" srcId="{FD780975-6B19-4F8B-A430-9F94582EC7FA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BD50FDA-9D70-4888-A904-E6BB7930BF62}" srcId="{9A935F43-1A8E-41C3-A872-EBE5AE5F6DA3}" destId="{FD780975-6B19-4F8B-A430-9F94582EC7FA}" srcOrd="1" destOrd="0" parTransId="{6EBA5E3C-ED3C-44F0-8142-E4CCDA942F6F}" sibTransId="{B05C55FD-E98C-4120-85E0-08B8A3986CC9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2" qsCatId="simple" csTypeId="urn:microsoft.com/office/officeart/2005/8/colors/accent1_2#1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SYSTEM DESIGN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18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1800" b="1" err="1"/>
            <a:t>System</a:t>
          </a:r>
          <a:r>
            <a:rPr lang="es-MX" sz="1800" b="1"/>
            <a:t> </a:t>
          </a:r>
          <a:r>
            <a:rPr lang="es-MX" sz="1800" b="1" err="1"/>
            <a:t>Design</a:t>
          </a:r>
          <a:r>
            <a:rPr lang="es-MX" sz="1800" b="1"/>
            <a:t> (Diseño de sistemas)</a:t>
          </a:r>
          <a:endParaRPr lang="es-AR" sz="1800"/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F23A7947-C4EB-440F-8515-E59C8312EB85}">
      <dgm:prSet custT="1"/>
      <dgm:spPr/>
      <dgm:t>
        <a:bodyPr/>
        <a:lstStyle/>
        <a:p>
          <a:pPr>
            <a:buNone/>
          </a:pPr>
          <a:r>
            <a:rPr lang="es-AR" sz="1800"/>
            <a:t>Incluye:</a:t>
          </a:r>
        </a:p>
      </dgm:t>
    </dgm:pt>
    <dgm:pt modelId="{6A3DEB60-42F9-474C-B647-812F69352E96}" type="parTrans" cxnId="{28EC859F-DBFD-4635-964B-0CB5E286ACDA}">
      <dgm:prSet/>
      <dgm:spPr/>
      <dgm:t>
        <a:bodyPr/>
        <a:lstStyle/>
        <a:p>
          <a:endParaRPr lang="es-AR"/>
        </a:p>
      </dgm:t>
    </dgm:pt>
    <dgm:pt modelId="{5D13E3E8-4321-4935-8B99-A9C03D39D717}" type="sibTrans" cxnId="{28EC859F-DBFD-4635-964B-0CB5E286ACDA}">
      <dgm:prSet/>
      <dgm:spPr/>
      <dgm:t>
        <a:bodyPr/>
        <a:lstStyle/>
        <a:p>
          <a:endParaRPr lang="es-AR"/>
        </a:p>
      </dgm:t>
    </dgm:pt>
    <dgm:pt modelId="{74E507DD-4142-4D90-BBD2-47CF61C84FC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datos (RAG) </a:t>
          </a:r>
        </a:p>
      </dgm:t>
    </dgm:pt>
    <dgm:pt modelId="{A50A3D8E-4033-4850-AF6D-09FDD32819DD}" type="parTrans" cxnId="{FFF5BA3F-CFEA-422D-9CD8-CEC5E7F230DC}">
      <dgm:prSet/>
      <dgm:spPr/>
      <dgm:t>
        <a:bodyPr/>
        <a:lstStyle/>
        <a:p>
          <a:endParaRPr lang="es-AR"/>
        </a:p>
      </dgm:t>
    </dgm:pt>
    <dgm:pt modelId="{5F1526AA-6957-44F9-A3DC-C6507AAD3E35}" type="sibTrans" cxnId="{FFF5BA3F-CFEA-422D-9CD8-CEC5E7F230DC}">
      <dgm:prSet/>
      <dgm:spPr/>
      <dgm:t>
        <a:bodyPr/>
        <a:lstStyle/>
        <a:p>
          <a:endParaRPr lang="es-AR"/>
        </a:p>
      </dgm:t>
    </dgm:pt>
    <dgm:pt modelId="{23BB0713-C044-4894-BE4F-BFA24B7F48C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herramientas </a:t>
          </a:r>
        </a:p>
      </dgm:t>
    </dgm:pt>
    <dgm:pt modelId="{302E356A-4FE0-4B13-9AC1-2B14F53C52F0}" type="parTrans" cxnId="{E779BBE5-A393-4560-A94F-71B7BFE8238D}">
      <dgm:prSet/>
      <dgm:spPr/>
      <dgm:t>
        <a:bodyPr/>
        <a:lstStyle/>
        <a:p>
          <a:endParaRPr lang="es-AR"/>
        </a:p>
      </dgm:t>
    </dgm:pt>
    <dgm:pt modelId="{1221FD48-F3A4-4CDB-8089-CA8DA7C49756}" type="sibTrans" cxnId="{E779BBE5-A393-4560-A94F-71B7BFE8238D}">
      <dgm:prSet/>
      <dgm:spPr/>
      <dgm:t>
        <a:bodyPr/>
        <a:lstStyle/>
        <a:p>
          <a:endParaRPr lang="es-AR"/>
        </a:p>
      </dgm:t>
    </dgm:pt>
    <dgm:pt modelId="{378B302A-43C8-4AB0-9A64-6A750D91162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reglas </a:t>
          </a:r>
        </a:p>
      </dgm:t>
    </dgm:pt>
    <dgm:pt modelId="{4DBF82DD-B1D6-45C1-9132-E344F476E968}" type="parTrans" cxnId="{27C5A075-BAFB-46B1-8C0A-3F0DC2D34D05}">
      <dgm:prSet/>
      <dgm:spPr/>
      <dgm:t>
        <a:bodyPr/>
        <a:lstStyle/>
        <a:p>
          <a:endParaRPr lang="es-AR"/>
        </a:p>
      </dgm:t>
    </dgm:pt>
    <dgm:pt modelId="{399E83C6-DC8A-4C70-92FA-DFD946A906A5}" type="sibTrans" cxnId="{27C5A075-BAFB-46B1-8C0A-3F0DC2D34D05}">
      <dgm:prSet/>
      <dgm:spPr/>
      <dgm:t>
        <a:bodyPr/>
        <a:lstStyle/>
        <a:p>
          <a:endParaRPr lang="es-AR"/>
        </a:p>
      </dgm:t>
    </dgm:pt>
    <dgm:pt modelId="{D2B9F4DC-087F-4CB5-AE64-E10AF6E2EC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evaluación </a:t>
          </a:r>
        </a:p>
      </dgm:t>
    </dgm:pt>
    <dgm:pt modelId="{762F72EE-3268-4D33-86C3-BD57E4F640F7}" type="parTrans" cxnId="{6FBFEDA1-F6C9-44A9-8269-7B544CF5FBB2}">
      <dgm:prSet/>
      <dgm:spPr/>
      <dgm:t>
        <a:bodyPr/>
        <a:lstStyle/>
        <a:p>
          <a:endParaRPr lang="es-AR"/>
        </a:p>
      </dgm:t>
    </dgm:pt>
    <dgm:pt modelId="{C551D9C2-8F34-441A-8676-C4EF90B7DC7A}" type="sibTrans" cxnId="{6FBFEDA1-F6C9-44A9-8269-7B544CF5FBB2}">
      <dgm:prSet/>
      <dgm:spPr/>
      <dgm:t>
        <a:bodyPr/>
        <a:lstStyle/>
        <a:p>
          <a:endParaRPr lang="es-AR"/>
        </a:p>
      </dgm:t>
    </dgm:pt>
    <dgm:pt modelId="{68743E0C-7DCA-4B4F-8D97-2451EF6944C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riesgos </a:t>
          </a:r>
        </a:p>
      </dgm:t>
    </dgm:pt>
    <dgm:pt modelId="{01C45D5B-C1ED-4922-B0F7-92EB107C0514}" type="parTrans" cxnId="{6560653B-B53E-4AC2-AA38-381F16FD14FE}">
      <dgm:prSet/>
      <dgm:spPr/>
      <dgm:t>
        <a:bodyPr/>
        <a:lstStyle/>
        <a:p>
          <a:endParaRPr lang="es-AR"/>
        </a:p>
      </dgm:t>
    </dgm:pt>
    <dgm:pt modelId="{ACC8D965-A04E-47EC-ABE3-F1F294E44B84}" type="sibTrans" cxnId="{6560653B-B53E-4AC2-AA38-381F16FD14FE}">
      <dgm:prSet/>
      <dgm:spPr/>
      <dgm:t>
        <a:bodyPr/>
        <a:lstStyle/>
        <a:p>
          <a:endParaRPr lang="es-AR"/>
        </a:p>
      </dgm:t>
    </dgm:pt>
    <dgm:pt modelId="{7AA781BB-BA0B-4F7C-A811-8D6D2977533D}">
      <dgm:prSet custT="1"/>
      <dgm:spPr/>
      <dgm:t>
        <a:bodyPr/>
        <a:lstStyle/>
        <a:p>
          <a:pPr>
            <a:buNone/>
          </a:pPr>
          <a:r>
            <a:rPr lang="es-MX" sz="1800"/>
            <a:t>💡 Es lo que diferencia un juguete de un producto</a:t>
          </a:r>
        </a:p>
      </dgm:t>
    </dgm:pt>
    <dgm:pt modelId="{8CF9F550-C9B3-4F30-85E5-FF7429B15101}" type="parTrans" cxnId="{49C35B5A-2E97-43B5-AF27-6C393C5A0CAB}">
      <dgm:prSet/>
      <dgm:spPr/>
      <dgm:t>
        <a:bodyPr/>
        <a:lstStyle/>
        <a:p>
          <a:endParaRPr lang="es-AR"/>
        </a:p>
      </dgm:t>
    </dgm:pt>
    <dgm:pt modelId="{4DDD19A5-EE74-4CDB-B450-4658795C56F8}" type="sibTrans" cxnId="{49C35B5A-2E97-43B5-AF27-6C393C5A0CAB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E64BC226-78AB-41B1-89C0-22D4C29D576F}" type="presOf" srcId="{74E507DD-4142-4D90-BBD2-47CF61C84FC6}" destId="{EEB1F71B-C36D-495B-81C0-9546D425EC51}" srcOrd="0" destOrd="4" presId="urn:microsoft.com/office/officeart/2005/8/layout/vList2"/>
    <dgm:cxn modelId="{709F7428-E81A-4528-AB65-15C5BABA9917}" srcId="{9A935F43-1A8E-41C3-A872-EBE5AE5F6DA3}" destId="{8EA39049-ADFC-4D7E-A7F5-F845FEB19180}" srcOrd="10" destOrd="0" parTransId="{3E479EE4-D8EB-4818-A551-99FD289CB449}" sibTransId="{1C68800B-EC8F-41ED-8897-4A6AB8B249AA}"/>
    <dgm:cxn modelId="{34F87C38-F978-459D-8357-913134CF7DAC}" type="presOf" srcId="{68743E0C-7DCA-4B4F-8D97-2451EF6944CD}" destId="{EEB1F71B-C36D-495B-81C0-9546D425EC51}" srcOrd="0" destOrd="8" presId="urn:microsoft.com/office/officeart/2005/8/layout/vList2"/>
    <dgm:cxn modelId="{6560653B-B53E-4AC2-AA38-381F16FD14FE}" srcId="{9A935F43-1A8E-41C3-A872-EBE5AE5F6DA3}" destId="{68743E0C-7DCA-4B4F-8D97-2451EF6944CD}" srcOrd="8" destOrd="0" parTransId="{01C45D5B-C1ED-4922-B0F7-92EB107C0514}" sibTransId="{ACC8D965-A04E-47EC-ABE3-F1F294E44B84}"/>
    <dgm:cxn modelId="{FFF5BA3F-CFEA-422D-9CD8-CEC5E7F230DC}" srcId="{9A935F43-1A8E-41C3-A872-EBE5AE5F6DA3}" destId="{74E507DD-4142-4D90-BBD2-47CF61C84FC6}" srcOrd="4" destOrd="0" parTransId="{A50A3D8E-4033-4850-AF6D-09FDD32819DD}" sibTransId="{5F1526AA-6957-44F9-A3DC-C6507AAD3E35}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62915F66-2CBA-4F93-83D8-50025C3F8DAE}" type="presOf" srcId="{D2B9F4DC-087F-4CB5-AE64-E10AF6E2ECFC}" destId="{EEB1F71B-C36D-495B-81C0-9546D425EC51}" srcOrd="0" destOrd="7" presId="urn:microsoft.com/office/officeart/2005/8/layout/vList2"/>
    <dgm:cxn modelId="{866ECF6C-BA62-4058-AA53-482EF8F8ADFD}" type="presOf" srcId="{7AA781BB-BA0B-4F7C-A811-8D6D2977533D}" destId="{EEB1F71B-C36D-495B-81C0-9546D425EC51}" srcOrd="0" destOrd="9" presId="urn:microsoft.com/office/officeart/2005/8/layout/vList2"/>
    <dgm:cxn modelId="{27C5A075-BAFB-46B1-8C0A-3F0DC2D34D05}" srcId="{9A935F43-1A8E-41C3-A872-EBE5AE5F6DA3}" destId="{378B302A-43C8-4AB0-9A64-6A750D911628}" srcOrd="6" destOrd="0" parTransId="{4DBF82DD-B1D6-45C1-9132-E344F476E968}" sibTransId="{399E83C6-DC8A-4C70-92FA-DFD946A906A5}"/>
    <dgm:cxn modelId="{49C35B5A-2E97-43B5-AF27-6C393C5A0CAB}" srcId="{9A935F43-1A8E-41C3-A872-EBE5AE5F6DA3}" destId="{7AA781BB-BA0B-4F7C-A811-8D6D2977533D}" srcOrd="9" destOrd="0" parTransId="{8CF9F550-C9B3-4F30-85E5-FF7429B15101}" sibTransId="{4DDD19A5-EE74-4CDB-B450-4658795C56F8}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28EC859F-DBFD-4635-964B-0CB5E286ACDA}" srcId="{9A935F43-1A8E-41C3-A872-EBE5AE5F6DA3}" destId="{F23A7947-C4EB-440F-8515-E59C8312EB85}" srcOrd="3" destOrd="0" parTransId="{6A3DEB60-42F9-474C-B647-812F69352E96}" sibTransId="{5D13E3E8-4321-4935-8B99-A9C03D39D717}"/>
    <dgm:cxn modelId="{6FBFEDA1-F6C9-44A9-8269-7B544CF5FBB2}" srcId="{9A935F43-1A8E-41C3-A872-EBE5AE5F6DA3}" destId="{D2B9F4DC-087F-4CB5-AE64-E10AF6E2ECFC}" srcOrd="7" destOrd="0" parTransId="{762F72EE-3268-4D33-86C3-BD57E4F640F7}" sibTransId="{C551D9C2-8F34-441A-8676-C4EF90B7DC7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06F8AABD-BB98-470B-9713-087B59E53451}" type="presOf" srcId="{F23A7947-C4EB-440F-8515-E59C8312EB85}" destId="{EEB1F71B-C36D-495B-81C0-9546D425EC51}" srcOrd="0" destOrd="3" presId="urn:microsoft.com/office/officeart/2005/8/layout/vList2"/>
    <dgm:cxn modelId="{F143C7CF-4C33-426B-9532-34596536698A}" type="presOf" srcId="{23BB0713-C044-4894-BE4F-BFA24B7F48CA}" destId="{EEB1F71B-C36D-495B-81C0-9546D425EC51}" srcOrd="0" destOrd="5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E779BBE5-A393-4560-A94F-71B7BFE8238D}" srcId="{9A935F43-1A8E-41C3-A872-EBE5AE5F6DA3}" destId="{23BB0713-C044-4894-BE4F-BFA24B7F48CA}" srcOrd="5" destOrd="0" parTransId="{302E356A-4FE0-4B13-9AC1-2B14F53C52F0}" sibTransId="{1221FD48-F3A4-4CDB-8089-CA8DA7C49756}"/>
    <dgm:cxn modelId="{3C249AF4-8A86-47FD-BC50-2DDABFA74F51}" type="presOf" srcId="{378B302A-43C8-4AB0-9A64-6A750D911628}" destId="{EEB1F71B-C36D-495B-81C0-9546D425EC51}" srcOrd="0" destOrd="6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3" qsCatId="simple" csTypeId="urn:microsoft.com/office/officeart/2005/8/colors/accent1_2#13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RAG = </a:t>
          </a:r>
          <a:r>
            <a:rPr lang="es-AR" sz="2400" b="1" err="1"/>
            <a:t>Retrieval</a:t>
          </a:r>
          <a:r>
            <a:rPr lang="es-AR" sz="2400" b="1"/>
            <a:t> </a:t>
          </a:r>
          <a:r>
            <a:rPr lang="es-AR" sz="2400" b="1" err="1"/>
            <a:t>Augmented</a:t>
          </a:r>
          <a:r>
            <a:rPr lang="es-AR" sz="2400" b="1"/>
            <a:t> </a:t>
          </a:r>
          <a:r>
            <a:rPr lang="es-AR" sz="2400" b="1" err="1"/>
            <a:t>Generation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CB5C825C-B193-47CC-B6AE-A3D8F979DFF8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1800"/>
            <a:t>(Generación aumentada con recuperación)</a:t>
          </a:r>
        </a:p>
      </dgm:t>
    </dgm:pt>
    <dgm:pt modelId="{0C064DB7-BF14-4A4F-B73C-DF56A8251D0D}" type="parTrans" cxnId="{589D0C88-AFE8-4009-8346-4B2292253904}">
      <dgm:prSet/>
      <dgm:spPr/>
      <dgm:t>
        <a:bodyPr/>
        <a:lstStyle/>
        <a:p>
          <a:endParaRPr lang="es-AR"/>
        </a:p>
      </dgm:t>
    </dgm:pt>
    <dgm:pt modelId="{C195C555-7D04-482E-BC7F-7DB67EC44C4D}" type="sibTrans" cxnId="{589D0C88-AFE8-4009-8346-4B2292253904}">
      <dgm:prSet/>
      <dgm:spPr/>
      <dgm:t>
        <a:bodyPr/>
        <a:lstStyle/>
        <a:p>
          <a:endParaRPr lang="es-AR"/>
        </a:p>
      </dgm:t>
    </dgm:pt>
    <dgm:pt modelId="{DEB432E1-E20B-49C3-B5ED-C5E57DE81482}">
      <dgm:prSet custT="1"/>
      <dgm:spPr/>
      <dgm:t>
        <a:bodyPr/>
        <a:lstStyle/>
        <a:p>
          <a:pPr>
            <a:buNone/>
          </a:pPr>
          <a:r>
            <a:rPr lang="es-AR" sz="1800"/>
            <a:t>Cómo funciona:</a:t>
          </a:r>
        </a:p>
      </dgm:t>
    </dgm:pt>
    <dgm:pt modelId="{5CBDDE81-3AE4-4597-BA0B-7A60D83198CE}" type="parTrans" cxnId="{80A95FF5-B122-463A-94F8-3E9A4D9D0621}">
      <dgm:prSet/>
      <dgm:spPr/>
      <dgm:t>
        <a:bodyPr/>
        <a:lstStyle/>
        <a:p>
          <a:endParaRPr lang="es-AR"/>
        </a:p>
      </dgm:t>
    </dgm:pt>
    <dgm:pt modelId="{5522D4B0-889C-4977-9181-31D80F9B6B84}" type="sibTrans" cxnId="{80A95FF5-B122-463A-94F8-3E9A4D9D0621}">
      <dgm:prSet/>
      <dgm:spPr/>
      <dgm:t>
        <a:bodyPr/>
        <a:lstStyle/>
        <a:p>
          <a:endParaRPr lang="es-AR"/>
        </a:p>
      </dgm:t>
    </dgm:pt>
    <dgm:pt modelId="{A68E1373-27C2-4DCC-858E-61C2C7C7DB3C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s-AR" sz="1800" err="1"/>
            <a:t>buscás</a:t>
          </a:r>
          <a:r>
            <a:rPr lang="es-AR" sz="1800"/>
            <a:t> </a:t>
          </a:r>
          <a:r>
            <a:rPr lang="es-AR" sz="1800" err="1"/>
            <a:t>info</a:t>
          </a:r>
          <a:r>
            <a:rPr lang="es-AR" sz="1800"/>
            <a:t> </a:t>
          </a:r>
        </a:p>
      </dgm:t>
    </dgm:pt>
    <dgm:pt modelId="{78918503-BD0A-4B71-A3BD-8B2463036258}" type="parTrans" cxnId="{9BC7939C-00FA-42FD-BFAA-D6E21F58D1C0}">
      <dgm:prSet/>
      <dgm:spPr/>
      <dgm:t>
        <a:bodyPr/>
        <a:lstStyle/>
        <a:p>
          <a:endParaRPr lang="es-AR"/>
        </a:p>
      </dgm:t>
    </dgm:pt>
    <dgm:pt modelId="{358DA832-2E75-464D-B7B9-C7961AE5654A}" type="sibTrans" cxnId="{9BC7939C-00FA-42FD-BFAA-D6E21F58D1C0}">
      <dgm:prSet/>
      <dgm:spPr/>
      <dgm:t>
        <a:bodyPr/>
        <a:lstStyle/>
        <a:p>
          <a:endParaRPr lang="es-AR"/>
        </a:p>
      </dgm:t>
    </dgm:pt>
    <dgm:pt modelId="{6C851D76-761D-46B8-8852-3425249441AF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s-AR" sz="1800"/>
            <a:t>la </a:t>
          </a:r>
          <a:r>
            <a:rPr lang="es-AR" sz="1800" err="1"/>
            <a:t>agregás</a:t>
          </a:r>
          <a:r>
            <a:rPr lang="es-AR" sz="1800"/>
            <a:t> al </a:t>
          </a:r>
          <a:r>
            <a:rPr lang="es-AR" sz="1800" err="1"/>
            <a:t>prompt</a:t>
          </a:r>
          <a:r>
            <a:rPr lang="es-AR" sz="1800"/>
            <a:t> </a:t>
          </a:r>
        </a:p>
      </dgm:t>
    </dgm:pt>
    <dgm:pt modelId="{BEBFE5F9-ABBA-47D2-97F8-D5DF6B61818E}" type="parTrans" cxnId="{3A1006FE-1A69-43B9-9EC3-5C81E29F2ADA}">
      <dgm:prSet/>
      <dgm:spPr/>
      <dgm:t>
        <a:bodyPr/>
        <a:lstStyle/>
        <a:p>
          <a:endParaRPr lang="es-AR"/>
        </a:p>
      </dgm:t>
    </dgm:pt>
    <dgm:pt modelId="{C8C1E1C6-6945-40C8-A063-047709E345F6}" type="sibTrans" cxnId="{3A1006FE-1A69-43B9-9EC3-5C81E29F2ADA}">
      <dgm:prSet/>
      <dgm:spPr/>
      <dgm:t>
        <a:bodyPr/>
        <a:lstStyle/>
        <a:p>
          <a:endParaRPr lang="es-AR"/>
        </a:p>
      </dgm:t>
    </dgm:pt>
    <dgm:pt modelId="{09BCCFAD-FCEA-4FA2-B427-A77D50D9D501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s-AR" sz="1800"/>
            <a:t>el modelo responde </a:t>
          </a:r>
        </a:p>
      </dgm:t>
    </dgm:pt>
    <dgm:pt modelId="{77FD4584-86C8-4182-96F0-8622873A70D2}" type="parTrans" cxnId="{EE788867-152C-4210-8FDC-AE7CC708DA01}">
      <dgm:prSet/>
      <dgm:spPr/>
      <dgm:t>
        <a:bodyPr/>
        <a:lstStyle/>
        <a:p>
          <a:endParaRPr lang="es-AR"/>
        </a:p>
      </dgm:t>
    </dgm:pt>
    <dgm:pt modelId="{DB544DA5-D545-4603-A58D-D06E0C613981}" type="sibTrans" cxnId="{EE788867-152C-4210-8FDC-AE7CC708DA01}">
      <dgm:prSet/>
      <dgm:spPr/>
      <dgm:t>
        <a:bodyPr/>
        <a:lstStyle/>
        <a:p>
          <a:endParaRPr lang="es-AR"/>
        </a:p>
      </dgm:t>
    </dgm:pt>
    <dgm:pt modelId="{E19A79E0-6A90-4EF2-8DF2-05E7415BD130}">
      <dgm:prSet custT="1"/>
      <dgm:spPr/>
      <dgm:t>
        <a:bodyPr/>
        <a:lstStyle/>
        <a:p>
          <a:pPr>
            <a:buNone/>
          </a:pPr>
          <a:r>
            <a:rPr lang="es-MX" sz="1800"/>
            <a:t>💡 Es como “examen a libro abierto”</a:t>
          </a:r>
        </a:p>
      </dgm:t>
    </dgm:pt>
    <dgm:pt modelId="{4FA94E90-AB64-4156-82CB-30E75B4EEF95}" type="parTrans" cxnId="{61AAF022-C9E7-41EA-A5D5-6B4418E02EB3}">
      <dgm:prSet/>
      <dgm:spPr/>
      <dgm:t>
        <a:bodyPr/>
        <a:lstStyle/>
        <a:p>
          <a:endParaRPr lang="es-AR"/>
        </a:p>
      </dgm:t>
    </dgm:pt>
    <dgm:pt modelId="{9D01C20F-9ECE-4773-86D2-C30BC3CA11C8}" type="sibTrans" cxnId="{61AAF022-C9E7-41EA-A5D5-6B4418E02EB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2ACE9220-3830-447A-A34B-324F273BC037}" type="presOf" srcId="{A68E1373-27C2-4DCC-858E-61C2C7C7DB3C}" destId="{EEB1F71B-C36D-495B-81C0-9546D425EC51}" srcOrd="0" destOrd="4" presId="urn:microsoft.com/office/officeart/2005/8/layout/vList2"/>
    <dgm:cxn modelId="{61AAF022-C9E7-41EA-A5D5-6B4418E02EB3}" srcId="{9A935F43-1A8E-41C3-A872-EBE5AE5F6DA3}" destId="{E19A79E0-6A90-4EF2-8DF2-05E7415BD130}" srcOrd="7" destOrd="0" parTransId="{4FA94E90-AB64-4156-82CB-30E75B4EEF95}" sibTransId="{9D01C20F-9ECE-4773-86D2-C30BC3CA11C8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8" destOrd="0" parTransId="{3E479EE4-D8EB-4818-A551-99FD289CB449}" sibTransId="{1C68800B-EC8F-41ED-8897-4A6AB8B249AA}"/>
    <dgm:cxn modelId="{1470E262-6BD4-4FFD-9003-B96DFC7BADB8}" type="presOf" srcId="{09BCCFAD-FCEA-4FA2-B427-A77D50D9D501}" destId="{EEB1F71B-C36D-495B-81C0-9546D425EC51}" srcOrd="0" destOrd="6" presId="urn:microsoft.com/office/officeart/2005/8/layout/vList2"/>
    <dgm:cxn modelId="{DB4E5064-FDE0-418C-BED1-06DBE7F4D36A}" type="presOf" srcId="{CB5C825C-B193-47CC-B6AE-A3D8F979DFF8}" destId="{EEB1F71B-C36D-495B-81C0-9546D425EC51}" srcOrd="0" destOrd="2" presId="urn:microsoft.com/office/officeart/2005/8/layout/vList2"/>
    <dgm:cxn modelId="{EE788867-152C-4210-8FDC-AE7CC708DA01}" srcId="{9A935F43-1A8E-41C3-A872-EBE5AE5F6DA3}" destId="{09BCCFAD-FCEA-4FA2-B427-A77D50D9D501}" srcOrd="6" destOrd="0" parTransId="{77FD4584-86C8-4182-96F0-8622873A70D2}" sibTransId="{DB544DA5-D545-4603-A58D-D06E0C613981}"/>
    <dgm:cxn modelId="{99CDC06D-4E00-486C-9A21-0F7CB01615FA}" type="presOf" srcId="{DEB432E1-E20B-49C3-B5ED-C5E57DE81482}" destId="{EEB1F71B-C36D-495B-81C0-9546D425EC51}" srcOrd="0" destOrd="3" presId="urn:microsoft.com/office/officeart/2005/8/layout/vList2"/>
    <dgm:cxn modelId="{A5971A76-390E-41C4-82EF-C3B90EAE37AC}" type="presOf" srcId="{6C851D76-761D-46B8-8852-3425249441AF}" destId="{EEB1F71B-C36D-495B-81C0-9546D425EC51}" srcOrd="0" destOrd="5" presId="urn:microsoft.com/office/officeart/2005/8/layout/vList2"/>
    <dgm:cxn modelId="{A69DFC7A-FB53-453A-BEC0-C22DA43D5115}" type="presOf" srcId="{E19A79E0-6A90-4EF2-8DF2-05E7415BD130}" destId="{EEB1F71B-C36D-495B-81C0-9546D425EC51}" srcOrd="0" destOrd="7" presId="urn:microsoft.com/office/officeart/2005/8/layout/vList2"/>
    <dgm:cxn modelId="{589D0C88-AFE8-4009-8346-4B2292253904}" srcId="{9A935F43-1A8E-41C3-A872-EBE5AE5F6DA3}" destId="{CB5C825C-B193-47CC-B6AE-A3D8F979DFF8}" srcOrd="2" destOrd="0" parTransId="{0C064DB7-BF14-4A4F-B73C-DF56A8251D0D}" sibTransId="{C195C555-7D04-482E-BC7F-7DB67EC44C4D}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9BC7939C-00FA-42FD-BFAA-D6E21F58D1C0}" srcId="{9A935F43-1A8E-41C3-A872-EBE5AE5F6DA3}" destId="{A68E1373-27C2-4DCC-858E-61C2C7C7DB3C}" srcOrd="4" destOrd="0" parTransId="{78918503-BD0A-4B71-A3BD-8B2463036258}" sibTransId="{358DA832-2E75-464D-B7B9-C7961AE5654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8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0A95FF5-B122-463A-94F8-3E9A4D9D0621}" srcId="{9A935F43-1A8E-41C3-A872-EBE5AE5F6DA3}" destId="{DEB432E1-E20B-49C3-B5ED-C5E57DE81482}" srcOrd="3" destOrd="0" parTransId="{5CBDDE81-3AE4-4597-BA0B-7A60D83198CE}" sibTransId="{5522D4B0-889C-4977-9181-31D80F9B6B84}"/>
    <dgm:cxn modelId="{3A1006FE-1A69-43B9-9EC3-5C81E29F2ADA}" srcId="{9A935F43-1A8E-41C3-A872-EBE5AE5F6DA3}" destId="{6C851D76-761D-46B8-8852-3425249441AF}" srcOrd="5" destOrd="0" parTransId="{BEBFE5F9-ABBA-47D2-97F8-D5DF6B61818E}" sibTransId="{C8C1E1C6-6945-40C8-A063-047709E345F6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0" i="0"/>
            <a:t>El </a:t>
          </a:r>
          <a:r>
            <a:rPr lang="es-AR" sz="2400" b="1" i="0"/>
            <a:t>fine-</a:t>
          </a:r>
          <a:r>
            <a:rPr lang="es-AR" sz="2400" b="1" i="0" err="1"/>
            <a:t>tuning</a:t>
          </a:r>
          <a:r>
            <a:rPr lang="es-AR" sz="2400" b="0" i="0"/>
            <a:t> (ajuste fino) VS </a:t>
          </a:r>
          <a:r>
            <a:rPr lang="es-MX" sz="2400" b="1" i="0" err="1"/>
            <a:t>Prompting</a:t>
          </a:r>
          <a:r>
            <a:rPr lang="es-MX" sz="2400" b="1" i="0"/>
            <a:t> (El arte de la instrucción)</a:t>
          </a:r>
          <a:r>
            <a:rPr lang="es-AR" sz="2400" b="0" i="0"/>
            <a:t> 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827B59E-603A-4517-98E2-264B61F4A2D8}">
      <dgm:prSet phldrT="[Texto]" custT="1"/>
      <dgm:spPr/>
      <dgm:t>
        <a:bodyPr/>
        <a:lstStyle/>
        <a:p>
          <a:pPr algn="just">
            <a:buNone/>
          </a:pPr>
          <a:r>
            <a:rPr lang="es-AR" sz="1800" b="1" err="1"/>
            <a:t>Prompting</a:t>
          </a:r>
          <a:endParaRPr lang="es-AR" sz="1800"/>
        </a:p>
      </dgm:t>
    </dgm:pt>
    <dgm:pt modelId="{5B04833D-EF3B-41B5-882C-A986F51A62B4}" type="parTrans" cxnId="{806F7791-2A28-44DF-9864-061D53073C86}">
      <dgm:prSet/>
      <dgm:spPr/>
      <dgm:t>
        <a:bodyPr/>
        <a:lstStyle/>
        <a:p>
          <a:endParaRPr lang="es-AR"/>
        </a:p>
      </dgm:t>
    </dgm:pt>
    <dgm:pt modelId="{AE7C535D-537F-4201-B4AB-BAE8CAD42523}" type="sibTrans" cxnId="{806F7791-2A28-44DF-9864-061D53073C86}">
      <dgm:prSet/>
      <dgm:spPr/>
      <dgm:t>
        <a:bodyPr/>
        <a:lstStyle/>
        <a:p>
          <a:endParaRPr lang="es-AR"/>
        </a:p>
      </dgm:t>
    </dgm:pt>
    <dgm:pt modelId="{6D516DEF-C8FC-4558-8DF4-D02FFDDD91F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rápido </a:t>
          </a:r>
        </a:p>
      </dgm:t>
    </dgm:pt>
    <dgm:pt modelId="{D10E7AC7-6214-48C0-AC75-EBC4D2114104}" type="parTrans" cxnId="{9753E064-9DFD-4527-801D-3E2403DACB7E}">
      <dgm:prSet/>
      <dgm:spPr/>
      <dgm:t>
        <a:bodyPr/>
        <a:lstStyle/>
        <a:p>
          <a:endParaRPr lang="es-AR"/>
        </a:p>
      </dgm:t>
    </dgm:pt>
    <dgm:pt modelId="{E3476F98-455A-433F-A280-6C9339DEC46C}" type="sibTrans" cxnId="{9753E064-9DFD-4527-801D-3E2403DACB7E}">
      <dgm:prSet/>
      <dgm:spPr/>
      <dgm:t>
        <a:bodyPr/>
        <a:lstStyle/>
        <a:p>
          <a:endParaRPr lang="es-AR"/>
        </a:p>
      </dgm:t>
    </dgm:pt>
    <dgm:pt modelId="{EA598659-F8DC-4128-A7C1-8416E77C544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flexible </a:t>
          </a:r>
        </a:p>
      </dgm:t>
    </dgm:pt>
    <dgm:pt modelId="{5F045518-AEF5-4917-A34D-BD470B85639A}" type="parTrans" cxnId="{C6FEC5E8-CFDC-4C89-B195-25E531ED7351}">
      <dgm:prSet/>
      <dgm:spPr/>
      <dgm:t>
        <a:bodyPr/>
        <a:lstStyle/>
        <a:p>
          <a:endParaRPr lang="es-AR"/>
        </a:p>
      </dgm:t>
    </dgm:pt>
    <dgm:pt modelId="{720BB480-180B-41DC-A606-6C17FDA6DC3E}" type="sibTrans" cxnId="{C6FEC5E8-CFDC-4C89-B195-25E531ED7351}">
      <dgm:prSet/>
      <dgm:spPr/>
      <dgm:t>
        <a:bodyPr/>
        <a:lstStyle/>
        <a:p>
          <a:endParaRPr lang="es-AR"/>
        </a:p>
      </dgm:t>
    </dgm:pt>
    <dgm:pt modelId="{BFD325F7-3AC9-4753-9D80-BAAB333E17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sin cambiar modelo </a:t>
          </a:r>
        </a:p>
      </dgm:t>
    </dgm:pt>
    <dgm:pt modelId="{D7397C8F-C4E5-4357-BE2B-ED62E475307B}" type="parTrans" cxnId="{BEC55423-B873-420B-9FBD-793E201E7CC2}">
      <dgm:prSet/>
      <dgm:spPr/>
      <dgm:t>
        <a:bodyPr/>
        <a:lstStyle/>
        <a:p>
          <a:endParaRPr lang="es-AR"/>
        </a:p>
      </dgm:t>
    </dgm:pt>
    <dgm:pt modelId="{D0696D84-1674-4ADE-8080-62BBEFE09B5E}" type="sibTrans" cxnId="{BEC55423-B873-420B-9FBD-793E201E7CC2}">
      <dgm:prSet/>
      <dgm:spPr/>
      <dgm:t>
        <a:bodyPr/>
        <a:lstStyle/>
        <a:p>
          <a:endParaRPr lang="es-AR"/>
        </a:p>
      </dgm:t>
    </dgm:pt>
    <dgm:pt modelId="{DDE6A266-08EB-46EA-83C8-DA39E3AAB544}">
      <dgm:prSet custT="1"/>
      <dgm:spPr/>
      <dgm:t>
        <a:bodyPr/>
        <a:lstStyle/>
        <a:p>
          <a:pPr>
            <a:buNone/>
          </a:pPr>
          <a:r>
            <a:rPr lang="es-AR" sz="1800" b="1"/>
            <a:t>Fine-</a:t>
          </a:r>
          <a:r>
            <a:rPr lang="es-AR" sz="1800" b="1" err="1"/>
            <a:t>tuning</a:t>
          </a:r>
          <a:endParaRPr lang="es-AR" sz="1800"/>
        </a:p>
      </dgm:t>
    </dgm:pt>
    <dgm:pt modelId="{6A2180DC-D1D0-43B4-BFE8-BFC1544EC2F6}" type="parTrans" cxnId="{894B7AD7-1197-496F-A55D-9598D5A1352F}">
      <dgm:prSet/>
      <dgm:spPr/>
      <dgm:t>
        <a:bodyPr/>
        <a:lstStyle/>
        <a:p>
          <a:endParaRPr lang="es-AR"/>
        </a:p>
      </dgm:t>
    </dgm:pt>
    <dgm:pt modelId="{D4594154-F302-420D-938F-B6D8CA0CAA9C}" type="sibTrans" cxnId="{894B7AD7-1197-496F-A55D-9598D5A1352F}">
      <dgm:prSet/>
      <dgm:spPr/>
      <dgm:t>
        <a:bodyPr/>
        <a:lstStyle/>
        <a:p>
          <a:endParaRPr lang="es-AR"/>
        </a:p>
      </dgm:t>
    </dgm:pt>
    <dgm:pt modelId="{DCC6F15D-2828-41BA-9AAC-04C890FD5F6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 err="1"/>
            <a:t>reentrenás</a:t>
          </a:r>
          <a:r>
            <a:rPr lang="es-AR" sz="1800"/>
            <a:t> el modelo </a:t>
          </a:r>
        </a:p>
      </dgm:t>
    </dgm:pt>
    <dgm:pt modelId="{42521630-90CE-4044-AC4C-D833F6626B35}" type="parTrans" cxnId="{2B986521-E556-4ACF-8C24-959E77BD4B23}">
      <dgm:prSet/>
      <dgm:spPr/>
      <dgm:t>
        <a:bodyPr/>
        <a:lstStyle/>
        <a:p>
          <a:endParaRPr lang="es-AR"/>
        </a:p>
      </dgm:t>
    </dgm:pt>
    <dgm:pt modelId="{02408A16-15B2-4279-AF1A-4BEA3E4815FF}" type="sibTrans" cxnId="{2B986521-E556-4ACF-8C24-959E77BD4B23}">
      <dgm:prSet/>
      <dgm:spPr/>
      <dgm:t>
        <a:bodyPr/>
        <a:lstStyle/>
        <a:p>
          <a:endParaRPr lang="es-AR"/>
        </a:p>
      </dgm:t>
    </dgm:pt>
    <dgm:pt modelId="{2297607C-8161-4951-9FBF-173006868E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más preciso </a:t>
          </a:r>
        </a:p>
      </dgm:t>
    </dgm:pt>
    <dgm:pt modelId="{AEEA12D2-2568-4C1D-BA01-52196C76D930}" type="parTrans" cxnId="{78BA43CE-86BC-42A3-BC25-4BD511CE4C03}">
      <dgm:prSet/>
      <dgm:spPr/>
      <dgm:t>
        <a:bodyPr/>
        <a:lstStyle/>
        <a:p>
          <a:endParaRPr lang="es-AR"/>
        </a:p>
      </dgm:t>
    </dgm:pt>
    <dgm:pt modelId="{9BF12FF7-6137-40D5-91E9-5EB9352E4EF0}" type="sibTrans" cxnId="{78BA43CE-86BC-42A3-BC25-4BD511CE4C03}">
      <dgm:prSet/>
      <dgm:spPr/>
      <dgm:t>
        <a:bodyPr/>
        <a:lstStyle/>
        <a:p>
          <a:endParaRPr lang="es-AR"/>
        </a:p>
      </dgm:t>
    </dgm:pt>
    <dgm:pt modelId="{9E9F152B-6743-45C0-B6B5-A3D44376D8C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más costoso </a:t>
          </a:r>
        </a:p>
      </dgm:t>
    </dgm:pt>
    <dgm:pt modelId="{BEE703AD-C102-4C89-92BF-D18FACC3B1A8}" type="parTrans" cxnId="{128FEFDF-97D9-4D0B-9918-A47A19DF8BC2}">
      <dgm:prSet/>
      <dgm:spPr/>
      <dgm:t>
        <a:bodyPr/>
        <a:lstStyle/>
        <a:p>
          <a:endParaRPr lang="es-AR"/>
        </a:p>
      </dgm:t>
    </dgm:pt>
    <dgm:pt modelId="{4CE2371D-AB90-4181-8A63-607178C3E0E8}" type="sibTrans" cxnId="{128FEFDF-97D9-4D0B-9918-A47A19DF8BC2}">
      <dgm:prSet/>
      <dgm:spPr/>
      <dgm:t>
        <a:bodyPr/>
        <a:lstStyle/>
        <a:p>
          <a:endParaRPr lang="es-AR"/>
        </a:p>
      </dgm:t>
    </dgm:pt>
    <dgm:pt modelId="{20E44444-FF1A-4821-940B-AAC2CB2AE865}">
      <dgm:prSet custT="1"/>
      <dgm:spPr/>
      <dgm:t>
        <a:bodyPr/>
        <a:lstStyle/>
        <a:p>
          <a:pPr>
            <a:buNone/>
          </a:pPr>
          <a:r>
            <a:rPr lang="es-AR" sz="1800"/>
            <a:t>💡 Regla:</a:t>
          </a:r>
        </a:p>
      </dgm:t>
    </dgm:pt>
    <dgm:pt modelId="{EF7F2941-D76A-4BE4-9732-420C9AF8F70A}" type="parTrans" cxnId="{35D0319E-3175-4C70-A2B9-1BCE8F27D418}">
      <dgm:prSet/>
      <dgm:spPr/>
      <dgm:t>
        <a:bodyPr/>
        <a:lstStyle/>
        <a:p>
          <a:endParaRPr lang="es-AR"/>
        </a:p>
      </dgm:t>
    </dgm:pt>
    <dgm:pt modelId="{A2ADA0C3-3B40-4FE7-9849-3DEFD0701B00}" type="sibTrans" cxnId="{35D0319E-3175-4C70-A2B9-1BCE8F27D418}">
      <dgm:prSet/>
      <dgm:spPr/>
      <dgm:t>
        <a:bodyPr/>
        <a:lstStyle/>
        <a:p>
          <a:endParaRPr lang="es-AR"/>
        </a:p>
      </dgm:t>
    </dgm:pt>
    <dgm:pt modelId="{6A3EB888-CA97-47F2-8C38-66B1A07A1A7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datos cambiantes → RAG </a:t>
          </a:r>
        </a:p>
      </dgm:t>
    </dgm:pt>
    <dgm:pt modelId="{897CCF9D-B66E-4F78-B6A2-689314275616}" type="parTrans" cxnId="{E4E07C41-E339-4322-B0A1-82007EBFEC0E}">
      <dgm:prSet/>
      <dgm:spPr/>
      <dgm:t>
        <a:bodyPr/>
        <a:lstStyle/>
        <a:p>
          <a:endParaRPr lang="es-AR"/>
        </a:p>
      </dgm:t>
    </dgm:pt>
    <dgm:pt modelId="{017398F1-4D86-4A23-B1A6-9EB64EC5A5A9}" type="sibTrans" cxnId="{E4E07C41-E339-4322-B0A1-82007EBFEC0E}">
      <dgm:prSet/>
      <dgm:spPr/>
      <dgm:t>
        <a:bodyPr/>
        <a:lstStyle/>
        <a:p>
          <a:endParaRPr lang="es-AR"/>
        </a:p>
      </dgm:t>
    </dgm:pt>
    <dgm:pt modelId="{8A277E9C-C09F-4D32-B3EE-CEF778111AF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formato fijo → fine-</a:t>
          </a:r>
          <a:r>
            <a:rPr lang="es-AR" sz="1800" err="1"/>
            <a:t>tuning</a:t>
          </a:r>
          <a:r>
            <a:rPr lang="es-AR" sz="1800"/>
            <a:t> </a:t>
          </a:r>
        </a:p>
      </dgm:t>
    </dgm:pt>
    <dgm:pt modelId="{F5E38A25-244C-4977-8119-14ED40FEA603}" type="parTrans" cxnId="{87E736CB-872F-45CE-8498-DDE9137BBABA}">
      <dgm:prSet/>
      <dgm:spPr/>
      <dgm:t>
        <a:bodyPr/>
        <a:lstStyle/>
        <a:p>
          <a:endParaRPr lang="es-AR"/>
        </a:p>
      </dgm:t>
    </dgm:pt>
    <dgm:pt modelId="{F1AA3CF4-0609-4ED0-8A49-B736B47AE880}" type="sibTrans" cxnId="{87E736CB-872F-45CE-8498-DDE9137BBABA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13F04B11-6FE1-4152-B4E5-76D163F0F65F}" type="presOf" srcId="{9E9F152B-6743-45C0-B6B5-A3D44376D8C3}" destId="{EEB1F71B-C36D-495B-81C0-9546D425EC51}" srcOrd="0" destOrd="8" presId="urn:microsoft.com/office/officeart/2005/8/layout/vList2"/>
    <dgm:cxn modelId="{23F8C01C-80C3-4E3A-BF35-6A6F09769446}" type="presOf" srcId="{8827B59E-603A-4517-98E2-264B61F4A2D8}" destId="{EEB1F71B-C36D-495B-81C0-9546D425EC51}" srcOrd="0" destOrd="1" presId="urn:microsoft.com/office/officeart/2005/8/layout/vList2"/>
    <dgm:cxn modelId="{E8132C20-5612-4580-9793-51111DA89B7A}" type="presOf" srcId="{EA598659-F8DC-4128-A7C1-8416E77C5445}" destId="{EEB1F71B-C36D-495B-81C0-9546D425EC51}" srcOrd="0" destOrd="3" presId="urn:microsoft.com/office/officeart/2005/8/layout/vList2"/>
    <dgm:cxn modelId="{2B986521-E556-4ACF-8C24-959E77BD4B23}" srcId="{9A935F43-1A8E-41C3-A872-EBE5AE5F6DA3}" destId="{DCC6F15D-2828-41BA-9AAC-04C890FD5F64}" srcOrd="6" destOrd="0" parTransId="{42521630-90CE-4044-AC4C-D833F6626B35}" sibTransId="{02408A16-15B2-4279-AF1A-4BEA3E4815FF}"/>
    <dgm:cxn modelId="{BEC55423-B873-420B-9FBD-793E201E7CC2}" srcId="{9A935F43-1A8E-41C3-A872-EBE5AE5F6DA3}" destId="{BFD325F7-3AC9-4753-9D80-BAAB333E177F}" srcOrd="4" destOrd="0" parTransId="{D7397C8F-C4E5-4357-BE2B-ED62E475307B}" sibTransId="{D0696D84-1674-4ADE-8080-62BBEFE09B5E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216D113A-CAC7-4CCC-9847-4FD1840E044F}" type="presOf" srcId="{8A277E9C-C09F-4D32-B3EE-CEF778111AF6}" destId="{EEB1F71B-C36D-495B-81C0-9546D425EC51}" srcOrd="0" destOrd="11" presId="urn:microsoft.com/office/officeart/2005/8/layout/vList2"/>
    <dgm:cxn modelId="{F2C25C60-E622-48F0-939E-B17974BBADB0}" type="presOf" srcId="{20E44444-FF1A-4821-940B-AAC2CB2AE865}" destId="{EEB1F71B-C36D-495B-81C0-9546D425EC51}" srcOrd="0" destOrd="9" presId="urn:microsoft.com/office/officeart/2005/8/layout/vList2"/>
    <dgm:cxn modelId="{E4E07C41-E339-4322-B0A1-82007EBFEC0E}" srcId="{9A935F43-1A8E-41C3-A872-EBE5AE5F6DA3}" destId="{6A3EB888-CA97-47F2-8C38-66B1A07A1A72}" srcOrd="10" destOrd="0" parTransId="{897CCF9D-B66E-4F78-B6A2-689314275616}" sibTransId="{017398F1-4D86-4A23-B1A6-9EB64EC5A5A9}"/>
    <dgm:cxn modelId="{28D9F841-8ECD-4D42-B17E-B2386A16C1AB}" type="presOf" srcId="{DDE6A266-08EB-46EA-83C8-DA39E3AAB544}" destId="{EEB1F71B-C36D-495B-81C0-9546D425EC51}" srcOrd="0" destOrd="5" presId="urn:microsoft.com/office/officeart/2005/8/layout/vList2"/>
    <dgm:cxn modelId="{9753E064-9DFD-4527-801D-3E2403DACB7E}" srcId="{9A935F43-1A8E-41C3-A872-EBE5AE5F6DA3}" destId="{6D516DEF-C8FC-4558-8DF4-D02FFDDD91F6}" srcOrd="2" destOrd="0" parTransId="{D10E7AC7-6214-48C0-AC75-EBC4D2114104}" sibTransId="{E3476F98-455A-433F-A280-6C9339DEC46C}"/>
    <dgm:cxn modelId="{6ED40455-F843-4ADE-B01C-C5DB488FD76E}" type="presOf" srcId="{2297607C-8161-4951-9FBF-173006868EFC}" destId="{EEB1F71B-C36D-495B-81C0-9546D425EC51}" srcOrd="0" destOrd="7" presId="urn:microsoft.com/office/officeart/2005/8/layout/vList2"/>
    <dgm:cxn modelId="{27D02D85-C9F0-4FDB-ABFC-E58E0640539C}" type="presOf" srcId="{6D516DEF-C8FC-4558-8DF4-D02FFDDD91F6}" destId="{EEB1F71B-C36D-495B-81C0-9546D425EC51}" srcOrd="0" destOrd="2" presId="urn:microsoft.com/office/officeart/2005/8/layout/vList2"/>
    <dgm:cxn modelId="{806F7791-2A28-44DF-9864-061D53073C86}" srcId="{9A935F43-1A8E-41C3-A872-EBE5AE5F6DA3}" destId="{8827B59E-603A-4517-98E2-264B61F4A2D8}" srcOrd="1" destOrd="0" parTransId="{5B04833D-EF3B-41B5-882C-A986F51A62B4}" sibTransId="{AE7C535D-537F-4201-B4AB-BAE8CAD42523}"/>
    <dgm:cxn modelId="{835A8A9D-2654-4C89-9B05-3567CAC655EE}" type="presOf" srcId="{6A3EB888-CA97-47F2-8C38-66B1A07A1A72}" destId="{EEB1F71B-C36D-495B-81C0-9546D425EC51}" srcOrd="0" destOrd="10" presId="urn:microsoft.com/office/officeart/2005/8/layout/vList2"/>
    <dgm:cxn modelId="{35D0319E-3175-4C70-A2B9-1BCE8F27D418}" srcId="{9A935F43-1A8E-41C3-A872-EBE5AE5F6DA3}" destId="{20E44444-FF1A-4821-940B-AAC2CB2AE865}" srcOrd="9" destOrd="0" parTransId="{EF7F2941-D76A-4BE4-9732-420C9AF8F70A}" sibTransId="{A2ADA0C3-3B40-4FE7-9849-3DEFD0701B00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7E736CB-872F-45CE-8498-DDE9137BBABA}" srcId="{9A935F43-1A8E-41C3-A872-EBE5AE5F6DA3}" destId="{8A277E9C-C09F-4D32-B3EE-CEF778111AF6}" srcOrd="11" destOrd="0" parTransId="{F5E38A25-244C-4977-8119-14ED40FEA603}" sibTransId="{F1AA3CF4-0609-4ED0-8A49-B736B47AE880}"/>
    <dgm:cxn modelId="{78BA43CE-86BC-42A3-BC25-4BD511CE4C03}" srcId="{9A935F43-1A8E-41C3-A872-EBE5AE5F6DA3}" destId="{2297607C-8161-4951-9FBF-173006868EFC}" srcOrd="7" destOrd="0" parTransId="{AEEA12D2-2568-4C1D-BA01-52196C76D930}" sibTransId="{9BF12FF7-6137-40D5-91E9-5EB9352E4EF0}"/>
    <dgm:cxn modelId="{2F7204D3-76FA-4482-A0E2-CFE44D1615C3}" type="presOf" srcId="{DCC6F15D-2828-41BA-9AAC-04C890FD5F64}" destId="{EEB1F71B-C36D-495B-81C0-9546D425EC51}" srcOrd="0" destOrd="6" presId="urn:microsoft.com/office/officeart/2005/8/layout/vList2"/>
    <dgm:cxn modelId="{894B7AD7-1197-496F-A55D-9598D5A1352F}" srcId="{9A935F43-1A8E-41C3-A872-EBE5AE5F6DA3}" destId="{DDE6A266-08EB-46EA-83C8-DA39E3AAB544}" srcOrd="5" destOrd="0" parTransId="{6A2180DC-D1D0-43B4-BFE8-BFC1544EC2F6}" sibTransId="{D4594154-F302-420D-938F-B6D8CA0CAA9C}"/>
    <dgm:cxn modelId="{EDD49DD9-7781-4BD4-9B95-418F9726FE72}" type="presOf" srcId="{BFD325F7-3AC9-4753-9D80-BAAB333E177F}" destId="{EEB1F71B-C36D-495B-81C0-9546D425EC51}" srcOrd="0" destOrd="4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128FEFDF-97D9-4D0B-9918-A47A19DF8BC2}" srcId="{9A935F43-1A8E-41C3-A872-EBE5AE5F6DA3}" destId="{9E9F152B-6743-45C0-B6B5-A3D44376D8C3}" srcOrd="8" destOrd="0" parTransId="{BEE703AD-C102-4C89-92BF-D18FACC3B1A8}" sibTransId="{4CE2371D-AB90-4181-8A63-607178C3E0E8}"/>
    <dgm:cxn modelId="{C6FEC5E8-CFDC-4C89-B195-25E531ED7351}" srcId="{9A935F43-1A8E-41C3-A872-EBE5AE5F6DA3}" destId="{EA598659-F8DC-4128-A7C1-8416E77C5445}" srcOrd="3" destOrd="0" parTransId="{5F045518-AEF5-4917-A34D-BD470B85639A}" sibTransId="{720BB480-180B-41DC-A606-6C17FDA6DC3E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5" qsCatId="simple" csTypeId="urn:microsoft.com/office/officeart/2005/8/colors/accent1_2#15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Comparativa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5184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6" qsCatId="simple" csTypeId="urn:microsoft.com/office/officeart/2005/8/colors/accent1_2#16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Esto les sirve a perfiles mixtos.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s-AR" sz="2000"/>
            <a:t>Ejemplo:</a:t>
          </a:r>
          <a:br>
            <a:rPr lang="es-AR" sz="2000"/>
          </a:br>
          <a:r>
            <a:rPr lang="es-MX" sz="2000" err="1"/>
            <a:t>Devolvé</a:t>
          </a:r>
          <a:r>
            <a:rPr lang="es-MX" sz="2000"/>
            <a:t> la respuesta en una tabla con columnas: tarea, beneficio, riesgo, ejemplo.</a:t>
          </a: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#17" qsCatId="simple" csTypeId="urn:microsoft.com/office/officeart/2005/8/colors/accent1_2#17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None/>
          </a:pPr>
          <a:r>
            <a:rPr lang="pt-BR" sz="2400"/>
            <a:t>AI </a:t>
          </a:r>
          <a:r>
            <a:rPr lang="pt-BR" sz="2400" err="1"/>
            <a:t>Agents</a:t>
          </a:r>
          <a:r>
            <a:rPr lang="pt-BR" sz="2400"/>
            <a:t> (Agentes de IA)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endParaRPr lang="es-AR" sz="24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122D352A-7004-482F-9809-201D92DA2B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usar herramientas </a:t>
          </a:r>
        </a:p>
      </dgm:t>
    </dgm:pt>
    <dgm:pt modelId="{4E4B6E01-19DD-46A5-943A-F22EF6D65697}" type="parTrans" cxnId="{39FDF764-3697-488D-8290-CC530CBE5E9F}">
      <dgm:prSet/>
      <dgm:spPr/>
      <dgm:t>
        <a:bodyPr/>
        <a:lstStyle/>
        <a:p>
          <a:endParaRPr lang="es-AR"/>
        </a:p>
      </dgm:t>
    </dgm:pt>
    <dgm:pt modelId="{5484C91A-AF51-4165-8CD3-AA6B6E6B0FF9}" type="sibTrans" cxnId="{39FDF764-3697-488D-8290-CC530CBE5E9F}">
      <dgm:prSet/>
      <dgm:spPr/>
      <dgm:t>
        <a:bodyPr/>
        <a:lstStyle/>
        <a:p>
          <a:endParaRPr lang="es-AR"/>
        </a:p>
      </dgm:t>
    </dgm:pt>
    <dgm:pt modelId="{732172E5-CF88-4330-BFF7-2E3AAFF9D6D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tomar decisiones </a:t>
          </a:r>
        </a:p>
      </dgm:t>
    </dgm:pt>
    <dgm:pt modelId="{56F5EBEE-E053-4045-A19E-35E7AD2549EA}" type="parTrans" cxnId="{21972DED-FD47-4BB8-A218-171DF6D7181E}">
      <dgm:prSet/>
      <dgm:spPr/>
      <dgm:t>
        <a:bodyPr/>
        <a:lstStyle/>
        <a:p>
          <a:endParaRPr lang="es-AR"/>
        </a:p>
      </dgm:t>
    </dgm:pt>
    <dgm:pt modelId="{E4675239-D871-4691-ADCF-34A16BFD46D6}" type="sibTrans" cxnId="{21972DED-FD47-4BB8-A218-171DF6D7181E}">
      <dgm:prSet/>
      <dgm:spPr/>
      <dgm:t>
        <a:bodyPr/>
        <a:lstStyle/>
        <a:p>
          <a:endParaRPr lang="es-AR"/>
        </a:p>
      </dgm:t>
    </dgm:pt>
    <dgm:pt modelId="{E1784F83-BABB-4395-AAB2-D737AC51D9B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ejecutar acciones </a:t>
          </a:r>
        </a:p>
      </dgm:t>
    </dgm:pt>
    <dgm:pt modelId="{C57E2C2F-102E-46BB-978A-FC8C7A242058}" type="parTrans" cxnId="{1F5766F9-1D9A-45BA-9444-6360D7B9B05B}">
      <dgm:prSet/>
      <dgm:spPr/>
      <dgm:t>
        <a:bodyPr/>
        <a:lstStyle/>
        <a:p>
          <a:endParaRPr lang="es-AR"/>
        </a:p>
      </dgm:t>
    </dgm:pt>
    <dgm:pt modelId="{731B17B2-3661-4C16-A0A4-CBF7421019B4}" type="sibTrans" cxnId="{1F5766F9-1D9A-45BA-9444-6360D7B9B05B}">
      <dgm:prSet/>
      <dgm:spPr/>
      <dgm:t>
        <a:bodyPr/>
        <a:lstStyle/>
        <a:p>
          <a:endParaRPr lang="es-AR"/>
        </a:p>
      </dgm:t>
    </dgm:pt>
    <dgm:pt modelId="{64023259-93C2-473D-9129-CAB0ED3412E9}">
      <dgm:prSet custT="1"/>
      <dgm:spPr/>
      <dgm:t>
        <a:bodyPr/>
        <a:lstStyle/>
        <a:p>
          <a:pPr>
            <a:buNone/>
          </a:pPr>
          <a:r>
            <a:rPr lang="es-AR" sz="1800" err="1"/>
            <a:t>Ej</a:t>
          </a:r>
          <a:r>
            <a:rPr lang="es-AR" sz="1800"/>
            <a:t>:</a:t>
          </a:r>
        </a:p>
      </dgm:t>
    </dgm:pt>
    <dgm:pt modelId="{8E664EA0-AC10-48A8-97EE-88F900ECA11A}" type="parTrans" cxnId="{B11922AB-E143-4689-9359-203BC40CE8D1}">
      <dgm:prSet/>
      <dgm:spPr/>
      <dgm:t>
        <a:bodyPr/>
        <a:lstStyle/>
        <a:p>
          <a:endParaRPr lang="es-AR"/>
        </a:p>
      </dgm:t>
    </dgm:pt>
    <dgm:pt modelId="{3694E47B-F67C-4BAC-BC61-7F5786D81C76}" type="sibTrans" cxnId="{B11922AB-E143-4689-9359-203BC40CE8D1}">
      <dgm:prSet/>
      <dgm:spPr/>
      <dgm:t>
        <a:bodyPr/>
        <a:lstStyle/>
        <a:p>
          <a:endParaRPr lang="es-AR"/>
        </a:p>
      </dgm:t>
    </dgm:pt>
    <dgm:pt modelId="{BB57BE10-65C1-4627-8F3D-0D98ED80F0C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buscar </a:t>
          </a:r>
          <a:r>
            <a:rPr lang="es-AR" sz="1800" err="1"/>
            <a:t>info</a:t>
          </a:r>
          <a:r>
            <a:rPr lang="es-AR" sz="1800"/>
            <a:t> </a:t>
          </a:r>
        </a:p>
      </dgm:t>
    </dgm:pt>
    <dgm:pt modelId="{CFA4F01C-E16F-4379-9F08-1092070052F3}" type="parTrans" cxnId="{462BE76B-BA35-439B-9F20-98971808FE70}">
      <dgm:prSet/>
      <dgm:spPr/>
      <dgm:t>
        <a:bodyPr/>
        <a:lstStyle/>
        <a:p>
          <a:endParaRPr lang="es-AR"/>
        </a:p>
      </dgm:t>
    </dgm:pt>
    <dgm:pt modelId="{327596EF-E2D8-4E77-925D-54E42314B7F8}" type="sibTrans" cxnId="{462BE76B-BA35-439B-9F20-98971808FE70}">
      <dgm:prSet/>
      <dgm:spPr/>
      <dgm:t>
        <a:bodyPr/>
        <a:lstStyle/>
        <a:p>
          <a:endParaRPr lang="es-AR"/>
        </a:p>
      </dgm:t>
    </dgm:pt>
    <dgm:pt modelId="{B292485E-E850-4642-8BAD-C256436EA96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calcular </a:t>
          </a:r>
        </a:p>
      </dgm:t>
    </dgm:pt>
    <dgm:pt modelId="{1C126005-D2E5-4790-9A50-2B91DC7EED0B}" type="parTrans" cxnId="{4A267588-84F6-4FD2-850E-FEB31F9DD684}">
      <dgm:prSet/>
      <dgm:spPr/>
      <dgm:t>
        <a:bodyPr/>
        <a:lstStyle/>
        <a:p>
          <a:endParaRPr lang="es-AR"/>
        </a:p>
      </dgm:t>
    </dgm:pt>
    <dgm:pt modelId="{15F3DE05-5D78-42FF-8333-C5F37BBFC3A0}" type="sibTrans" cxnId="{4A267588-84F6-4FD2-850E-FEB31F9DD684}">
      <dgm:prSet/>
      <dgm:spPr/>
      <dgm:t>
        <a:bodyPr/>
        <a:lstStyle/>
        <a:p>
          <a:endParaRPr lang="es-AR"/>
        </a:p>
      </dgm:t>
    </dgm:pt>
    <dgm:pt modelId="{7CFD1E74-6685-42C0-9C41-C77EA5E4186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800"/>
            <a:t>llamar </a:t>
          </a:r>
          <a:r>
            <a:rPr lang="es-AR" sz="1800" err="1"/>
            <a:t>APIs</a:t>
          </a:r>
          <a:r>
            <a:rPr lang="es-AR" sz="1800"/>
            <a:t> </a:t>
          </a:r>
        </a:p>
      </dgm:t>
    </dgm:pt>
    <dgm:pt modelId="{465019C1-EAE8-473F-AF0C-85FA7747A0C0}" type="parTrans" cxnId="{D73AD923-1839-483E-B880-2509538BF5C7}">
      <dgm:prSet/>
      <dgm:spPr/>
      <dgm:t>
        <a:bodyPr/>
        <a:lstStyle/>
        <a:p>
          <a:endParaRPr lang="es-AR"/>
        </a:p>
      </dgm:t>
    </dgm:pt>
    <dgm:pt modelId="{3D232640-9E64-4B3B-899D-687A25DC2055}" type="sibTrans" cxnId="{D73AD923-1839-483E-B880-2509538BF5C7}">
      <dgm:prSet/>
      <dgm:spPr/>
      <dgm:t>
        <a:bodyPr/>
        <a:lstStyle/>
        <a:p>
          <a:endParaRPr lang="es-AR"/>
        </a:p>
      </dgm:t>
    </dgm:pt>
    <dgm:pt modelId="{2869217A-3D31-483B-A258-F8DBE5FFDD95}">
      <dgm:prSet custT="1"/>
      <dgm:spPr/>
      <dgm:t>
        <a:bodyPr/>
        <a:lstStyle/>
        <a:p>
          <a:pPr>
            <a:buNone/>
          </a:pPr>
          <a:r>
            <a:rPr lang="es-AR" sz="1800"/>
            <a:t>⚠️ Más poder → más riesgo </a:t>
          </a:r>
        </a:p>
      </dgm:t>
    </dgm:pt>
    <dgm:pt modelId="{8B6BADDF-DD7B-41F9-A2A8-9D7A3238049A}" type="parTrans" cxnId="{8E34E67C-538C-40CB-932A-951E6136E48E}">
      <dgm:prSet/>
      <dgm:spPr/>
      <dgm:t>
        <a:bodyPr/>
        <a:lstStyle/>
        <a:p>
          <a:endParaRPr lang="es-AR"/>
        </a:p>
      </dgm:t>
    </dgm:pt>
    <dgm:pt modelId="{E2B877F4-DDFA-4271-A91E-DB113ED07548}" type="sibTrans" cxnId="{8E34E67C-538C-40CB-932A-951E6136E48E}">
      <dgm:prSet/>
      <dgm:spPr/>
      <dgm:t>
        <a:bodyPr/>
        <a:lstStyle/>
        <a:p>
          <a:endParaRPr lang="es-AR"/>
        </a:p>
      </dgm:t>
    </dgm:pt>
    <dgm:pt modelId="{59102271-4994-4725-8E91-F8911CF39A95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endParaRPr lang="es-AR" sz="2400" b="0"/>
        </a:p>
      </dgm:t>
    </dgm:pt>
    <dgm:pt modelId="{84A8431A-72A0-49F3-BA47-E68196DE8F08}" type="parTrans" cxnId="{73D48EFC-2D15-4628-B3D0-E2B019F94DED}">
      <dgm:prSet/>
      <dgm:spPr/>
      <dgm:t>
        <a:bodyPr/>
        <a:lstStyle/>
        <a:p>
          <a:endParaRPr lang="es-AR"/>
        </a:p>
      </dgm:t>
    </dgm:pt>
    <dgm:pt modelId="{A222B930-82BB-4C66-8093-A3950186D5EA}" type="sibTrans" cxnId="{73D48EFC-2D15-4628-B3D0-E2B019F94DED}">
      <dgm:prSet/>
      <dgm:spPr/>
      <dgm:t>
        <a:bodyPr/>
        <a:lstStyle/>
        <a:p>
          <a:endParaRPr lang="es-AR"/>
        </a:p>
      </dgm:t>
    </dgm:pt>
    <dgm:pt modelId="{7B915254-B827-4223-8D42-E096A060544E}">
      <dgm:prSet phldrT="[Texto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s-AR" sz="1800"/>
            <a:t>= sistemas que pueden:</a:t>
          </a:r>
          <a:endParaRPr lang="es-AR" sz="1800" b="0"/>
        </a:p>
      </dgm:t>
    </dgm:pt>
    <dgm:pt modelId="{0E5C8F26-D437-47E1-958D-3A2A299BC2E1}" type="parTrans" cxnId="{31149FCD-AB3A-407C-BC9F-94501D0CD716}">
      <dgm:prSet/>
      <dgm:spPr/>
      <dgm:t>
        <a:bodyPr/>
        <a:lstStyle/>
        <a:p>
          <a:endParaRPr lang="es-AR"/>
        </a:p>
      </dgm:t>
    </dgm:pt>
    <dgm:pt modelId="{FA6E1EE3-C81C-49DA-A85B-F72BBA28382C}" type="sibTrans" cxnId="{31149FCD-AB3A-407C-BC9F-94501D0CD716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918" custLinFactNeighborY="4553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38DF0704-82E6-41DA-BC5F-C7550E652A96}" type="presOf" srcId="{732172E5-CF88-4330-BFF7-2E3AAFF9D6D4}" destId="{EEB1F71B-C36D-495B-81C0-9546D425EC51}" srcOrd="0" destOrd="4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D73AD923-1839-483E-B880-2509538BF5C7}" srcId="{9A935F43-1A8E-41C3-A872-EBE5AE5F6DA3}" destId="{7CFD1E74-6685-42C0-9C41-C77EA5E41864}" srcOrd="9" destOrd="0" parTransId="{465019C1-EAE8-473F-AF0C-85FA7747A0C0}" sibTransId="{3D232640-9E64-4B3B-899D-687A25DC2055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169FED2D-290F-4AEB-AF01-711F4B94E6FB}" type="presOf" srcId="{E1784F83-BABB-4395-AAB2-D737AC51D9B0}" destId="{EEB1F71B-C36D-495B-81C0-9546D425EC51}" srcOrd="0" destOrd="5" presId="urn:microsoft.com/office/officeart/2005/8/layout/vList2"/>
    <dgm:cxn modelId="{15A24F5C-8DBB-4B98-BAA8-21D878EF29D7}" type="presOf" srcId="{64023259-93C2-473D-9129-CAB0ED3412E9}" destId="{EEB1F71B-C36D-495B-81C0-9546D425EC51}" srcOrd="0" destOrd="6" presId="urn:microsoft.com/office/officeart/2005/8/layout/vList2"/>
    <dgm:cxn modelId="{23AD8264-E0EA-46B9-B761-3F5616B94542}" type="presOf" srcId="{2869217A-3D31-483B-A258-F8DBE5FFDD95}" destId="{EEB1F71B-C36D-495B-81C0-9546D425EC51}" srcOrd="0" destOrd="10" presId="urn:microsoft.com/office/officeart/2005/8/layout/vList2"/>
    <dgm:cxn modelId="{39FDF764-3697-488D-8290-CC530CBE5E9F}" srcId="{9A935F43-1A8E-41C3-A872-EBE5AE5F6DA3}" destId="{122D352A-7004-482F-9809-201D92DA2BD0}" srcOrd="3" destOrd="0" parTransId="{4E4B6E01-19DD-46A5-943A-F22EF6D65697}" sibTransId="{5484C91A-AF51-4165-8CD3-AA6B6E6B0FF9}"/>
    <dgm:cxn modelId="{32DF3146-0EAE-444D-AD04-2B57B493C249}" type="presOf" srcId="{7CFD1E74-6685-42C0-9C41-C77EA5E41864}" destId="{EEB1F71B-C36D-495B-81C0-9546D425EC51}" srcOrd="0" destOrd="9" presId="urn:microsoft.com/office/officeart/2005/8/layout/vList2"/>
    <dgm:cxn modelId="{462BE76B-BA35-439B-9F20-98971808FE70}" srcId="{9A935F43-1A8E-41C3-A872-EBE5AE5F6DA3}" destId="{BB57BE10-65C1-4627-8F3D-0D98ED80F0C0}" srcOrd="7" destOrd="0" parTransId="{CFA4F01C-E16F-4379-9F08-1092070052F3}" sibTransId="{327596EF-E2D8-4E77-925D-54E42314B7F8}"/>
    <dgm:cxn modelId="{AF65684D-65DD-47F5-AC67-5399B08676A1}" type="presOf" srcId="{BB57BE10-65C1-4627-8F3D-0D98ED80F0C0}" destId="{EEB1F71B-C36D-495B-81C0-9546D425EC51}" srcOrd="0" destOrd="7" presId="urn:microsoft.com/office/officeart/2005/8/layout/vList2"/>
    <dgm:cxn modelId="{8E34E67C-538C-40CB-932A-951E6136E48E}" srcId="{9A935F43-1A8E-41C3-A872-EBE5AE5F6DA3}" destId="{2869217A-3D31-483B-A258-F8DBE5FFDD95}" srcOrd="10" destOrd="0" parTransId="{8B6BADDF-DD7B-41F9-A2A8-9D7A3238049A}" sibTransId="{E2B877F4-DDFA-4271-A91E-DB113ED07548}"/>
    <dgm:cxn modelId="{CBA3B780-1411-4722-8865-A5107B734ACE}" type="presOf" srcId="{7B915254-B827-4223-8D42-E096A060544E}" destId="{EEB1F71B-C36D-495B-81C0-9546D425EC51}" srcOrd="0" destOrd="2" presId="urn:microsoft.com/office/officeart/2005/8/layout/vList2"/>
    <dgm:cxn modelId="{AA660482-FE77-4DD3-9342-9BB3C1ACFAAF}" type="presOf" srcId="{59102271-4994-4725-8E91-F8911CF39A95}" destId="{EEB1F71B-C36D-495B-81C0-9546D425EC51}" srcOrd="0" destOrd="1" presId="urn:microsoft.com/office/officeart/2005/8/layout/vList2"/>
    <dgm:cxn modelId="{4A267588-84F6-4FD2-850E-FEB31F9DD684}" srcId="{9A935F43-1A8E-41C3-A872-EBE5AE5F6DA3}" destId="{B292485E-E850-4642-8BAD-C256436EA960}" srcOrd="8" destOrd="0" parTransId="{1C126005-D2E5-4790-9A50-2B91DC7EED0B}" sibTransId="{15F3DE05-5D78-42FF-8333-C5F37BBFC3A0}"/>
    <dgm:cxn modelId="{4BB2378E-EF6D-44DE-A9DE-34C4B6C80009}" type="presOf" srcId="{122D352A-7004-482F-9809-201D92DA2BD0}" destId="{EEB1F71B-C36D-495B-81C0-9546D425EC51}" srcOrd="0" destOrd="3" presId="urn:microsoft.com/office/officeart/2005/8/layout/vList2"/>
    <dgm:cxn modelId="{B11922AB-E143-4689-9359-203BC40CE8D1}" srcId="{9A935F43-1A8E-41C3-A872-EBE5AE5F6DA3}" destId="{64023259-93C2-473D-9129-CAB0ED3412E9}" srcOrd="6" destOrd="0" parTransId="{8E664EA0-AC10-48A8-97EE-88F900ECA11A}" sibTransId="{3694E47B-F67C-4BAC-BC61-7F5786D81C76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31149FCD-AB3A-407C-BC9F-94501D0CD716}" srcId="{9A935F43-1A8E-41C3-A872-EBE5AE5F6DA3}" destId="{7B915254-B827-4223-8D42-E096A060544E}" srcOrd="2" destOrd="0" parTransId="{0E5C8F26-D437-47E1-958D-3A2A299BC2E1}" sibTransId="{FA6E1EE3-C81C-49DA-A85B-F72BBA28382C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21972DED-FD47-4BB8-A218-171DF6D7181E}" srcId="{9A935F43-1A8E-41C3-A872-EBE5AE5F6DA3}" destId="{732172E5-CF88-4330-BFF7-2E3AAFF9D6D4}" srcOrd="4" destOrd="0" parTransId="{56F5EBEE-E053-4045-A19E-35E7AD2549EA}" sibTransId="{E4675239-D871-4691-ADCF-34A16BFD46D6}"/>
    <dgm:cxn modelId="{FC29F0F7-0FDC-4FD3-AC2C-F798A2189D62}" type="presOf" srcId="{B292485E-E850-4642-8BAD-C256436EA960}" destId="{EEB1F71B-C36D-495B-81C0-9546D425EC51}" srcOrd="0" destOrd="8" presId="urn:microsoft.com/office/officeart/2005/8/layout/vList2"/>
    <dgm:cxn modelId="{1F5766F9-1D9A-45BA-9444-6360D7B9B05B}" srcId="{9A935F43-1A8E-41C3-A872-EBE5AE5F6DA3}" destId="{E1784F83-BABB-4395-AAB2-D737AC51D9B0}" srcOrd="5" destOrd="0" parTransId="{C57E2C2F-102E-46BB-978A-FC8C7A242058}" sibTransId="{731B17B2-3661-4C16-A0A4-CBF7421019B4}"/>
    <dgm:cxn modelId="{73D48EFC-2D15-4628-B3D0-E2B019F94DED}" srcId="{9A935F43-1A8E-41C3-A872-EBE5AE5F6DA3}" destId="{59102271-4994-4725-8E91-F8911CF39A95}" srcOrd="1" destOrd="0" parTransId="{84A8431A-72A0-49F3-BA47-E68196DE8F08}" sibTransId="{A222B930-82BB-4C66-8093-A3950186D5EA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1901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3200" kern="1200"/>
            <a:t>¿Qué es realmente la IA generativa?</a:t>
          </a:r>
          <a:endParaRPr lang="es-AR" sz="3200" kern="1200"/>
        </a:p>
      </dsp:txBody>
      <dsp:txXfrm>
        <a:off x="92811" y="92811"/>
        <a:ext cx="8330063" cy="1715628"/>
      </dsp:txXfrm>
    </dsp:sp>
    <dsp:sp modelId="{EEB1F71B-C36D-495B-81C0-9546D425EC51}">
      <dsp:nvSpPr>
        <dsp:cNvPr id="0" name=""/>
        <dsp:cNvSpPr/>
      </dsp:nvSpPr>
      <dsp:spPr>
        <a:xfrm>
          <a:off x="0" y="2125838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2125838"/>
        <a:ext cx="8515685" cy="1076400"/>
      </dsp:txXfrm>
    </dsp:sp>
    <dsp:sp modelId="{A88CF8E7-61F2-4C7D-B043-946D6E17BE8F}">
      <dsp:nvSpPr>
        <dsp:cNvPr id="0" name=""/>
        <dsp:cNvSpPr/>
      </dsp:nvSpPr>
      <dsp:spPr>
        <a:xfrm>
          <a:off x="0" y="2911255"/>
          <a:ext cx="8515685" cy="1901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De usar herramientas → a diseñar sistemas
De </a:t>
          </a:r>
          <a:r>
            <a:rPr lang="es-AR" sz="2800" kern="1200" err="1"/>
            <a:t>prompts</a:t>
          </a:r>
          <a:r>
            <a:rPr lang="es-AR" sz="2800" kern="1200"/>
            <a:t> → a arquitectura
De outputs lindos → a resultados confiables</a:t>
          </a:r>
        </a:p>
      </dsp:txBody>
      <dsp:txXfrm>
        <a:off x="92811" y="3004066"/>
        <a:ext cx="8330063" cy="17156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1151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Modelos fundacionales</a:t>
          </a:r>
        </a:p>
      </dsp:txBody>
      <dsp:txXfrm>
        <a:off x="59399" y="100550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346274"/>
          <a:ext cx="8515685" cy="1278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1800" b="0" kern="1200" err="1"/>
            <a:t>LLMs</a:t>
          </a:r>
          <a:r>
            <a:rPr lang="es-MX" sz="1800" b="0" kern="1200"/>
            <a:t> → lenguaje
</a:t>
          </a:r>
          <a:r>
            <a:rPr lang="es-MX" sz="1800" b="0" kern="1200" err="1"/>
            <a:t>Diffusion</a:t>
          </a:r>
          <a:r>
            <a:rPr lang="es-MX" sz="1800" b="0" kern="1200"/>
            <a:t> → imágenes
👉 Base sobre la que se construyen aplicaciones</a:t>
          </a: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346274"/>
        <a:ext cx="8515685" cy="1278225"/>
      </dsp:txXfrm>
    </dsp:sp>
    <dsp:sp modelId="{A88CF8E7-61F2-4C7D-B043-946D6E17BE8F}">
      <dsp:nvSpPr>
        <dsp:cNvPr id="0" name=""/>
        <dsp:cNvSpPr/>
      </dsp:nvSpPr>
      <dsp:spPr>
        <a:xfrm>
          <a:off x="0" y="2589300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¿Confiarías en una IA que responde perfecto… pero a veces inventa?</a:t>
          </a:r>
          <a:endParaRPr lang="es-AR" sz="2800" kern="1200"/>
        </a:p>
      </dsp:txBody>
      <dsp:txXfrm>
        <a:off x="59399" y="2648699"/>
        <a:ext cx="8396887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kern="1200"/>
            <a:t>IA Tradicional (predictiva / discriminativa)</a:t>
          </a:r>
        </a:p>
      </dsp:txBody>
      <dsp:txXfrm>
        <a:off x="59399" y="59399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922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1800" b="0" kern="1200"/>
            <a:t>Predice o clasifica
</a:t>
          </a:r>
          <a:r>
            <a:rPr lang="es-AR" sz="1800" b="0" kern="1200" err="1"/>
            <a:t>Ej</a:t>
          </a:r>
          <a:r>
            <a:rPr lang="es-AR" sz="1800" b="0" kern="1200"/>
            <a:t>: spam, fraude, </a:t>
          </a:r>
          <a:r>
            <a:rPr lang="es-AR" sz="1800" b="0" kern="1200" err="1"/>
            <a:t>scoring</a:t>
          </a: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492240"/>
        <a:ext cx="8515685" cy="1076400"/>
      </dsp:txXfrm>
    </dsp:sp>
    <dsp:sp modelId="{A88CF8E7-61F2-4C7D-B043-946D6E17BE8F}">
      <dsp:nvSpPr>
        <dsp:cNvPr id="0" name=""/>
        <dsp:cNvSpPr/>
      </dsp:nvSpPr>
      <dsp:spPr>
        <a:xfrm>
          <a:off x="0" y="2493474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IA Generativa (</a:t>
          </a:r>
          <a:r>
            <a:rPr lang="es-AR" sz="2800" kern="1200" err="1"/>
            <a:t>GenAI</a:t>
          </a:r>
          <a:r>
            <a:rPr lang="es-AR" sz="2800" kern="1200"/>
            <a:t>)</a:t>
          </a:r>
        </a:p>
      </dsp:txBody>
      <dsp:txXfrm>
        <a:off x="59399" y="2552873"/>
        <a:ext cx="8396887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3200" kern="1200"/>
            <a:t>Tradicional → 🛂 Guardia (decide sí/no)</a:t>
          </a:r>
          <a:endParaRPr lang="es-AR" sz="3200" kern="1200"/>
        </a:p>
      </dsp:txBody>
      <dsp:txXfrm>
        <a:off x="59399" y="59399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92240"/>
          <a:ext cx="8515685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1800" b="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492240"/>
        <a:ext cx="8515685" cy="1076400"/>
      </dsp:txXfrm>
    </dsp:sp>
    <dsp:sp modelId="{A88CF8E7-61F2-4C7D-B043-946D6E17BE8F}">
      <dsp:nvSpPr>
        <dsp:cNvPr id="0" name=""/>
        <dsp:cNvSpPr/>
      </dsp:nvSpPr>
      <dsp:spPr>
        <a:xfrm>
          <a:off x="0" y="1432422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800" kern="1200"/>
            <a:t>Generativa → 🎬 Guionista (crea contenido)</a:t>
          </a:r>
        </a:p>
      </dsp:txBody>
      <dsp:txXfrm>
        <a:off x="59399" y="1491821"/>
        <a:ext cx="8396887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2902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/>
            <a:t>= modelos grandes entrenados con muchísimos datos</a:t>
          </a:r>
          <a:endParaRPr lang="es-AR" sz="2400" kern="1200"/>
        </a:p>
      </dsp:txBody>
      <dsp:txXfrm>
        <a:off x="59399" y="102301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259702"/>
          <a:ext cx="8515685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/>
            <a:t>Permiten:</a:t>
          </a: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kern="1200"/>
            <a:t>múltiples tareas
adaptación sin reentrenar</a:t>
          </a: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MX" sz="2000" kern="1200"/>
            <a:t>💡 Son la base de todo el ecosistema</a:t>
          </a:r>
          <a:endParaRPr lang="es-AR" sz="20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259702"/>
        <a:ext cx="8515685" cy="27582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3200" b="1" kern="1200"/>
            <a:t>LLM = </a:t>
          </a:r>
          <a:r>
            <a:rPr lang="es-AR" sz="3200" b="1" kern="1200" err="1"/>
            <a:t>Large</a:t>
          </a:r>
          <a:r>
            <a:rPr lang="es-AR" sz="3200" b="1" kern="1200"/>
            <a:t> </a:t>
          </a:r>
          <a:r>
            <a:rPr lang="es-AR" sz="3200" b="1" kern="1200" err="1"/>
            <a:t>Language</a:t>
          </a:r>
          <a:r>
            <a:rPr lang="es-AR" sz="3200" b="1" kern="1200"/>
            <a:t> </a:t>
          </a:r>
          <a:r>
            <a:rPr lang="es-AR" sz="3200" b="1" kern="1200" err="1"/>
            <a:t>Model</a:t>
          </a:r>
          <a:r>
            <a:rPr lang="es-AR" sz="3200" b="1" kern="1200"/>
            <a:t>:</a:t>
          </a:r>
          <a:endParaRPr lang="es-AR" sz="3200" kern="1200"/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421097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AR" sz="2400" kern="1200"/>
            <a:t>(Modelo de Lenguaje Grande)</a:t>
          </a:r>
        </a:p>
      </dsp:txBody>
      <dsp:txXfrm>
        <a:off x="0" y="2421097"/>
        <a:ext cx="8853639" cy="10764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43815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DIFFUSION MODELS</a:t>
          </a:r>
        </a:p>
      </dsp:txBody>
      <dsp:txXfrm>
        <a:off x="59399" y="203214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360615"/>
          <a:ext cx="8515685" cy="2556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0320" rIns="113792" bIns="20320" numCol="1" spcCol="1270" anchor="t" anchorCtr="0">
          <a:noAutofit/>
        </a:bodyPr>
        <a:lstStyle/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endParaRPr lang="es-AR" sz="1600" kern="1200"/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1600" b="1" kern="1200" err="1"/>
            <a:t>Diffusion</a:t>
          </a:r>
          <a:r>
            <a:rPr lang="es-AR" sz="1600" b="1" kern="1200"/>
            <a:t> </a:t>
          </a:r>
          <a:r>
            <a:rPr lang="es-AR" sz="1600" b="1" kern="1200" err="1"/>
            <a:t>Models</a:t>
          </a:r>
          <a:r>
            <a:rPr lang="es-AR" sz="1600" b="1" kern="1200"/>
            <a:t> (Modelos de Difusión)</a:t>
          </a:r>
          <a:endParaRPr lang="es-A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600" kern="1200"/>
            <a:t>Generan imágenes (o video)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600" kern="1200"/>
            <a:t>Funcionan así: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600" kern="1200"/>
            <a:t>agregan ruido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600" kern="1200"/>
            <a:t>aprenden a quitarlo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600" kern="1200"/>
            <a:t>generan desde ruido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it-IT" sz="1600" kern="1200"/>
            <a:t>💡 Ej: DALL·E, Stable Diffusion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360615"/>
        <a:ext cx="8515685" cy="25564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6514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Token = unidad mínima que procesa el modelo</a:t>
          </a:r>
          <a:endParaRPr lang="es-AR" sz="2400" kern="1200"/>
        </a:p>
      </dsp:txBody>
      <dsp:txXfrm>
        <a:off x="59399" y="32454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632367"/>
          <a:ext cx="8853639" cy="2354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NO son palabras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2000" kern="1200"/>
            <a:t>Pueden ser partes de palabras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 err="1"/>
            <a:t>Ej</a:t>
          </a:r>
          <a:r>
            <a:rPr lang="es-MX" sz="2000" kern="1200"/>
            <a:t>:</a:t>
          </a:r>
          <a:br>
            <a:rPr lang="es-MX" sz="2000" kern="1200"/>
          </a:br>
          <a:r>
            <a:rPr lang="es-MX" sz="2000" kern="1200"/>
            <a:t>“generación” → puede ser varios tokens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/>
            <a:t>💡 Todo se mide en tokens (costo + límite)</a:t>
          </a:r>
        </a:p>
      </dsp:txBody>
      <dsp:txXfrm>
        <a:off x="0" y="1632367"/>
        <a:ext cx="8853639" cy="23546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06054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err="1"/>
            <a:t>Embedding</a:t>
          </a:r>
          <a:r>
            <a:rPr lang="es-MX" sz="2400" b="1" kern="1200"/>
            <a:t> = representación numérica del significado</a:t>
          </a:r>
          <a:endParaRPr lang="es-AR" sz="2400" kern="1200"/>
        </a:p>
      </dsp:txBody>
      <dsp:txXfrm>
        <a:off x="59399" y="165453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531454"/>
          <a:ext cx="8853639" cy="2556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180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1800" kern="1200"/>
            <a:t>Convierte texto → vector (números) 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Permite comparar significado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AR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1800" kern="1200"/>
            <a:t>💡 Dos frases distintas pueden significar lo mismo → quedan cerca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531454"/>
        <a:ext cx="8853639" cy="25564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CONTEXT WINDOW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892342"/>
          <a:ext cx="8853639" cy="3834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 err="1"/>
            <a:t>Context</a:t>
          </a:r>
          <a:r>
            <a:rPr lang="es-MX" sz="2000" kern="1200"/>
            <a:t> </a:t>
          </a:r>
          <a:r>
            <a:rPr lang="es-MX" sz="2000" kern="1200" err="1"/>
            <a:t>Window</a:t>
          </a:r>
          <a:r>
            <a:rPr lang="es-MX" sz="2000" kern="1200"/>
            <a:t> = memoria del modelo
Cantidad de tokens que puede “ver”
Incluye input + output
💡 Si te </a:t>
          </a:r>
          <a:r>
            <a:rPr lang="es-MX" sz="2000" kern="1200" err="1"/>
            <a:t>pasás</a:t>
          </a:r>
          <a:r>
            <a:rPr lang="es-MX" sz="2000" kern="1200"/>
            <a:t> → pierde </a:t>
          </a:r>
          <a:r>
            <a:rPr lang="es-MX" sz="2000" kern="1200" err="1"/>
            <a:t>info</a:t>
          </a:r>
          <a:r>
            <a:rPr lang="es-MX" sz="2000" kern="1200"/>
            <a:t>
👉 Problema real: datos largos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892342"/>
        <a:ext cx="8853639" cy="383467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EL GRAN ERROR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060529"/>
          <a:ext cx="8853639" cy="349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2000" kern="1200"/>
            <a:t>Error común:
“Con un buen </a:t>
          </a:r>
          <a:r>
            <a:rPr lang="es-MX" sz="2000" kern="1200" err="1"/>
            <a:t>prompt</a:t>
          </a:r>
          <a:r>
            <a:rPr lang="es-MX" sz="2000" kern="1200"/>
            <a:t> alcanza”
✔️ Realidad:
</a:t>
          </a:r>
          <a:r>
            <a:rPr lang="es-MX" sz="2000" kern="1200" err="1"/>
            <a:t>Prompt</a:t>
          </a:r>
          <a:r>
            <a:rPr lang="es-MX" sz="2000" kern="1200"/>
            <a:t> = parte del sistema
Sistema = mucho más
💡 Acá empieza lo profesional</a:t>
          </a:r>
          <a:endParaRPr lang="es-AR" sz="2000" kern="1200"/>
        </a:p>
      </dsp:txBody>
      <dsp:txXfrm>
        <a:off x="0" y="1060529"/>
        <a:ext cx="8853639" cy="34983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SYSTEM DESIGN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094167"/>
          <a:ext cx="8853639" cy="3431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180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MX" sz="1800" b="1" kern="1200" err="1"/>
            <a:t>System</a:t>
          </a:r>
          <a:r>
            <a:rPr lang="es-MX" sz="1800" b="1" kern="1200"/>
            <a:t> </a:t>
          </a:r>
          <a:r>
            <a:rPr lang="es-MX" sz="1800" b="1" kern="1200" err="1"/>
            <a:t>Design</a:t>
          </a:r>
          <a:r>
            <a:rPr lang="es-MX" sz="1800" b="1" kern="1200"/>
            <a:t> (Diseño de sistemas)</a:t>
          </a:r>
          <a:endParaRPr lang="es-AR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kern="1200"/>
            <a:t>Incluye: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datos (RAG)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herramientas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reglas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evaluación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riesgos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1800" kern="1200"/>
            <a:t>💡 Es lo que diferencia un juguete de un producto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094167"/>
        <a:ext cx="8853639" cy="343102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RAG = </a:t>
          </a:r>
          <a:r>
            <a:rPr lang="es-AR" sz="2400" b="1" kern="1200" err="1"/>
            <a:t>Retrieval</a:t>
          </a:r>
          <a:r>
            <a:rPr lang="es-AR" sz="2400" b="1" kern="1200"/>
            <a:t> </a:t>
          </a:r>
          <a:r>
            <a:rPr lang="es-AR" sz="2400" b="1" kern="1200" err="1"/>
            <a:t>Augmented</a:t>
          </a:r>
          <a:r>
            <a:rPr lang="es-AR" sz="2400" b="1" kern="1200"/>
            <a:t> </a:t>
          </a:r>
          <a:r>
            <a:rPr lang="es-AR" sz="2400" b="1" kern="1200" err="1"/>
            <a:t>Generation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363267"/>
          <a:ext cx="8853639" cy="289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s-AR" sz="1800" kern="1200"/>
            <a:t>(Generación aumentada con recuperación)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kern="1200"/>
            <a:t>Cómo funciona: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s-AR" sz="1800" kern="1200" err="1"/>
            <a:t>buscás</a:t>
          </a:r>
          <a:r>
            <a:rPr lang="es-AR" sz="1800" kern="1200"/>
            <a:t> </a:t>
          </a:r>
          <a:r>
            <a:rPr lang="es-AR" sz="1800" kern="1200" err="1"/>
            <a:t>info</a:t>
          </a:r>
          <a:r>
            <a:rPr lang="es-AR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s-AR" sz="1800" kern="1200"/>
            <a:t>la </a:t>
          </a:r>
          <a:r>
            <a:rPr lang="es-AR" sz="1800" kern="1200" err="1"/>
            <a:t>agregás</a:t>
          </a:r>
          <a:r>
            <a:rPr lang="es-AR" sz="1800" kern="1200"/>
            <a:t> al </a:t>
          </a:r>
          <a:r>
            <a:rPr lang="es-AR" sz="1800" kern="1200" err="1"/>
            <a:t>prompt</a:t>
          </a:r>
          <a:r>
            <a:rPr lang="es-AR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s-AR" sz="1800" kern="1200"/>
            <a:t>el modelo responde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1800" kern="1200"/>
            <a:t>💡 Es como “examen a libro abierto”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363267"/>
        <a:ext cx="8853639" cy="289282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0" i="0" kern="1200"/>
            <a:t>El </a:t>
          </a:r>
          <a:r>
            <a:rPr lang="es-AR" sz="2400" b="1" i="0" kern="1200"/>
            <a:t>fine-</a:t>
          </a:r>
          <a:r>
            <a:rPr lang="es-AR" sz="2400" b="1" i="0" kern="1200" err="1"/>
            <a:t>tuning</a:t>
          </a:r>
          <a:r>
            <a:rPr lang="es-AR" sz="2400" b="0" i="0" kern="1200"/>
            <a:t> (ajuste fino) VS </a:t>
          </a:r>
          <a:r>
            <a:rPr lang="es-MX" sz="2400" b="1" i="0" kern="1200" err="1"/>
            <a:t>Prompting</a:t>
          </a:r>
          <a:r>
            <a:rPr lang="es-MX" sz="2400" b="1" i="0" kern="1200"/>
            <a:t> (El arte de la instrucción)</a:t>
          </a:r>
          <a:r>
            <a:rPr lang="es-AR" sz="2400" b="0" i="0" kern="1200"/>
            <a:t> 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925979"/>
          <a:ext cx="8853639" cy="376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2860" rIns="128016" bIns="2286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180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b="1" kern="1200" err="1"/>
            <a:t>Prompting</a:t>
          </a:r>
          <a:endParaRPr lang="es-AR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rápido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flexible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sin cambiar modelo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b="1" kern="1200"/>
            <a:t>Fine-</a:t>
          </a:r>
          <a:r>
            <a:rPr lang="es-AR" sz="1800" b="1" kern="1200" err="1"/>
            <a:t>tuning</a:t>
          </a:r>
          <a:endParaRPr lang="es-AR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 err="1"/>
            <a:t>reentrenás</a:t>
          </a:r>
          <a:r>
            <a:rPr lang="es-AR" sz="1800" kern="1200"/>
            <a:t> el modelo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más preciso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más costoso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kern="1200"/>
            <a:t>💡 Regla: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datos cambiantes → RAG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formato fijo → fine-</a:t>
          </a:r>
          <a:r>
            <a:rPr lang="es-AR" sz="1800" kern="1200" err="1"/>
            <a:t>tuning</a:t>
          </a:r>
          <a:r>
            <a:rPr lang="es-AR" sz="1800" kern="1200"/>
            <a:t> </a:t>
          </a:r>
        </a:p>
      </dsp:txBody>
      <dsp:txXfrm>
        <a:off x="0" y="925979"/>
        <a:ext cx="8853639" cy="37674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43523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Comparativa</a:t>
          </a:r>
          <a:endParaRPr lang="es-AR" sz="2400" kern="1200"/>
        </a:p>
      </dsp:txBody>
      <dsp:txXfrm>
        <a:off x="59399" y="502922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271479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</dsp:txBody>
      <dsp:txXfrm>
        <a:off x="0" y="2271479"/>
        <a:ext cx="8853639" cy="10764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140143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Esto les sirve a perfiles mixtos.</a:t>
          </a:r>
          <a:endParaRPr lang="es-AR" sz="2400" kern="1200"/>
        </a:p>
      </dsp:txBody>
      <dsp:txXfrm>
        <a:off x="59399" y="1199542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187385"/>
          <a:ext cx="8853639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s-AR" sz="2000" kern="1200"/>
            <a:t>Ejemplo:</a:t>
          </a:r>
          <a:br>
            <a:rPr lang="es-AR" sz="2000" kern="1200"/>
          </a:br>
          <a:r>
            <a:rPr lang="es-MX" sz="2000" kern="1200" err="1"/>
            <a:t>Devolvé</a:t>
          </a:r>
          <a:r>
            <a:rPr lang="es-MX" sz="2000" kern="1200"/>
            <a:t> la respuesta en una tabla con columnas: tarea, beneficio, riesgo, ejemplo.</a:t>
          </a:r>
          <a:endParaRPr lang="es-AR" sz="2000" kern="1200"/>
        </a:p>
      </dsp:txBody>
      <dsp:txXfrm>
        <a:off x="0" y="2187385"/>
        <a:ext cx="8853639" cy="124458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7018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AI </a:t>
          </a:r>
          <a:r>
            <a:rPr lang="pt-BR" sz="2400" kern="1200" err="1"/>
            <a:t>Agents</a:t>
          </a:r>
          <a:r>
            <a:rPr lang="pt-BR" sz="2400" kern="1200"/>
            <a:t> (Agentes de IA)</a:t>
          </a:r>
          <a:endParaRPr lang="es-AR" sz="2400" kern="1200"/>
        </a:p>
      </dsp:txBody>
      <dsp:txXfrm>
        <a:off x="59399" y="52957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993254"/>
          <a:ext cx="8853639" cy="3632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AR" sz="2400" b="0" kern="120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AR" sz="2400" b="0" kern="120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= sistemas que pueden:</a:t>
          </a:r>
          <a:endParaRPr lang="es-AR" sz="1800" b="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usar herramientas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tomar decisiones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ejecutar acciones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kern="1200" err="1"/>
            <a:t>Ej</a:t>
          </a:r>
          <a:r>
            <a:rPr lang="es-AR" sz="1800" kern="1200"/>
            <a:t>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buscar </a:t>
          </a:r>
          <a:r>
            <a:rPr lang="es-AR" sz="1800" kern="1200" err="1"/>
            <a:t>info</a:t>
          </a:r>
          <a:r>
            <a:rPr lang="es-AR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calcular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800" kern="1200"/>
            <a:t>llamar </a:t>
          </a:r>
          <a:r>
            <a:rPr lang="es-AR" sz="1800" kern="1200" err="1"/>
            <a:t>APIs</a:t>
          </a:r>
          <a:r>
            <a:rPr lang="es-AR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800" kern="1200"/>
            <a:t>⚠️ Más poder → más riesgo </a:t>
          </a:r>
        </a:p>
      </dsp:txBody>
      <dsp:txXfrm>
        <a:off x="0" y="993254"/>
        <a:ext cx="8853639" cy="36328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0737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1890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Hoy no vamos a ver solo una herramienta. Vamos a ver una forma de trabajar con IA.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880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err="1"/>
              <a:t>OpenAI</a:t>
            </a:r>
            <a:r>
              <a:rPr lang="es-MX"/>
              <a:t> describe </a:t>
            </a:r>
            <a:r>
              <a:rPr lang="es-MX" b="1" err="1"/>
              <a:t>deep</a:t>
            </a:r>
            <a:r>
              <a:rPr lang="es-MX" b="1"/>
              <a:t> </a:t>
            </a:r>
            <a:r>
              <a:rPr lang="es-MX" b="1" err="1"/>
              <a:t>research</a:t>
            </a:r>
            <a:r>
              <a:rPr lang="es-MX"/>
              <a:t> como una capacidad para buscar, analizar y sintetizar información de múltiples fuentes, y sus notas recientes indican mejoras de control y gestión del proceso; también describe </a:t>
            </a:r>
            <a:r>
              <a:rPr lang="es-MX" b="1"/>
              <a:t>Codex</a:t>
            </a:r>
            <a:r>
              <a:rPr lang="es-MX"/>
              <a:t> como una experiencia enfocada en flujos de trabajo de código, revisión y comprensión de proyectos. </a:t>
            </a:r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871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“Si solo </a:t>
            </a:r>
            <a:r>
              <a:rPr lang="es-AR" err="1"/>
              <a:t>sabés</a:t>
            </a:r>
            <a:r>
              <a:rPr lang="es-AR"/>
              <a:t> usar </a:t>
            </a:r>
            <a:r>
              <a:rPr lang="es-AR" err="1"/>
              <a:t>prompts</a:t>
            </a:r>
            <a:r>
              <a:rPr lang="es-AR"/>
              <a:t>, </a:t>
            </a:r>
            <a:r>
              <a:rPr lang="es-AR" err="1"/>
              <a:t>sos</a:t>
            </a:r>
            <a:r>
              <a:rPr lang="es-AR"/>
              <a:t> </a:t>
            </a:r>
            <a:r>
              <a:rPr lang="es-AR" err="1"/>
              <a:t>usuario.Si</a:t>
            </a:r>
            <a:r>
              <a:rPr lang="es-AR"/>
              <a:t> </a:t>
            </a:r>
            <a:r>
              <a:rPr lang="es-AR" err="1"/>
              <a:t>entendés</a:t>
            </a:r>
            <a:r>
              <a:rPr lang="es-AR"/>
              <a:t> esto, </a:t>
            </a:r>
            <a:r>
              <a:rPr lang="es-AR" err="1"/>
              <a:t>empezás</a:t>
            </a:r>
            <a:r>
              <a:rPr lang="es-AR"/>
              <a:t> a ser arquitecto de IA.”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0DE57-D832-4C0E-B844-2BC9C8865DC9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293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Exposición de experto</a:t>
            </a:r>
            <a:endParaRPr lang="es-AR" sz="6600" b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2400" b="1"/>
              <a:t>El ecosistema real de la </a:t>
            </a:r>
            <a:r>
              <a:rPr lang="es-MX" sz="2400" b="1" err="1"/>
              <a:t>GenAI</a:t>
            </a:r>
            <a:endParaRPr lang="es-MX" sz="2400" b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Los 5 pilares del ecosistema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IA TRADICIONAL vs GENERATIVA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rgbClr val="7F7F7F"/>
                </a:solidFill>
                <a:ea typeface="+mn-lt"/>
                <a:cs typeface="+mn-lt"/>
              </a:rPr>
              <a:t>MODELOS FUNDACIONALES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1" y="4934010"/>
            <a:ext cx="116749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/>
              <a:t>Cierre</a:t>
            </a:r>
            <a:endParaRPr lang="es-ES" sz="240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4617989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4420977"/>
            <a:ext cx="257046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/>
              <a:t>Actividades</a:t>
            </a:r>
            <a:endParaRPr lang="es-ES" sz="240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5139050"/>
            <a:ext cx="130628" cy="13062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Ecosistema de IA Generativa</a:t>
            </a: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El ecosistema real de la </a:t>
            </a:r>
            <a:r>
              <a:rPr lang="es-MX" sz="4000" b="1" err="1">
                <a:solidFill>
                  <a:prstClr val="white"/>
                </a:solidFill>
              </a:rPr>
              <a:t>GenAI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8737683"/>
              </p:ext>
            </p:extLst>
          </p:nvPr>
        </p:nvGraphicFramePr>
        <p:xfrm>
          <a:off x="524041" y="1287035"/>
          <a:ext cx="8515685" cy="5328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1DF7-5637-C6F6-2634-4B6EC25E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356D6C-CCAE-8856-4FAB-5F96944447C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Los 5 pilares del ecosistema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57FCCBC-8206-0D8A-3590-4CD527348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275501"/>
              </p:ext>
            </p:extLst>
          </p:nvPr>
        </p:nvGraphicFramePr>
        <p:xfrm>
          <a:off x="524041" y="1295598"/>
          <a:ext cx="8515685" cy="5570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73DD29CE-55CF-B6A2-F68A-C263C8F8B18D}"/>
              </a:ext>
            </a:extLst>
          </p:cNvPr>
          <p:cNvSpPr txBox="1"/>
          <p:nvPr/>
        </p:nvSpPr>
        <p:spPr>
          <a:xfrm>
            <a:off x="453893" y="5570964"/>
            <a:ext cx="6125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Fluidez ≠ verdad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Velocidad ≠ precisión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sz="1800" b="0"/>
              <a:t>IA ≠ sistema confiable</a:t>
            </a:r>
          </a:p>
        </p:txBody>
      </p:sp>
    </p:spTree>
    <p:extLst>
      <p:ext uri="{BB962C8B-B14F-4D97-AF65-F5344CB8AC3E}">
        <p14:creationId xmlns:p14="http://schemas.microsoft.com/office/powerpoint/2010/main" val="219305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7905-9883-81B9-F112-E4C00870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014E5E-9087-7116-F0B9-FDE76E1B915E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IA TRADICIONAL vs GENERATIVA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6285045-A920-2593-B89D-C36DE93A0C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9266382"/>
              </p:ext>
            </p:extLst>
          </p:nvPr>
        </p:nvGraphicFramePr>
        <p:xfrm>
          <a:off x="524041" y="1295598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B6681ED-CED5-E40C-BEB0-C586A115345A}"/>
              </a:ext>
            </a:extLst>
          </p:cNvPr>
          <p:cNvSpPr txBox="1"/>
          <p:nvPr/>
        </p:nvSpPr>
        <p:spPr>
          <a:xfrm>
            <a:off x="524041" y="5132472"/>
            <a:ext cx="6125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/>
              <a:t>Crea contenido nuevo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 err="1"/>
              <a:t>Ej</a:t>
            </a:r>
            <a:r>
              <a:rPr lang="es-MX"/>
              <a:t>: texto, imágenes, código</a:t>
            </a:r>
          </a:p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/>
              <a:t>💡 Hoy se combinan en sistemas reales</a:t>
            </a:r>
            <a:endParaRPr lang="es-MX" sz="1800" b="0"/>
          </a:p>
        </p:txBody>
      </p:sp>
    </p:spTree>
    <p:extLst>
      <p:ext uri="{BB962C8B-B14F-4D97-AF65-F5344CB8AC3E}">
        <p14:creationId xmlns:p14="http://schemas.microsoft.com/office/powerpoint/2010/main" val="3863560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71F-2D13-B9B6-FB46-59C82708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8CC14C-73C4-42BD-54A7-C232927A3611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ANALOGÍA SIMPLE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77BC0F0-7CBA-447C-92BA-59EF188E3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815155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3E75CC3-6161-C776-5EB0-C297FE4ED04A}"/>
              </a:ext>
            </a:extLst>
          </p:cNvPr>
          <p:cNvSpPr txBox="1"/>
          <p:nvPr/>
        </p:nvSpPr>
        <p:spPr>
          <a:xfrm>
            <a:off x="662064" y="4036918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s-MX"/>
              <a:t>💡 El modelo no “entiende”: genera probabilidades</a:t>
            </a:r>
            <a:endParaRPr lang="es-MX" sz="1800" b="0"/>
          </a:p>
        </p:txBody>
      </p:sp>
    </p:spTree>
    <p:extLst>
      <p:ext uri="{BB962C8B-B14F-4D97-AF65-F5344CB8AC3E}">
        <p14:creationId xmlns:p14="http://schemas.microsoft.com/office/powerpoint/2010/main" val="86768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8ED3-6A68-956F-D756-8A2D717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BE62F4-C44E-CB70-0E96-BC49EE29DA2C}"/>
              </a:ext>
            </a:extLst>
          </p:cNvPr>
          <p:cNvSpPr txBox="1"/>
          <p:nvPr/>
        </p:nvSpPr>
        <p:spPr>
          <a:xfrm>
            <a:off x="1403117" y="2185847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MODELOS FUNDACIONALES</a:t>
            </a: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17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A8E8-0ED4-F160-2CA6-EF70E350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8EF620-D82C-2DF7-A753-738DDDAAC6D2}"/>
              </a:ext>
            </a:extLst>
          </p:cNvPr>
          <p:cNvSpPr txBox="1"/>
          <p:nvPr/>
        </p:nvSpPr>
        <p:spPr>
          <a:xfrm>
            <a:off x="397534" y="579150"/>
            <a:ext cx="91564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2800" b="1" err="1">
                <a:solidFill>
                  <a:prstClr val="white"/>
                </a:solidFill>
              </a:rPr>
              <a:t>Foundation</a:t>
            </a:r>
            <a:r>
              <a:rPr lang="es-MX" sz="2800" b="1">
                <a:solidFill>
                  <a:prstClr val="white"/>
                </a:solidFill>
              </a:rPr>
              <a:t> </a:t>
            </a:r>
            <a:r>
              <a:rPr lang="es-MX" sz="2800" b="1" err="1">
                <a:solidFill>
                  <a:prstClr val="white"/>
                </a:solidFill>
              </a:rPr>
              <a:t>Models</a:t>
            </a:r>
            <a:r>
              <a:rPr lang="es-MX" sz="2800" b="1">
                <a:solidFill>
                  <a:prstClr val="white"/>
                </a:solidFill>
              </a:rPr>
              <a:t> (Modelos </a:t>
            </a:r>
            <a:r>
              <a:rPr lang="es-MX" sz="3200" b="1">
                <a:solidFill>
                  <a:prstClr val="white"/>
                </a:solidFill>
              </a:rPr>
              <a:t>Fundacionales)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D632008-8BB5-0FAE-1918-331AC3A3F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2644967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23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0363-C29B-C26E-0011-919281E0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76A107-1DD4-C58E-947D-22F67DCC08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LLM</a:t>
            </a:r>
            <a:endParaRPr lang="es-ES" sz="105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C0DA40-5FF7-6102-4208-DF3A2B6DF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0998082"/>
              </p:ext>
            </p:extLst>
          </p:nvPr>
        </p:nvGraphicFramePr>
        <p:xfrm>
          <a:off x="524041" y="1301413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19A4209-BDD5-09A7-328F-9AE3CF87D343}"/>
              </a:ext>
            </a:extLst>
          </p:cNvPr>
          <p:cNvSpPr txBox="1"/>
          <p:nvPr/>
        </p:nvSpPr>
        <p:spPr>
          <a:xfrm>
            <a:off x="553062" y="4166374"/>
            <a:ext cx="8824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/>
              <a:t>Trabajan con texto </a:t>
            </a:r>
          </a:p>
          <a:p>
            <a:r>
              <a:rPr lang="es-MX" sz="2400"/>
              <a:t>Generan palabra por palabra (token a token) </a:t>
            </a:r>
          </a:p>
          <a:p>
            <a:endParaRPr lang="es-MX" sz="2400"/>
          </a:p>
          <a:p>
            <a:r>
              <a:rPr lang="es-MX" sz="2400" err="1"/>
              <a:t>Ej</a:t>
            </a:r>
            <a:r>
              <a:rPr lang="es-MX" sz="2400"/>
              <a:t>: </a:t>
            </a:r>
            <a:r>
              <a:rPr lang="es-MX" sz="2400" err="1"/>
              <a:t>ChatGPT</a:t>
            </a:r>
            <a:r>
              <a:rPr lang="es-MX" sz="2400"/>
              <a:t>, Claude </a:t>
            </a:r>
          </a:p>
          <a:p>
            <a:r>
              <a:rPr lang="es-MX" sz="2400"/>
              <a:t>💡 Predicen “qué viene después” en una secuencia</a:t>
            </a:r>
          </a:p>
          <a:p>
            <a:pPr marL="342900" lvl="0" indent="-34290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s-AR" sz="2400"/>
          </a:p>
        </p:txBody>
      </p:sp>
    </p:spTree>
    <p:extLst>
      <p:ext uri="{BB962C8B-B14F-4D97-AF65-F5344CB8AC3E}">
        <p14:creationId xmlns:p14="http://schemas.microsoft.com/office/powerpoint/2010/main" val="42934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9AAE-54CD-ADDA-EA21-6B16B544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7A6681-D5A2-9EA0-A4D5-214AEB8F1D95}"/>
              </a:ext>
            </a:extLst>
          </p:cNvPr>
          <p:cNvSpPr txBox="1"/>
          <p:nvPr/>
        </p:nvSpPr>
        <p:spPr>
          <a:xfrm>
            <a:off x="42341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La fórmula base de un buen </a:t>
            </a:r>
            <a:r>
              <a:rPr lang="es-MX" sz="4000" b="1" err="1">
                <a:solidFill>
                  <a:prstClr val="white"/>
                </a:solidFill>
              </a:rPr>
              <a:t>prompt</a:t>
            </a:r>
            <a:endParaRPr lang="es-MX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21CCB63-6EA4-5D1C-CE4E-5664A6E558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317414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145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797-F73C-EED8-D60E-DFC31286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84C05-5131-31A1-00E8-74EE10B47D8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TOKENS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A9AC01-9C28-2029-17BB-9348E81F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311757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65AF-806C-77A0-32ED-22C4DA59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041D7B-BD65-5D52-8ABC-0545B9324E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EMBEDDINGS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176C211-A4C4-BC83-B097-9E930CD4A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336010"/>
              </p:ext>
            </p:extLst>
          </p:nvPr>
        </p:nvGraphicFramePr>
        <p:xfrm>
          <a:off x="455547" y="1278474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7014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F33B-C8C3-477A-695D-16E67B4C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8B2E37-F058-89E4-76C4-ACE56171ADE6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transformación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5F2E6C7-7EC0-9A8C-7EC5-8678C01CE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435096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78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062B-7700-275B-9E21-69295FFF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EA20AE-63BE-D9A1-6852-16F80E952CD3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comparación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4E9805A-5E99-C12D-C6FC-FC13F04E8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9266477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6604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E055-0721-3536-350C-C916D357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E553624-B39C-9702-FA07-16C8486CFCE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de ideación / </a:t>
            </a:r>
            <a:r>
              <a:rPr lang="es-AR" sz="4000" b="1" err="1">
                <a:solidFill>
                  <a:prstClr val="white"/>
                </a:solidFill>
              </a:rPr>
              <a:t>brainstorming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6521892-1E5C-D54B-1207-3B06712D61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4306696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943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E5D84-D49A-FCF7-6EA5-2279EC74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C23CA3-0713-E746-F93C-544B8CE0917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RAG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D3FFBE5-989C-3899-BD96-B1750F7154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03081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0682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B7EF-C5F8-5582-A0BB-3F639D71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580D9F-E0EA-EA27-749E-E43BFED5FF50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FINE-TUNING vs PROMPTING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C733CAD-BE18-DA71-10DE-5827CD345A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4940981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341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64B6-B9B7-7FFE-B904-F2103703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26547C-FA80-6191-48D2-2B73C6207EF2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FINE-TUNING vs PROMPTING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DE710AF-02B9-D12E-174C-D5064A5E3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128538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0CAD1846-2CE4-FECE-84A3-E6556187F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11" y="3132339"/>
            <a:ext cx="7973897" cy="361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19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84F5-1BD8-E706-1FFF-F35554FE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9A6C78-CDB9-E09F-3990-767122B5CEC1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err="1">
                <a:solidFill>
                  <a:prstClr val="white"/>
                </a:solidFill>
              </a:rPr>
              <a:t>Prompt</a:t>
            </a:r>
            <a:r>
              <a:rPr lang="es-AR" sz="4000" b="1">
                <a:solidFill>
                  <a:prstClr val="white"/>
                </a:solidFill>
              </a:rPr>
              <a:t> con output estructurado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75A8636-C5FB-43B2-9FE5-979881D445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007012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750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D824-C8DE-DDC4-7F40-66F4F051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5CA851-0237-CDA0-9662-A76D42C4254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schemeClr val="bg1"/>
                </a:solidFill>
              </a:rPr>
              <a:t>AGENTES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C57EF58-E8D3-A60A-C914-B5B25143F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237651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308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409176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¿Preguntas?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err="1">
                <a:solidFill>
                  <a:schemeClr val="bg1"/>
                </a:solidFill>
              </a:rPr>
              <a:t>Nañez</a:t>
            </a:r>
            <a:r>
              <a:rPr lang="es-MX" sz="2000">
                <a:solidFill>
                  <a:schemeClr val="bg1"/>
                </a:solidFill>
              </a:rPr>
              <a:t> Alonso, S. L., &amp; </a:t>
            </a:r>
            <a:r>
              <a:rPr lang="es-MX" sz="2000" err="1">
                <a:solidFill>
                  <a:schemeClr val="bg1"/>
                </a:solidFill>
              </a:rPr>
              <a:t>Reier</a:t>
            </a:r>
            <a:r>
              <a:rPr lang="es-MX" sz="2000">
                <a:solidFill>
                  <a:schemeClr val="bg1"/>
                </a:solidFill>
              </a:rPr>
              <a:t> </a:t>
            </a:r>
            <a:r>
              <a:rPr lang="es-MX" sz="2000" err="1">
                <a:solidFill>
                  <a:schemeClr val="bg1"/>
                </a:solidFill>
              </a:rPr>
              <a:t>Forradellas</a:t>
            </a:r>
            <a:r>
              <a:rPr lang="es-MX" sz="2000">
                <a:solidFill>
                  <a:schemeClr val="bg1"/>
                </a:solidFill>
              </a:rPr>
              <a:t>, R. F. (2025). Transformación digital y negocios inteligentes: La era de la</a:t>
            </a:r>
          </a:p>
          <a:p>
            <a:pPr algn="just"/>
            <a:r>
              <a:rPr lang="es-MX" sz="2000">
                <a:solidFill>
                  <a:schemeClr val="bg1"/>
                </a:solidFill>
              </a:rPr>
              <a:t>inteligencia artificial. Dykinson.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>
                <a:solidFill>
                  <a:schemeClr val="bg1"/>
                </a:solidFill>
              </a:rPr>
              <a:t>Bibliografía </a:t>
            </a:r>
            <a:r>
              <a:rPr lang="es-AR" sz="360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>
                <a:solidFill>
                  <a:schemeClr val="bg1"/>
                </a:solidFill>
                <a:effectLst/>
              </a:rPr>
              <a:t>​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7" ma:contentTypeDescription="Crear nuevo documento." ma:contentTypeScope="" ma:versionID="99c3e8c60ec31a6dc59e1e32d3fb19f4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f2293d8dde8a3b0f7894d6a5fa6650df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1803CA-FEBB-4A0D-BD4D-E9503F1B167C}">
  <ds:schemaRefs>
    <ds:schemaRef ds:uri="232756c5-2869-4da6-aa3d-6ef32daae75e"/>
    <ds:schemaRef ds:uri="b5f0631a-2ac1-434a-9e75-b23938e573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149EE92-9DAD-4911-8708-E10AC8922CFB}">
  <ds:schemaRefs>
    <ds:schemaRef ds:uri="60bc6ba5-2bdc-4a59-89fa-f2f7f634d0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Application>Microsoft Office PowerPoint</Application>
  <PresentationFormat>Widescreen</PresentationFormat>
  <Slides>25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Tema de Office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revision>5</cp:revision>
  <dcterms:created xsi:type="dcterms:W3CDTF">2022-08-30T18:57:15Z</dcterms:created>
  <dcterms:modified xsi:type="dcterms:W3CDTF">2026-09-09T19:38:04Z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