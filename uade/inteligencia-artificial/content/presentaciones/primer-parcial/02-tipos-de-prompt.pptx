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  <p:sldMasterId id="2147483720" r:id="rId5"/>
    <p:sldMasterId id="2147483660" r:id="rId6"/>
  </p:sldMasterIdLst>
  <p:notesMasterIdLst>
    <p:notesMasterId r:id="rId45"/>
  </p:notesMasterIdLst>
  <p:handoutMasterIdLst>
    <p:handoutMasterId r:id="rId46"/>
  </p:handoutMasterIdLst>
  <p:sldIdLst>
    <p:sldId id="344" r:id="rId7"/>
    <p:sldId id="346" r:id="rId8"/>
    <p:sldId id="258" r:id="rId9"/>
    <p:sldId id="326" r:id="rId10"/>
    <p:sldId id="385" r:id="rId11"/>
    <p:sldId id="452" r:id="rId12"/>
    <p:sldId id="453" r:id="rId13"/>
    <p:sldId id="454" r:id="rId14"/>
    <p:sldId id="440" r:id="rId15"/>
    <p:sldId id="439" r:id="rId16"/>
    <p:sldId id="355" r:id="rId17"/>
    <p:sldId id="425" r:id="rId18"/>
    <p:sldId id="455" r:id="rId19"/>
    <p:sldId id="426" r:id="rId20"/>
    <p:sldId id="427" r:id="rId21"/>
    <p:sldId id="456" r:id="rId22"/>
    <p:sldId id="457" r:id="rId23"/>
    <p:sldId id="458" r:id="rId24"/>
    <p:sldId id="459" r:id="rId25"/>
    <p:sldId id="460" r:id="rId26"/>
    <p:sldId id="461" r:id="rId27"/>
    <p:sldId id="462" r:id="rId28"/>
    <p:sldId id="463" r:id="rId29"/>
    <p:sldId id="464" r:id="rId30"/>
    <p:sldId id="432" r:id="rId31"/>
    <p:sldId id="433" r:id="rId32"/>
    <p:sldId id="465" r:id="rId33"/>
    <p:sldId id="466" r:id="rId34"/>
    <p:sldId id="467" r:id="rId35"/>
    <p:sldId id="468" r:id="rId36"/>
    <p:sldId id="469" r:id="rId37"/>
    <p:sldId id="434" r:id="rId38"/>
    <p:sldId id="470" r:id="rId39"/>
    <p:sldId id="436" r:id="rId40"/>
    <p:sldId id="471" r:id="rId41"/>
    <p:sldId id="422" r:id="rId42"/>
    <p:sldId id="316" r:id="rId43"/>
    <p:sldId id="272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2F96D9-971B-6D8E-A80A-74D16742802A}" name="RUIZ MATIAS GABRIEL" initials="RG" userId="S::matruiz@uade.edu.ar::72c12a3b-a710-4b0e-ab01-ac5c42c63442" providerId="AD"/>
  <p188:author id="{DD719EE8-DDFC-16A4-4674-DD58E045D250}" name="ADDESSO CAMILA" initials="CA" userId="S::caddesso@uade.edu.ar::efb615f5-46de-4cfe-a24f-17ca13fe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CF102D"/>
    <a:srgbClr val="62A72F"/>
    <a:srgbClr val="A57EB2"/>
    <a:srgbClr val="E1E1DF"/>
    <a:srgbClr val="F6A610"/>
    <a:srgbClr val="4C4C4C"/>
    <a:srgbClr val="0EA6CF"/>
    <a:srgbClr val="ED6B20"/>
    <a:srgbClr val="0C1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viewProps" Target="viewProps.xml"/><Relationship Id="rId8" Type="http://schemas.openxmlformats.org/officeDocument/2006/relationships/slide" Target="slides/slide2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NA BRAVO DAISI JESSICA" userId="S::dlucanabravo@uade.edu.ar::457d3ac3-5adf-4a4d-8c75-7a215e10d5d5" providerId="AD" clId="Web-{E48AD4D7-ABD6-86C3-B5D8-F849849841E7}"/>
    <pc:docChg chg="modSld">
      <pc:chgData name="LUCANA BRAVO DAISI JESSICA" userId="S::dlucanabravo@uade.edu.ar::457d3ac3-5adf-4a4d-8c75-7a215e10d5d5" providerId="AD" clId="Web-{E48AD4D7-ABD6-86C3-B5D8-F849849841E7}" dt="2026-08-10T21:49:33.454" v="2" actId="20577"/>
      <pc:docMkLst>
        <pc:docMk/>
      </pc:docMkLst>
      <pc:sldChg chg="modSp">
        <pc:chgData name="LUCANA BRAVO DAISI JESSICA" userId="S::dlucanabravo@uade.edu.ar::457d3ac3-5adf-4a4d-8c75-7a215e10d5d5" providerId="AD" clId="Web-{E48AD4D7-ABD6-86C3-B5D8-F849849841E7}" dt="2026-08-10T21:49:33.454" v="2" actId="20577"/>
        <pc:sldMkLst>
          <pc:docMk/>
          <pc:sldMk cId="3863560796" sldId="453"/>
        </pc:sldMkLst>
        <pc:graphicFrameChg chg="modGraphic">
          <ac:chgData name="LUCANA BRAVO DAISI JESSICA" userId="S::dlucanabravo@uade.edu.ar::457d3ac3-5adf-4a4d-8c75-7a215e10d5d5" providerId="AD" clId="Web-{E48AD4D7-ABD6-86C3-B5D8-F849849841E7}" dt="2026-08-10T21:49:33.454" v="2" actId="20577"/>
          <ac:graphicFrameMkLst>
            <pc:docMk/>
            <pc:sldMk cId="3863560796" sldId="453"/>
            <ac:graphicFrameMk id="4" creationId="{66285045-A920-2593-B89D-C36DE93A0CA4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#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#1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#1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#1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#1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#1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#1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#1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#1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#1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#1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#2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#2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#2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#2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#2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#2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3200"/>
            <a:t>Nuevo chat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1800" b="0"/>
            <a:t>sirve para separar contextos</a:t>
          </a:r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C8309DD6-B96F-4266-B049-704FB4C81ACD}">
      <dgm:prSet/>
      <dgm:spPr/>
      <dgm:t>
        <a:bodyPr/>
        <a:lstStyle/>
        <a:p>
          <a:pPr>
            <a:buNone/>
          </a:pPr>
          <a:endParaRPr lang="es-MX" sz="1900"/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1D5FA825-B705-443C-A168-517B0F5217F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MX" sz="1800" b="0"/>
            <a:t>conviene abrir uno nuevo cuando cambia el tema o el objetivo</a:t>
          </a:r>
        </a:p>
      </dgm:t>
    </dgm:pt>
    <dgm:pt modelId="{BE0428B5-795A-4596-8015-E5CD639524D9}" type="parTrans" cxnId="{08DAB76B-9947-4B4E-B1A5-F840CCA231F1}">
      <dgm:prSet/>
      <dgm:spPr/>
      <dgm:t>
        <a:bodyPr/>
        <a:lstStyle/>
        <a:p>
          <a:endParaRPr lang="es-AR"/>
        </a:p>
      </dgm:t>
    </dgm:pt>
    <dgm:pt modelId="{07246DAD-CC9E-47FD-98C5-BF2D0D21E6EF}" type="sibTrans" cxnId="{08DAB76B-9947-4B4E-B1A5-F840CCA231F1}">
      <dgm:prSet/>
      <dgm:spPr/>
      <dgm:t>
        <a:bodyPr/>
        <a:lstStyle/>
        <a:p>
          <a:endParaRPr lang="es-AR"/>
        </a:p>
      </dgm:t>
    </dgm:pt>
    <dgm:pt modelId="{5CC48EC2-B517-47C1-A65C-4F6760EDAA18}">
      <dgm:prSet custT="1"/>
      <dgm:spPr/>
      <dgm:t>
        <a:bodyPr/>
        <a:lstStyle/>
        <a:p>
          <a:r>
            <a:rPr lang="es-AR" sz="2800"/>
            <a:t>Historial / búsqueda de chats	</a:t>
          </a:r>
        </a:p>
      </dgm:t>
    </dgm:pt>
    <dgm:pt modelId="{81FFF608-E0FD-410B-B24B-C3E4B1F0DC48}" type="parTrans" cxnId="{A162E29A-3738-41F7-8996-22ABF217874E}">
      <dgm:prSet/>
      <dgm:spPr/>
      <dgm:t>
        <a:bodyPr/>
        <a:lstStyle/>
        <a:p>
          <a:endParaRPr lang="es-AR"/>
        </a:p>
      </dgm:t>
    </dgm:pt>
    <dgm:pt modelId="{D10AA346-A7B7-47CA-8287-DAAAA6CF2CAD}" type="sibTrans" cxnId="{A162E29A-3738-41F7-8996-22ABF217874E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2" custLinFactNeighborX="-824" custLinFactNeighborY="-69504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>
        <dgm:presLayoutVars>
          <dgm:bulletEnabled val="1"/>
        </dgm:presLayoutVars>
      </dgm:prSet>
      <dgm:spPr/>
    </dgm:pt>
    <dgm:pt modelId="{A88CF8E7-61F2-4C7D-B043-946D6E17BE8F}" type="pres">
      <dgm:prSet presAssocID="{5CC48EC2-B517-47C1-A65C-4F6760EDAA18}" presName="parentText" presStyleLbl="node1" presStyleIdx="1" presStyleCnt="2" custLinFactNeighborX="-824" custLinFactNeighborY="-39639">
        <dgm:presLayoutVars>
          <dgm:chMax val="0"/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08DAB76B-9947-4B4E-B1A5-F840CCA231F1}" srcId="{9A935F43-1A8E-41C3-A872-EBE5AE5F6DA3}" destId="{1D5FA825-B705-443C-A168-517B0F5217F1}" srcOrd="1" destOrd="0" parTransId="{BE0428B5-795A-4596-8015-E5CD639524D9}" sibTransId="{07246DAD-CC9E-47FD-98C5-BF2D0D21E6EF}"/>
    <dgm:cxn modelId="{189D7694-8B66-4CA5-9090-FB096683CFEE}" srcId="{9A935F43-1A8E-41C3-A872-EBE5AE5F6DA3}" destId="{C8309DD6-B96F-4266-B049-704FB4C81ACD}" srcOrd="2" destOrd="0" parTransId="{58635E1A-1E1D-46DE-86A7-7EA283C9BF30}" sibTransId="{3E50D4AA-049B-47E4-A633-05158678CC56}"/>
    <dgm:cxn modelId="{A162E29A-3738-41F7-8996-22ABF217874E}" srcId="{2BACDE59-5DF1-435E-BA93-577C7093427A}" destId="{5CC48EC2-B517-47C1-A65C-4F6760EDAA18}" srcOrd="1" destOrd="0" parTransId="{81FFF608-E0FD-410B-B24B-C3E4B1F0DC48}" sibTransId="{D10AA346-A7B7-47CA-8287-DAAAA6CF2CAD}"/>
    <dgm:cxn modelId="{CA9E68A3-CD17-4C6D-A80F-121687F404D7}" type="presOf" srcId="{C8309DD6-B96F-4266-B049-704FB4C81ACD}" destId="{EEB1F71B-C36D-495B-81C0-9546D425EC51}" srcOrd="0" destOrd="2" presId="urn:microsoft.com/office/officeart/2005/8/layout/vList2"/>
    <dgm:cxn modelId="{F72AF7A9-B4F5-4297-92FC-CE535B1CFF11}" type="presOf" srcId="{5CC48EC2-B517-47C1-A65C-4F6760EDAA18}" destId="{A88CF8E7-61F2-4C7D-B043-946D6E17BE8F}" srcOrd="0" destOrd="0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0B9D92C8-C1D8-4688-9C5F-8C651F94F4F3}" type="presOf" srcId="{1D5FA825-B705-443C-A168-517B0F5217F1}" destId="{EEB1F71B-C36D-495B-81C0-9546D425EC51}" srcOrd="0" destOrd="1" presId="urn:microsoft.com/office/officeart/2005/8/layout/vList2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  <dgm:cxn modelId="{F6424B22-B93B-4545-BDA8-0CA677066DB3}" type="presParOf" srcId="{F3B69FCA-D607-4A29-92EE-2DA8E0AE814A}" destId="{A88CF8E7-61F2-4C7D-B043-946D6E17BE8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3200"/>
            <a:t>Imágenes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1800" b="0"/>
            <a:t>generación y edición visual
ejemplo: </a:t>
          </a:r>
          <a:r>
            <a:rPr lang="es-MX" sz="1800" b="0" err="1"/>
            <a:t>flyer</a:t>
          </a:r>
          <a:r>
            <a:rPr lang="es-MX" sz="1800" b="0"/>
            <a:t>, portada, mockup, imagen conceptual</a:t>
          </a:r>
          <a:endParaRPr lang="es-AR" sz="18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C8309DD6-B96F-4266-B049-704FB4C81ACD}">
      <dgm:prSet/>
      <dgm:spPr/>
      <dgm:t>
        <a:bodyPr/>
        <a:lstStyle/>
        <a:p>
          <a:pPr>
            <a:buNone/>
          </a:pPr>
          <a:endParaRPr lang="es-MX" sz="1900"/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5CC48EC2-B517-47C1-A65C-4F6760EDAA18}">
      <dgm:prSet custT="1"/>
      <dgm:spPr/>
      <dgm:t>
        <a:bodyPr/>
        <a:lstStyle/>
        <a:p>
          <a:r>
            <a:rPr lang="es-AR" sz="2800"/>
            <a:t>Biblioteca</a:t>
          </a:r>
        </a:p>
      </dgm:t>
    </dgm:pt>
    <dgm:pt modelId="{81FFF608-E0FD-410B-B24B-C3E4B1F0DC48}" type="parTrans" cxnId="{A162E29A-3738-41F7-8996-22ABF217874E}">
      <dgm:prSet/>
      <dgm:spPr/>
      <dgm:t>
        <a:bodyPr/>
        <a:lstStyle/>
        <a:p>
          <a:endParaRPr lang="es-AR"/>
        </a:p>
      </dgm:t>
    </dgm:pt>
    <dgm:pt modelId="{D10AA346-A7B7-47CA-8287-DAAAA6CF2CAD}" type="sibTrans" cxnId="{A162E29A-3738-41F7-8996-22ABF217874E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2" custLinFactNeighborX="-824" custLinFactNeighborY="-69504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>
        <dgm:presLayoutVars>
          <dgm:bulletEnabled val="1"/>
        </dgm:presLayoutVars>
      </dgm:prSet>
      <dgm:spPr/>
    </dgm:pt>
    <dgm:pt modelId="{A88CF8E7-61F2-4C7D-B043-946D6E17BE8F}" type="pres">
      <dgm:prSet presAssocID="{5CC48EC2-B517-47C1-A65C-4F6760EDAA18}" presName="parentText" presStyleLbl="node1" presStyleIdx="1" presStyleCnt="2" custLinFactNeighborX="-824" custLinFactNeighborY="-39639">
        <dgm:presLayoutVars>
          <dgm:chMax val="0"/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189D7694-8B66-4CA5-9090-FB096683CFEE}" srcId="{9A935F43-1A8E-41C3-A872-EBE5AE5F6DA3}" destId="{C8309DD6-B96F-4266-B049-704FB4C81ACD}" srcOrd="1" destOrd="0" parTransId="{58635E1A-1E1D-46DE-86A7-7EA283C9BF30}" sibTransId="{3E50D4AA-049B-47E4-A633-05158678CC56}"/>
    <dgm:cxn modelId="{A162E29A-3738-41F7-8996-22ABF217874E}" srcId="{2BACDE59-5DF1-435E-BA93-577C7093427A}" destId="{5CC48EC2-B517-47C1-A65C-4F6760EDAA18}" srcOrd="1" destOrd="0" parTransId="{81FFF608-E0FD-410B-B24B-C3E4B1F0DC48}" sibTransId="{D10AA346-A7B7-47CA-8287-DAAAA6CF2CAD}"/>
    <dgm:cxn modelId="{CA9E68A3-CD17-4C6D-A80F-121687F404D7}" type="presOf" srcId="{C8309DD6-B96F-4266-B049-704FB4C81ACD}" destId="{EEB1F71B-C36D-495B-81C0-9546D425EC51}" srcOrd="0" destOrd="1" presId="urn:microsoft.com/office/officeart/2005/8/layout/vList2"/>
    <dgm:cxn modelId="{F72AF7A9-B4F5-4297-92FC-CE535B1CFF11}" type="presOf" srcId="{5CC48EC2-B517-47C1-A65C-4F6760EDAA18}" destId="{A88CF8E7-61F2-4C7D-B043-946D6E17BE8F}" srcOrd="0" destOrd="0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  <dgm:cxn modelId="{F6424B22-B93B-4545-BDA8-0CA677066DB3}" type="presParOf" srcId="{F3B69FCA-D607-4A29-92EE-2DA8E0AE814A}" destId="{A88CF8E7-61F2-4C7D-B043-946D6E17BE8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lnSpc>
              <a:spcPct val="90000"/>
            </a:lnSpc>
            <a:buClr>
              <a:schemeClr val="accent1"/>
            </a:buClr>
          </a:pPr>
          <a:r>
            <a:rPr lang="es-AR" sz="32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Apps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C8309DD6-B96F-4266-B049-704FB4C81ACD}">
      <dgm:prSet/>
      <dgm:spPr/>
      <dgm:t>
        <a:bodyPr/>
        <a:lstStyle/>
        <a:p>
          <a:pPr algn="l">
            <a:lnSpc>
              <a:spcPct val="90000"/>
            </a:lnSpc>
            <a:buNone/>
          </a:pPr>
          <a:endParaRPr lang="es-MX" sz="5100">
            <a:solidFill>
              <a:srgbClr val="494847"/>
            </a:solidFill>
            <a:latin typeface="Calibri" panose="020F0502020204030204"/>
            <a:ea typeface="+mn-ea"/>
            <a:cs typeface="+mn-cs"/>
          </a:endParaRPr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5CC48EC2-B517-47C1-A65C-4F6760EDAA18}">
      <dgm:prSet custT="1"/>
      <dgm:spPr/>
      <dgm:t>
        <a:bodyPr/>
        <a:lstStyle/>
        <a:p>
          <a:pPr algn="l">
            <a:lnSpc>
              <a:spcPct val="90000"/>
            </a:lnSpc>
          </a:pPr>
          <a:r>
            <a:rPr lang="es-MX" sz="28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Investigar a fondo / Deep </a:t>
          </a:r>
          <a:r>
            <a:rPr lang="es-MX" sz="2800" err="1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Research</a:t>
          </a:r>
          <a:endParaRPr lang="es-AR" sz="280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gm:t>
    </dgm:pt>
    <dgm:pt modelId="{81FFF608-E0FD-410B-B24B-C3E4B1F0DC48}" type="parTrans" cxnId="{A162E29A-3738-41F7-8996-22ABF217874E}">
      <dgm:prSet/>
      <dgm:spPr/>
      <dgm:t>
        <a:bodyPr/>
        <a:lstStyle/>
        <a:p>
          <a:endParaRPr lang="es-AR"/>
        </a:p>
      </dgm:t>
    </dgm:pt>
    <dgm:pt modelId="{D10AA346-A7B7-47CA-8287-DAAAA6CF2CAD}" type="sibTrans" cxnId="{A162E29A-3738-41F7-8996-22ABF217874E}">
      <dgm:prSet/>
      <dgm:spPr/>
      <dgm:t>
        <a:bodyPr/>
        <a:lstStyle/>
        <a:p>
          <a:endParaRPr lang="es-AR"/>
        </a:p>
      </dgm:t>
    </dgm:pt>
    <dgm:pt modelId="{0939256A-C932-40AD-8DDE-F2658DAC081A}">
      <dgm:prSet phldrT="[Texto]" phldr="0"/>
      <dgm:spPr/>
      <dgm:t>
        <a:bodyPr/>
        <a:lstStyle/>
        <a:p>
          <a:pPr algn="just" rtl="0"/>
          <a:r>
            <a:rPr lang="es-MX" sz="1800">
              <a:latin typeface="Calibri Light" panose="020F0302020204030204"/>
            </a:rPr>
            <a:t>Conectores, integraciones o acceso a fuentes/herramientas externas según configuración</a:t>
          </a:r>
          <a:endParaRPr lang="es-AR" sz="1800">
            <a:latin typeface="Calibri Light" panose="020F0302020204030204"/>
          </a:endParaRPr>
        </a:p>
      </dgm:t>
    </dgm:pt>
    <dgm:pt modelId="{CC0BF60C-0C5B-49ED-B9F4-5ED0CF24BBC0}" type="parTrans" cxnId="{59BAFC09-4C78-40CE-8DAA-DB027332B7A9}">
      <dgm:prSet/>
      <dgm:spPr/>
    </dgm:pt>
    <dgm:pt modelId="{79F8A077-64A8-4905-BAF4-D1ED95F6BC66}" type="sibTrans" cxnId="{59BAFC09-4C78-40CE-8DAA-DB027332B7A9}">
      <dgm:prSet/>
      <dgm:spPr/>
    </dgm:pt>
    <dgm:pt modelId="{115B5D5C-6A12-4CBF-9316-639C1A033753}">
      <dgm:prSet phldrT="[Texto]" phldr="0"/>
      <dgm:spPr/>
      <dgm:t>
        <a:bodyPr/>
        <a:lstStyle/>
        <a:p>
          <a:pPr algn="just" rtl="0"/>
          <a:r>
            <a:rPr lang="es-AR" sz="1800">
              <a:latin typeface="Calibri Light" panose="020F0302020204030204"/>
            </a:rPr>
            <a:t>La IA no vive aislada</a:t>
          </a:r>
          <a:endParaRPr lang="es-MX"/>
        </a:p>
      </dgm:t>
    </dgm:pt>
    <dgm:pt modelId="{3580AD09-DC26-4C13-9D2A-0B02AA0D6C30}" type="parTrans" cxnId="{9F4CD6CB-1813-468C-A482-D4EC97E40449}">
      <dgm:prSet/>
      <dgm:spPr/>
    </dgm:pt>
    <dgm:pt modelId="{5E6238CF-5070-4C8B-90A0-CD156039EE99}" type="sibTrans" cxnId="{9F4CD6CB-1813-468C-A482-D4EC97E40449}">
      <dgm:prSet/>
      <dgm:spPr/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2" custLinFactNeighborX="-824" custLinFactNeighborY="-69504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>
        <dgm:presLayoutVars>
          <dgm:bulletEnabled val="1"/>
        </dgm:presLayoutVars>
      </dgm:prSet>
      <dgm:spPr/>
    </dgm:pt>
    <dgm:pt modelId="{A88CF8E7-61F2-4C7D-B043-946D6E17BE8F}" type="pres">
      <dgm:prSet presAssocID="{5CC48EC2-B517-47C1-A65C-4F6760EDAA18}" presName="parentText" presStyleLbl="node1" presStyleIdx="1" presStyleCnt="2" custLinFactNeighborY="-6983">
        <dgm:presLayoutVars>
          <dgm:chMax val="0"/>
          <dgm:bulletEnabled val="1"/>
        </dgm:presLayoutVars>
      </dgm:prSet>
      <dgm:spPr/>
    </dgm:pt>
  </dgm:ptLst>
  <dgm:cxnLst>
    <dgm:cxn modelId="{59BAFC09-4C78-40CE-8DAA-DB027332B7A9}" srcId="{9A935F43-1A8E-41C3-A872-EBE5AE5F6DA3}" destId="{0939256A-C932-40AD-8DDE-F2658DAC081A}" srcOrd="0" destOrd="0" parTransId="{CC0BF60C-0C5B-49ED-B9F4-5ED0CF24BBC0}" sibTransId="{79F8A077-64A8-4905-BAF4-D1ED95F6BC66}"/>
    <dgm:cxn modelId="{BAE62E0F-0AFC-43C5-83C5-8D675A11BF99}" type="presOf" srcId="{0939256A-C932-40AD-8DDE-F2658DAC081A}" destId="{EEB1F71B-C36D-495B-81C0-9546D425EC51}" srcOrd="0" destOrd="0" presId="urn:microsoft.com/office/officeart/2005/8/layout/vList2"/>
    <dgm:cxn modelId="{189D7694-8B66-4CA5-9090-FB096683CFEE}" srcId="{9A935F43-1A8E-41C3-A872-EBE5AE5F6DA3}" destId="{C8309DD6-B96F-4266-B049-704FB4C81ACD}" srcOrd="2" destOrd="0" parTransId="{58635E1A-1E1D-46DE-86A7-7EA283C9BF30}" sibTransId="{3E50D4AA-049B-47E4-A633-05158678CC56}"/>
    <dgm:cxn modelId="{3B16C29A-31A8-4868-95A2-408350F922B2}" type="presOf" srcId="{C8309DD6-B96F-4266-B049-704FB4C81ACD}" destId="{EEB1F71B-C36D-495B-81C0-9546D425EC51}" srcOrd="0" destOrd="2" presId="urn:microsoft.com/office/officeart/2005/8/layout/vList2"/>
    <dgm:cxn modelId="{A162E29A-3738-41F7-8996-22ABF217874E}" srcId="{2BACDE59-5DF1-435E-BA93-577C7093427A}" destId="{5CC48EC2-B517-47C1-A65C-4F6760EDAA18}" srcOrd="1" destOrd="0" parTransId="{81FFF608-E0FD-410B-B24B-C3E4B1F0DC48}" sibTransId="{D10AA346-A7B7-47CA-8287-DAAAA6CF2CAD}"/>
    <dgm:cxn modelId="{74F58B9B-2851-4468-A432-FED8081601A2}" type="presOf" srcId="{9A935F43-1A8E-41C3-A872-EBE5AE5F6DA3}" destId="{CB86745B-351A-4631-9A13-C55B07E76ADE}" srcOrd="0" destOrd="0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0B8D19B8-72BC-479C-99C3-9C30D93F3F59}" type="presOf" srcId="{5CC48EC2-B517-47C1-A65C-4F6760EDAA18}" destId="{A88CF8E7-61F2-4C7D-B043-946D6E17BE8F}" srcOrd="0" destOrd="0" presId="urn:microsoft.com/office/officeart/2005/8/layout/vList2"/>
    <dgm:cxn modelId="{9F4CD6CB-1813-468C-A482-D4EC97E40449}" srcId="{9A935F43-1A8E-41C3-A872-EBE5AE5F6DA3}" destId="{115B5D5C-6A12-4CBF-9316-639C1A033753}" srcOrd="1" destOrd="0" parTransId="{3580AD09-DC26-4C13-9D2A-0B02AA0D6C30}" sibTransId="{5E6238CF-5070-4C8B-90A0-CD156039EE99}"/>
    <dgm:cxn modelId="{F5A27DCD-0824-49C8-926A-B542EF961AC2}" type="presOf" srcId="{115B5D5C-6A12-4CBF-9316-639C1A033753}" destId="{EEB1F71B-C36D-495B-81C0-9546D425EC51}" srcOrd="0" destOrd="1" presId="urn:microsoft.com/office/officeart/2005/8/layout/vList2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E7CCB499-93C6-4D08-978A-CDB677E94B56}" type="presParOf" srcId="{F3B69FCA-D607-4A29-92EE-2DA8E0AE814A}" destId="{CB86745B-351A-4631-9A13-C55B07E76ADE}" srcOrd="0" destOrd="0" presId="urn:microsoft.com/office/officeart/2005/8/layout/vList2"/>
    <dgm:cxn modelId="{325E4D44-C1AD-4D20-AE72-C8E2917483EF}" type="presParOf" srcId="{F3B69FCA-D607-4A29-92EE-2DA8E0AE814A}" destId="{EEB1F71B-C36D-495B-81C0-9546D425EC51}" srcOrd="1" destOrd="0" presId="urn:microsoft.com/office/officeart/2005/8/layout/vList2"/>
    <dgm:cxn modelId="{71DAC4D3-1C23-49EB-906C-892DF063972D}" type="presParOf" srcId="{F3B69FCA-D607-4A29-92EE-2DA8E0AE814A}" destId="{A88CF8E7-61F2-4C7D-B043-946D6E17BE8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3200"/>
            <a:t>Codex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1800" b="0"/>
            <a:t>orientado a código, comprensión de proyectos, revisión y generación.
para Informática es clave; para el resto, mostrar que existen agentes especializados.</a:t>
          </a:r>
          <a:endParaRPr lang="es-AR" sz="18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C8309DD6-B96F-4266-B049-704FB4C81ACD}">
      <dgm:prSet/>
      <dgm:spPr/>
      <dgm:t>
        <a:bodyPr/>
        <a:lstStyle/>
        <a:p>
          <a:pPr>
            <a:buNone/>
          </a:pPr>
          <a:endParaRPr lang="es-MX" sz="1900"/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5CC48EC2-B517-47C1-A65C-4F6760EDAA18}">
      <dgm:prSet custT="1"/>
      <dgm:spPr/>
      <dgm:t>
        <a:bodyPr/>
        <a:lstStyle/>
        <a:p>
          <a:r>
            <a:rPr lang="es-AR" sz="2800"/>
            <a:t>Proyectos</a:t>
          </a:r>
        </a:p>
      </dgm:t>
    </dgm:pt>
    <dgm:pt modelId="{81FFF608-E0FD-410B-B24B-C3E4B1F0DC48}" type="parTrans" cxnId="{A162E29A-3738-41F7-8996-22ABF217874E}">
      <dgm:prSet/>
      <dgm:spPr/>
      <dgm:t>
        <a:bodyPr/>
        <a:lstStyle/>
        <a:p>
          <a:endParaRPr lang="es-AR"/>
        </a:p>
      </dgm:t>
    </dgm:pt>
    <dgm:pt modelId="{D10AA346-A7B7-47CA-8287-DAAAA6CF2CAD}" type="sibTrans" cxnId="{A162E29A-3738-41F7-8996-22ABF217874E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2" custLinFactNeighborX="-824" custLinFactNeighborY="-69504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>
        <dgm:presLayoutVars>
          <dgm:bulletEnabled val="1"/>
        </dgm:presLayoutVars>
      </dgm:prSet>
      <dgm:spPr/>
    </dgm:pt>
    <dgm:pt modelId="{A88CF8E7-61F2-4C7D-B043-946D6E17BE8F}" type="pres">
      <dgm:prSet presAssocID="{5CC48EC2-B517-47C1-A65C-4F6760EDAA18}" presName="parentText" presStyleLbl="node1" presStyleIdx="1" presStyleCnt="2" custLinFactNeighborY="-6983">
        <dgm:presLayoutVars>
          <dgm:chMax val="0"/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189D7694-8B66-4CA5-9090-FB096683CFEE}" srcId="{9A935F43-1A8E-41C3-A872-EBE5AE5F6DA3}" destId="{C8309DD6-B96F-4266-B049-704FB4C81ACD}" srcOrd="1" destOrd="0" parTransId="{58635E1A-1E1D-46DE-86A7-7EA283C9BF30}" sibTransId="{3E50D4AA-049B-47E4-A633-05158678CC56}"/>
    <dgm:cxn modelId="{A162E29A-3738-41F7-8996-22ABF217874E}" srcId="{2BACDE59-5DF1-435E-BA93-577C7093427A}" destId="{5CC48EC2-B517-47C1-A65C-4F6760EDAA18}" srcOrd="1" destOrd="0" parTransId="{81FFF608-E0FD-410B-B24B-C3E4B1F0DC48}" sibTransId="{D10AA346-A7B7-47CA-8287-DAAAA6CF2CAD}"/>
    <dgm:cxn modelId="{CA9E68A3-CD17-4C6D-A80F-121687F404D7}" type="presOf" srcId="{C8309DD6-B96F-4266-B049-704FB4C81ACD}" destId="{EEB1F71B-C36D-495B-81C0-9546D425EC51}" srcOrd="0" destOrd="1" presId="urn:microsoft.com/office/officeart/2005/8/layout/vList2"/>
    <dgm:cxn modelId="{F72AF7A9-B4F5-4297-92FC-CE535B1CFF11}" type="presOf" srcId="{5CC48EC2-B517-47C1-A65C-4F6760EDAA18}" destId="{A88CF8E7-61F2-4C7D-B043-946D6E17BE8F}" srcOrd="0" destOrd="0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  <dgm:cxn modelId="{F6424B22-B93B-4545-BDA8-0CA677066DB3}" type="presParOf" srcId="{F3B69FCA-D607-4A29-92EE-2DA8E0AE814A}" destId="{A88CF8E7-61F2-4C7D-B043-946D6E17BE8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5" qsCatId="simple" csTypeId="urn:microsoft.com/office/officeart/2005/8/colors/accent1_2#5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/>
            <a:t>¿Cuándo usar cada cosa?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C8309DD6-B96F-4266-B049-704FB4C81ACD}">
      <dgm:prSet/>
      <dgm:spPr/>
      <dgm:t>
        <a:bodyPr/>
        <a:lstStyle/>
        <a:p>
          <a:pPr>
            <a:buNone/>
          </a:pPr>
          <a:endParaRPr lang="es-MX" sz="1900"/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8612C375-20C6-4769-937B-0CC61C5D08C4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000"/>
            <a:t>Nuevo chat → cuando cambia el tema
Imágenes → cuando necesito una pieza visual
Deep </a:t>
          </a:r>
          <a:r>
            <a:rPr lang="es-MX" sz="2000" err="1"/>
            <a:t>research</a:t>
          </a:r>
          <a:r>
            <a:rPr lang="es-MX" sz="2000"/>
            <a:t> → cuando necesito investigar con más profundidad
Codex → cuando necesito programar, entender o revisar código
Proyectos → cuando necesito continuidad y organización
Apps → cuando necesito conectar información o fuentes</a:t>
          </a:r>
          <a:endParaRPr lang="es-AR" sz="2000"/>
        </a:p>
      </dgm:t>
    </dgm:pt>
    <dgm:pt modelId="{C148081D-19DD-4F12-95DA-631BEB1D3308}" type="parTrans" cxnId="{4F9C682D-76DF-4C76-B415-FF0A779D3BB3}">
      <dgm:prSet/>
      <dgm:spPr/>
      <dgm:t>
        <a:bodyPr/>
        <a:lstStyle/>
        <a:p>
          <a:endParaRPr lang="es-AR"/>
        </a:p>
      </dgm:t>
    </dgm:pt>
    <dgm:pt modelId="{349B88CD-3EA4-4A60-B2A9-1D5F7A4501B0}" type="sibTrans" cxnId="{4F9C682D-76DF-4C76-B415-FF0A779D3BB3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4F9C682D-76DF-4C76-B415-FF0A779D3BB3}" srcId="{9A935F43-1A8E-41C3-A872-EBE5AE5F6DA3}" destId="{8612C375-20C6-4769-937B-0CC61C5D08C4}" srcOrd="1" destOrd="0" parTransId="{C148081D-19DD-4F12-95DA-631BEB1D3308}" sibTransId="{349B88CD-3EA4-4A60-B2A9-1D5F7A4501B0}"/>
    <dgm:cxn modelId="{036EFB46-AC07-41A0-9598-182F2E711E65}" type="presOf" srcId="{8612C375-20C6-4769-937B-0CC61C5D08C4}" destId="{EEB1F71B-C36D-495B-81C0-9546D425EC51}" srcOrd="0" destOrd="1" presId="urn:microsoft.com/office/officeart/2005/8/layout/vList2"/>
    <dgm:cxn modelId="{189D7694-8B66-4CA5-9090-FB096683CFEE}" srcId="{9A935F43-1A8E-41C3-A872-EBE5AE5F6DA3}" destId="{C8309DD6-B96F-4266-B049-704FB4C81ACD}" srcOrd="2" destOrd="0" parTransId="{58635E1A-1E1D-46DE-86A7-7EA283C9BF30}" sibTransId="{3E50D4AA-049B-47E4-A633-05158678CC56}"/>
    <dgm:cxn modelId="{CA9E68A3-CD17-4C6D-A80F-121687F404D7}" type="presOf" srcId="{C8309DD6-B96F-4266-B049-704FB4C81ACD}" destId="{EEB1F71B-C36D-495B-81C0-9546D425EC51}" srcOrd="0" destOrd="2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6" qsCatId="simple" csTypeId="urn:microsoft.com/office/officeart/2005/8/colors/accent1_2#6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3200" b="1" err="1"/>
            <a:t>Prompt</a:t>
          </a:r>
          <a:r>
            <a:rPr lang="es-AR" sz="3200" b="1"/>
            <a:t> pobre:</a:t>
          </a:r>
          <a:endParaRPr lang="es-AR" sz="32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/>
            <a:t>“</a:t>
          </a:r>
          <a:r>
            <a:rPr lang="es-AR" sz="2400" err="1"/>
            <a:t>Explicame</a:t>
          </a:r>
          <a:r>
            <a:rPr lang="es-AR" sz="2400"/>
            <a:t> inteligencia artificial.”</a:t>
          </a:r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6CB9248D-DBB2-4AF6-A699-16177B95202F}">
      <dgm:prSet custT="1"/>
      <dgm:spPr/>
      <dgm:t>
        <a:bodyPr/>
        <a:lstStyle/>
        <a:p>
          <a:r>
            <a:rPr lang="es-AR" sz="4000" err="1"/>
            <a:t>Prompt</a:t>
          </a:r>
          <a:r>
            <a:rPr lang="es-AR" sz="4000"/>
            <a:t> mejorado:</a:t>
          </a:r>
        </a:p>
      </dgm:t>
    </dgm:pt>
    <dgm:pt modelId="{11D17FAE-0B88-41EC-8159-E75D1ED6D265}" type="parTrans" cxnId="{B423051C-03E8-4A68-8143-0A6CE1DDB3BF}">
      <dgm:prSet/>
      <dgm:spPr/>
      <dgm:t>
        <a:bodyPr/>
        <a:lstStyle/>
        <a:p>
          <a:endParaRPr lang="es-AR"/>
        </a:p>
      </dgm:t>
    </dgm:pt>
    <dgm:pt modelId="{7633C1E7-33EC-4A06-89E9-2F8B04351A4E}" type="sibTrans" cxnId="{B423051C-03E8-4A68-8143-0A6CE1DDB3BF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2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31123">
        <dgm:presLayoutVars>
          <dgm:bulletEnabled val="1"/>
        </dgm:presLayoutVars>
      </dgm:prSet>
      <dgm:spPr/>
    </dgm:pt>
    <dgm:pt modelId="{EF5BC7FA-73C6-4AE3-9916-7B68C5C65D61}" type="pres">
      <dgm:prSet presAssocID="{6CB9248D-DBB2-4AF6-A699-16177B95202F}" presName="parentText" presStyleLbl="node1" presStyleIdx="1" presStyleCnt="2" custLinFactNeighborX="-792" custLinFactNeighborY="-86163">
        <dgm:presLayoutVars>
          <dgm:chMax val="0"/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B423051C-03E8-4A68-8143-0A6CE1DDB3BF}" srcId="{2BACDE59-5DF1-435E-BA93-577C7093427A}" destId="{6CB9248D-DBB2-4AF6-A699-16177B95202F}" srcOrd="1" destOrd="0" parTransId="{11D17FAE-0B88-41EC-8159-E75D1ED6D265}" sibTransId="{7633C1E7-33EC-4A06-89E9-2F8B04351A4E}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3123E2CA-8EDD-43C2-B98A-683F0CC26998}" type="presOf" srcId="{6CB9248D-DBB2-4AF6-A699-16177B95202F}" destId="{EF5BC7FA-73C6-4AE3-9916-7B68C5C65D61}" srcOrd="0" destOrd="0" presId="urn:microsoft.com/office/officeart/2005/8/layout/vList2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  <dgm:cxn modelId="{131BE80C-54BD-407C-94F9-6B0F6C99EBBE}" type="presParOf" srcId="{F3B69FCA-D607-4A29-92EE-2DA8E0AE814A}" destId="{EF5BC7FA-73C6-4AE3-9916-7B68C5C65D6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7" qsCatId="simple" csTypeId="urn:microsoft.com/office/officeart/2005/8/colors/accent1_2#7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/>
            <a:t>Tarea + contexto + objetivo + formato + criterio de calidad + restricciones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C8309DD6-B96F-4266-B049-704FB4C81ACD}">
      <dgm:prSet/>
      <dgm:spPr/>
      <dgm:t>
        <a:bodyPr/>
        <a:lstStyle/>
        <a:p>
          <a:pPr>
            <a:buNone/>
          </a:pPr>
          <a:endParaRPr lang="es-MX" sz="1900"/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8612C375-20C6-4769-937B-0CC61C5D08C4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000"/>
            <a:t>“</a:t>
          </a:r>
          <a:r>
            <a:rPr lang="es-MX" sz="2000" err="1"/>
            <a:t>Actuá</a:t>
          </a:r>
          <a:r>
            <a:rPr lang="es-MX" sz="2000"/>
            <a:t> como tutor universitario. </a:t>
          </a:r>
          <a:r>
            <a:rPr lang="es-MX" sz="2000" err="1"/>
            <a:t>Explicá</a:t>
          </a:r>
          <a:r>
            <a:rPr lang="es-MX" sz="2000"/>
            <a:t> la diferencia entre IA tradicional e IA generativa para estudiantes de negocios digitales. </a:t>
          </a:r>
          <a:r>
            <a:rPr lang="es-MX" sz="2000" err="1"/>
            <a:t>Usá</a:t>
          </a:r>
          <a:r>
            <a:rPr lang="es-MX" sz="2000"/>
            <a:t> lenguaje simple, 3 ejemplos reales y </a:t>
          </a:r>
          <a:r>
            <a:rPr lang="es-MX" sz="2000" err="1"/>
            <a:t>cerrá</a:t>
          </a:r>
          <a:r>
            <a:rPr lang="es-MX" sz="2000"/>
            <a:t> con una tabla comparativa breve. No uses tecnicismos innecesarios.”</a:t>
          </a:r>
          <a:endParaRPr lang="es-AR" sz="2000"/>
        </a:p>
      </dgm:t>
    </dgm:pt>
    <dgm:pt modelId="{C148081D-19DD-4F12-95DA-631BEB1D3308}" type="parTrans" cxnId="{4F9C682D-76DF-4C76-B415-FF0A779D3BB3}">
      <dgm:prSet/>
      <dgm:spPr/>
      <dgm:t>
        <a:bodyPr/>
        <a:lstStyle/>
        <a:p>
          <a:endParaRPr lang="es-AR"/>
        </a:p>
      </dgm:t>
    </dgm:pt>
    <dgm:pt modelId="{349B88CD-3EA4-4A60-B2A9-1D5F7A4501B0}" type="sibTrans" cxnId="{4F9C682D-76DF-4C76-B415-FF0A779D3BB3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4F9C682D-76DF-4C76-B415-FF0A779D3BB3}" srcId="{9A935F43-1A8E-41C3-A872-EBE5AE5F6DA3}" destId="{8612C375-20C6-4769-937B-0CC61C5D08C4}" srcOrd="1" destOrd="0" parTransId="{C148081D-19DD-4F12-95DA-631BEB1D3308}" sibTransId="{349B88CD-3EA4-4A60-B2A9-1D5F7A4501B0}"/>
    <dgm:cxn modelId="{036EFB46-AC07-41A0-9598-182F2E711E65}" type="presOf" srcId="{8612C375-20C6-4769-937B-0CC61C5D08C4}" destId="{EEB1F71B-C36D-495B-81C0-9546D425EC51}" srcOrd="0" destOrd="1" presId="urn:microsoft.com/office/officeart/2005/8/layout/vList2"/>
    <dgm:cxn modelId="{189D7694-8B66-4CA5-9090-FB096683CFEE}" srcId="{9A935F43-1A8E-41C3-A872-EBE5AE5F6DA3}" destId="{C8309DD6-B96F-4266-B049-704FB4C81ACD}" srcOrd="2" destOrd="0" parTransId="{58635E1A-1E1D-46DE-86A7-7EA283C9BF30}" sibTransId="{3E50D4AA-049B-47E4-A633-05158678CC56}"/>
    <dgm:cxn modelId="{CA9E68A3-CD17-4C6D-A80F-121687F404D7}" type="presOf" srcId="{C8309DD6-B96F-4266-B049-704FB4C81ACD}" destId="{EEB1F71B-C36D-495B-81C0-9546D425EC51}" srcOrd="0" destOrd="2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8" qsCatId="simple" csTypeId="urn:microsoft.com/office/officeart/2005/8/colors/accent1_2#8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b="1"/>
            <a:t>Sirve para entender un concepto.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8827B59E-603A-4517-98E2-264B61F4A2D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endParaRPr lang="es-AR" sz="2000"/>
        </a:p>
      </dgm:t>
    </dgm:pt>
    <dgm:pt modelId="{5B04833D-EF3B-41B5-882C-A986F51A62B4}" type="parTrans" cxnId="{806F7791-2A28-44DF-9864-061D53073C86}">
      <dgm:prSet/>
      <dgm:spPr/>
      <dgm:t>
        <a:bodyPr/>
        <a:lstStyle/>
        <a:p>
          <a:endParaRPr lang="es-AR"/>
        </a:p>
      </dgm:t>
    </dgm:pt>
    <dgm:pt modelId="{AE7C535D-537F-4201-B4AB-BAE8CAD42523}" type="sibTrans" cxnId="{806F7791-2A28-44DF-9864-061D53073C86}">
      <dgm:prSet/>
      <dgm:spPr/>
      <dgm:t>
        <a:bodyPr/>
        <a:lstStyle/>
        <a:p>
          <a:endParaRPr lang="es-AR"/>
        </a:p>
      </dgm:t>
    </dgm:pt>
    <dgm:pt modelId="{CB5C825C-B193-47CC-B6AE-A3D8F979DFF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r>
            <a:rPr lang="es-MX" sz="2000" b="1"/>
            <a:t>Estructura
</a:t>
          </a:r>
          <a:r>
            <a:rPr lang="es-MX" sz="2000"/>
            <a:t>° qué quiero entender
° para qué nivel
° con qué profundidad
° con qué ejemplos
</a:t>
          </a:r>
          <a:r>
            <a:rPr lang="es-MX" sz="2000" b="1"/>
            <a:t>Ejemplo</a:t>
          </a:r>
          <a:r>
            <a:rPr lang="es-MX" sz="2000"/>
            <a:t>
“</a:t>
          </a:r>
          <a:r>
            <a:rPr lang="es-MX" sz="2000" err="1"/>
            <a:t>Explicá</a:t>
          </a:r>
          <a:r>
            <a:rPr lang="es-MX" sz="2000"/>
            <a:t> inferencia y entrenamiento para un estudiante sin base técnica. </a:t>
          </a:r>
          <a:r>
            <a:rPr lang="es-MX" sz="2000" err="1"/>
            <a:t>Usá</a:t>
          </a:r>
          <a:r>
            <a:rPr lang="es-MX" sz="2000"/>
            <a:t> una analogía cotidiana y luego una definición formal breve.”</a:t>
          </a:r>
          <a:endParaRPr lang="es-AR" sz="2000"/>
        </a:p>
      </dgm:t>
    </dgm:pt>
    <dgm:pt modelId="{0C064DB7-BF14-4A4F-B73C-DF56A8251D0D}" type="parTrans" cxnId="{589D0C88-AFE8-4009-8346-4B2292253904}">
      <dgm:prSet/>
      <dgm:spPr/>
      <dgm:t>
        <a:bodyPr/>
        <a:lstStyle/>
        <a:p>
          <a:endParaRPr lang="es-AR"/>
        </a:p>
      </dgm:t>
    </dgm:pt>
    <dgm:pt modelId="{C195C555-7D04-482E-BC7F-7DB67EC44C4D}" type="sibTrans" cxnId="{589D0C88-AFE8-4009-8346-4B2292253904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23F8C01C-80C3-4E3A-BF35-6A6F09769446}" type="presOf" srcId="{8827B59E-603A-4517-98E2-264B61F4A2D8}" destId="{EEB1F71B-C36D-495B-81C0-9546D425EC51}" srcOrd="0" destOrd="1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3" destOrd="0" parTransId="{3E479EE4-D8EB-4818-A551-99FD289CB449}" sibTransId="{1C68800B-EC8F-41ED-8897-4A6AB8B249AA}"/>
    <dgm:cxn modelId="{DB4E5064-FDE0-418C-BED1-06DBE7F4D36A}" type="presOf" srcId="{CB5C825C-B193-47CC-B6AE-A3D8F979DFF8}" destId="{EEB1F71B-C36D-495B-81C0-9546D425EC51}" srcOrd="0" destOrd="2" presId="urn:microsoft.com/office/officeart/2005/8/layout/vList2"/>
    <dgm:cxn modelId="{589D0C88-AFE8-4009-8346-4B2292253904}" srcId="{9A935F43-1A8E-41C3-A872-EBE5AE5F6DA3}" destId="{CB5C825C-B193-47CC-B6AE-A3D8F979DFF8}" srcOrd="2" destOrd="0" parTransId="{0C064DB7-BF14-4A4F-B73C-DF56A8251D0D}" sibTransId="{C195C555-7D04-482E-BC7F-7DB67EC44C4D}"/>
    <dgm:cxn modelId="{806F7791-2A28-44DF-9864-061D53073C86}" srcId="{9A935F43-1A8E-41C3-A872-EBE5AE5F6DA3}" destId="{8827B59E-603A-4517-98E2-264B61F4A2D8}" srcOrd="1" destOrd="0" parTransId="{5B04833D-EF3B-41B5-882C-A986F51A62B4}" sibTransId="{AE7C535D-537F-4201-B4AB-BAE8CAD42523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3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9" qsCatId="simple" csTypeId="urn:microsoft.com/office/officeart/2005/8/colors/accent1_2#9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/>
            <a:t>Sirve para crear desde cero.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8827B59E-603A-4517-98E2-264B61F4A2D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endParaRPr lang="es-AR" sz="2000"/>
        </a:p>
      </dgm:t>
    </dgm:pt>
    <dgm:pt modelId="{5B04833D-EF3B-41B5-882C-A986F51A62B4}" type="parTrans" cxnId="{806F7791-2A28-44DF-9864-061D53073C86}">
      <dgm:prSet/>
      <dgm:spPr/>
      <dgm:t>
        <a:bodyPr/>
        <a:lstStyle/>
        <a:p>
          <a:endParaRPr lang="es-AR"/>
        </a:p>
      </dgm:t>
    </dgm:pt>
    <dgm:pt modelId="{AE7C535D-537F-4201-B4AB-BAE8CAD42523}" type="sibTrans" cxnId="{806F7791-2A28-44DF-9864-061D53073C86}">
      <dgm:prSet/>
      <dgm:spPr/>
      <dgm:t>
        <a:bodyPr/>
        <a:lstStyle/>
        <a:p>
          <a:endParaRPr lang="es-AR"/>
        </a:p>
      </dgm:t>
    </dgm:pt>
    <dgm:pt modelId="{CB5C825C-B193-47CC-B6AE-A3D8F979DFF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r>
            <a:rPr lang="es-AR" sz="2000" b="1"/>
            <a:t>Ejemplos</a:t>
          </a:r>
          <a:r>
            <a:rPr lang="es-MX" sz="2000" b="1"/>
            <a:t>
</a:t>
          </a:r>
          <a:r>
            <a:rPr lang="es-AR" sz="2000" b="0"/>
            <a:t>mail profesional
posteo
minuta
propuesta
guion
presentación</a:t>
          </a:r>
          <a:r>
            <a:rPr lang="es-MX" sz="2000"/>
            <a:t>
</a:t>
          </a:r>
          <a:r>
            <a:rPr lang="es-MX" sz="2000" b="1"/>
            <a:t>Ejemplo</a:t>
          </a:r>
          <a:r>
            <a:rPr lang="es-MX" sz="2000"/>
            <a:t>
“</a:t>
          </a:r>
          <a:r>
            <a:rPr lang="es-MX" sz="2000" err="1"/>
            <a:t>Redactá</a:t>
          </a:r>
          <a:r>
            <a:rPr lang="es-MX" sz="2000"/>
            <a:t> un correo profesional para presentar una propuesta de automatización con IA a una empresa mediana. Tono formal, breve y persuasivo.”</a:t>
          </a:r>
          <a:endParaRPr lang="es-AR" sz="2000"/>
        </a:p>
      </dgm:t>
    </dgm:pt>
    <dgm:pt modelId="{0C064DB7-BF14-4A4F-B73C-DF56A8251D0D}" type="parTrans" cxnId="{589D0C88-AFE8-4009-8346-4B2292253904}">
      <dgm:prSet/>
      <dgm:spPr/>
      <dgm:t>
        <a:bodyPr/>
        <a:lstStyle/>
        <a:p>
          <a:endParaRPr lang="es-AR"/>
        </a:p>
      </dgm:t>
    </dgm:pt>
    <dgm:pt modelId="{C195C555-7D04-482E-BC7F-7DB67EC44C4D}" type="sibTrans" cxnId="{589D0C88-AFE8-4009-8346-4B2292253904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23F8C01C-80C3-4E3A-BF35-6A6F09769446}" type="presOf" srcId="{8827B59E-603A-4517-98E2-264B61F4A2D8}" destId="{EEB1F71B-C36D-495B-81C0-9546D425EC51}" srcOrd="0" destOrd="1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3" destOrd="0" parTransId="{3E479EE4-D8EB-4818-A551-99FD289CB449}" sibTransId="{1C68800B-EC8F-41ED-8897-4A6AB8B249AA}"/>
    <dgm:cxn modelId="{DB4E5064-FDE0-418C-BED1-06DBE7F4D36A}" type="presOf" srcId="{CB5C825C-B193-47CC-B6AE-A3D8F979DFF8}" destId="{EEB1F71B-C36D-495B-81C0-9546D425EC51}" srcOrd="0" destOrd="2" presId="urn:microsoft.com/office/officeart/2005/8/layout/vList2"/>
    <dgm:cxn modelId="{589D0C88-AFE8-4009-8346-4B2292253904}" srcId="{9A935F43-1A8E-41C3-A872-EBE5AE5F6DA3}" destId="{CB5C825C-B193-47CC-B6AE-A3D8F979DFF8}" srcOrd="2" destOrd="0" parTransId="{0C064DB7-BF14-4A4F-B73C-DF56A8251D0D}" sibTransId="{C195C555-7D04-482E-BC7F-7DB67EC44C4D}"/>
    <dgm:cxn modelId="{806F7791-2A28-44DF-9864-061D53073C86}" srcId="{9A935F43-1A8E-41C3-A872-EBE5AE5F6DA3}" destId="{8827B59E-603A-4517-98E2-264B61F4A2D8}" srcOrd="1" destOrd="0" parTransId="{5B04833D-EF3B-41B5-882C-A986F51A62B4}" sibTransId="{AE7C535D-537F-4201-B4AB-BAE8CAD42523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3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10" qsCatId="simple" csTypeId="urn:microsoft.com/office/officeart/2005/8/colors/accent1_2#10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b="1"/>
            <a:t>Sirve para cambiar estilo, tono, longitud, audiencia.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8827B59E-603A-4517-98E2-264B61F4A2D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endParaRPr lang="es-AR" sz="2000"/>
        </a:p>
      </dgm:t>
    </dgm:pt>
    <dgm:pt modelId="{5B04833D-EF3B-41B5-882C-A986F51A62B4}" type="parTrans" cxnId="{806F7791-2A28-44DF-9864-061D53073C86}">
      <dgm:prSet/>
      <dgm:spPr/>
      <dgm:t>
        <a:bodyPr/>
        <a:lstStyle/>
        <a:p>
          <a:endParaRPr lang="es-AR"/>
        </a:p>
      </dgm:t>
    </dgm:pt>
    <dgm:pt modelId="{AE7C535D-537F-4201-B4AB-BAE8CAD42523}" type="sibTrans" cxnId="{806F7791-2A28-44DF-9864-061D53073C86}">
      <dgm:prSet/>
      <dgm:spPr/>
      <dgm:t>
        <a:bodyPr/>
        <a:lstStyle/>
        <a:p>
          <a:endParaRPr lang="es-AR"/>
        </a:p>
      </dgm:t>
    </dgm:pt>
    <dgm:pt modelId="{CB5C825C-B193-47CC-B6AE-A3D8F979DFF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r>
            <a:rPr lang="es-MX" sz="2000"/>
            <a:t>“Reescribí este texto técnico para que lo entienda un paciente sin conocimientos médicos.”</a:t>
          </a:r>
          <a:endParaRPr lang="es-AR" sz="2000"/>
        </a:p>
      </dgm:t>
    </dgm:pt>
    <dgm:pt modelId="{0C064DB7-BF14-4A4F-B73C-DF56A8251D0D}" type="parTrans" cxnId="{589D0C88-AFE8-4009-8346-4B2292253904}">
      <dgm:prSet/>
      <dgm:spPr/>
      <dgm:t>
        <a:bodyPr/>
        <a:lstStyle/>
        <a:p>
          <a:endParaRPr lang="es-AR"/>
        </a:p>
      </dgm:t>
    </dgm:pt>
    <dgm:pt modelId="{C195C555-7D04-482E-BC7F-7DB67EC44C4D}" type="sibTrans" cxnId="{589D0C88-AFE8-4009-8346-4B2292253904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23F8C01C-80C3-4E3A-BF35-6A6F09769446}" type="presOf" srcId="{8827B59E-603A-4517-98E2-264B61F4A2D8}" destId="{EEB1F71B-C36D-495B-81C0-9546D425EC51}" srcOrd="0" destOrd="1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3" destOrd="0" parTransId="{3E479EE4-D8EB-4818-A551-99FD289CB449}" sibTransId="{1C68800B-EC8F-41ED-8897-4A6AB8B249AA}"/>
    <dgm:cxn modelId="{DB4E5064-FDE0-418C-BED1-06DBE7F4D36A}" type="presOf" srcId="{CB5C825C-B193-47CC-B6AE-A3D8F979DFF8}" destId="{EEB1F71B-C36D-495B-81C0-9546D425EC51}" srcOrd="0" destOrd="2" presId="urn:microsoft.com/office/officeart/2005/8/layout/vList2"/>
    <dgm:cxn modelId="{589D0C88-AFE8-4009-8346-4B2292253904}" srcId="{9A935F43-1A8E-41C3-A872-EBE5AE5F6DA3}" destId="{CB5C825C-B193-47CC-B6AE-A3D8F979DFF8}" srcOrd="2" destOrd="0" parTransId="{0C064DB7-BF14-4A4F-B73C-DF56A8251D0D}" sibTransId="{C195C555-7D04-482E-BC7F-7DB67EC44C4D}"/>
    <dgm:cxn modelId="{806F7791-2A28-44DF-9864-061D53073C86}" srcId="{9A935F43-1A8E-41C3-A872-EBE5AE5F6DA3}" destId="{8827B59E-603A-4517-98E2-264B61F4A2D8}" srcOrd="1" destOrd="0" parTransId="{5B04833D-EF3B-41B5-882C-A986F51A62B4}" sibTransId="{AE7C535D-537F-4201-B4AB-BAE8CAD42523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3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11" qsCatId="simple" csTypeId="urn:microsoft.com/office/officeart/2005/8/colors/accent1_2#11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b="1"/>
            <a:t>Sirve para evaluar opciones, herramientas o enfoques.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8827B59E-603A-4517-98E2-264B61F4A2D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endParaRPr lang="es-AR" sz="2000"/>
        </a:p>
      </dgm:t>
    </dgm:pt>
    <dgm:pt modelId="{5B04833D-EF3B-41B5-882C-A986F51A62B4}" type="parTrans" cxnId="{806F7791-2A28-44DF-9864-061D53073C86}">
      <dgm:prSet/>
      <dgm:spPr/>
      <dgm:t>
        <a:bodyPr/>
        <a:lstStyle/>
        <a:p>
          <a:endParaRPr lang="es-AR"/>
        </a:p>
      </dgm:t>
    </dgm:pt>
    <dgm:pt modelId="{AE7C535D-537F-4201-B4AB-BAE8CAD42523}" type="sibTrans" cxnId="{806F7791-2A28-44DF-9864-061D53073C86}">
      <dgm:prSet/>
      <dgm:spPr/>
      <dgm:t>
        <a:bodyPr/>
        <a:lstStyle/>
        <a:p>
          <a:endParaRPr lang="es-AR"/>
        </a:p>
      </dgm:t>
    </dgm:pt>
    <dgm:pt modelId="{CB5C825C-B193-47CC-B6AE-A3D8F979DFF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r>
            <a:rPr lang="es-MX" sz="2000"/>
            <a:t>“</a:t>
          </a:r>
          <a:r>
            <a:rPr lang="es-MX" sz="2000" err="1"/>
            <a:t>Compará</a:t>
          </a:r>
          <a:r>
            <a:rPr lang="es-MX" sz="2000"/>
            <a:t> </a:t>
          </a:r>
          <a:r>
            <a:rPr lang="es-MX" sz="2000" err="1"/>
            <a:t>ChatGPT</a:t>
          </a:r>
          <a:r>
            <a:rPr lang="es-MX" sz="2000"/>
            <a:t>, Gemini y </a:t>
          </a:r>
          <a:r>
            <a:rPr lang="es-MX" sz="2000" err="1"/>
            <a:t>Copilot</a:t>
          </a:r>
          <a:r>
            <a:rPr lang="es-MX" sz="2000"/>
            <a:t> para tareas de estudio universitario. </a:t>
          </a:r>
          <a:r>
            <a:rPr lang="es-MX" sz="2000" err="1"/>
            <a:t>Indicá</a:t>
          </a:r>
          <a:r>
            <a:rPr lang="es-MX" sz="2000"/>
            <a:t> fortalezas, debilidades y casos de uso.”</a:t>
          </a:r>
          <a:endParaRPr lang="es-AR" sz="2000"/>
        </a:p>
      </dgm:t>
    </dgm:pt>
    <dgm:pt modelId="{0C064DB7-BF14-4A4F-B73C-DF56A8251D0D}" type="parTrans" cxnId="{589D0C88-AFE8-4009-8346-4B2292253904}">
      <dgm:prSet/>
      <dgm:spPr/>
      <dgm:t>
        <a:bodyPr/>
        <a:lstStyle/>
        <a:p>
          <a:endParaRPr lang="es-AR"/>
        </a:p>
      </dgm:t>
    </dgm:pt>
    <dgm:pt modelId="{C195C555-7D04-482E-BC7F-7DB67EC44C4D}" type="sibTrans" cxnId="{589D0C88-AFE8-4009-8346-4B2292253904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23F8C01C-80C3-4E3A-BF35-6A6F09769446}" type="presOf" srcId="{8827B59E-603A-4517-98E2-264B61F4A2D8}" destId="{EEB1F71B-C36D-495B-81C0-9546D425EC51}" srcOrd="0" destOrd="1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3" destOrd="0" parTransId="{3E479EE4-D8EB-4818-A551-99FD289CB449}" sibTransId="{1C68800B-EC8F-41ED-8897-4A6AB8B249AA}"/>
    <dgm:cxn modelId="{DB4E5064-FDE0-418C-BED1-06DBE7F4D36A}" type="presOf" srcId="{CB5C825C-B193-47CC-B6AE-A3D8F979DFF8}" destId="{EEB1F71B-C36D-495B-81C0-9546D425EC51}" srcOrd="0" destOrd="2" presId="urn:microsoft.com/office/officeart/2005/8/layout/vList2"/>
    <dgm:cxn modelId="{589D0C88-AFE8-4009-8346-4B2292253904}" srcId="{9A935F43-1A8E-41C3-A872-EBE5AE5F6DA3}" destId="{CB5C825C-B193-47CC-B6AE-A3D8F979DFF8}" srcOrd="2" destOrd="0" parTransId="{0C064DB7-BF14-4A4F-B73C-DF56A8251D0D}" sibTransId="{C195C555-7D04-482E-BC7F-7DB67EC44C4D}"/>
    <dgm:cxn modelId="{806F7791-2A28-44DF-9864-061D53073C86}" srcId="{9A935F43-1A8E-41C3-A872-EBE5AE5F6DA3}" destId="{8827B59E-603A-4517-98E2-264B61F4A2D8}" srcOrd="1" destOrd="0" parTransId="{5B04833D-EF3B-41B5-882C-A986F51A62B4}" sibTransId="{AE7C535D-537F-4201-B4AB-BAE8CAD42523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3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12" qsCatId="simple" csTypeId="urn:microsoft.com/office/officeart/2005/8/colors/accent1_2#1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/>
            <a:t>Sirve para destrabar ideas.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8827B59E-603A-4517-98E2-264B61F4A2D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endParaRPr lang="es-AR" sz="2000"/>
        </a:p>
      </dgm:t>
    </dgm:pt>
    <dgm:pt modelId="{5B04833D-EF3B-41B5-882C-A986F51A62B4}" type="parTrans" cxnId="{806F7791-2A28-44DF-9864-061D53073C86}">
      <dgm:prSet/>
      <dgm:spPr/>
      <dgm:t>
        <a:bodyPr/>
        <a:lstStyle/>
        <a:p>
          <a:endParaRPr lang="es-AR"/>
        </a:p>
      </dgm:t>
    </dgm:pt>
    <dgm:pt modelId="{AE7C535D-537F-4201-B4AB-BAE8CAD42523}" type="sibTrans" cxnId="{806F7791-2A28-44DF-9864-061D53073C86}">
      <dgm:prSet/>
      <dgm:spPr/>
      <dgm:t>
        <a:bodyPr/>
        <a:lstStyle/>
        <a:p>
          <a:endParaRPr lang="es-AR"/>
        </a:p>
      </dgm:t>
    </dgm:pt>
    <dgm:pt modelId="{CB5C825C-B193-47CC-B6AE-A3D8F979DFF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r>
            <a:rPr lang="es-MX" sz="2000"/>
            <a:t>“</a:t>
          </a:r>
          <a:r>
            <a:rPr lang="es-AR" sz="2000" err="1"/>
            <a:t>Proponé</a:t>
          </a:r>
          <a:r>
            <a:rPr lang="es-AR" sz="2000"/>
            <a:t> 10 ideas de uso de IA generativa para recursos humanos en una empresa de 200 empleados</a:t>
          </a:r>
          <a:r>
            <a:rPr lang="es-MX" sz="2000"/>
            <a:t>.”</a:t>
          </a:r>
          <a:endParaRPr lang="es-AR" sz="2000"/>
        </a:p>
      </dgm:t>
    </dgm:pt>
    <dgm:pt modelId="{0C064DB7-BF14-4A4F-B73C-DF56A8251D0D}" type="parTrans" cxnId="{589D0C88-AFE8-4009-8346-4B2292253904}">
      <dgm:prSet/>
      <dgm:spPr/>
      <dgm:t>
        <a:bodyPr/>
        <a:lstStyle/>
        <a:p>
          <a:endParaRPr lang="es-AR"/>
        </a:p>
      </dgm:t>
    </dgm:pt>
    <dgm:pt modelId="{C195C555-7D04-482E-BC7F-7DB67EC44C4D}" type="sibTrans" cxnId="{589D0C88-AFE8-4009-8346-4B2292253904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23F8C01C-80C3-4E3A-BF35-6A6F09769446}" type="presOf" srcId="{8827B59E-603A-4517-98E2-264B61F4A2D8}" destId="{EEB1F71B-C36D-495B-81C0-9546D425EC51}" srcOrd="0" destOrd="1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3" destOrd="0" parTransId="{3E479EE4-D8EB-4818-A551-99FD289CB449}" sibTransId="{1C68800B-EC8F-41ED-8897-4A6AB8B249AA}"/>
    <dgm:cxn modelId="{DB4E5064-FDE0-418C-BED1-06DBE7F4D36A}" type="presOf" srcId="{CB5C825C-B193-47CC-B6AE-A3D8F979DFF8}" destId="{EEB1F71B-C36D-495B-81C0-9546D425EC51}" srcOrd="0" destOrd="2" presId="urn:microsoft.com/office/officeart/2005/8/layout/vList2"/>
    <dgm:cxn modelId="{589D0C88-AFE8-4009-8346-4B2292253904}" srcId="{9A935F43-1A8E-41C3-A872-EBE5AE5F6DA3}" destId="{CB5C825C-B193-47CC-B6AE-A3D8F979DFF8}" srcOrd="2" destOrd="0" parTransId="{0C064DB7-BF14-4A4F-B73C-DF56A8251D0D}" sibTransId="{C195C555-7D04-482E-BC7F-7DB67EC44C4D}"/>
    <dgm:cxn modelId="{806F7791-2A28-44DF-9864-061D53073C86}" srcId="{9A935F43-1A8E-41C3-A872-EBE5AE5F6DA3}" destId="{8827B59E-603A-4517-98E2-264B61F4A2D8}" srcOrd="1" destOrd="0" parTransId="{5B04833D-EF3B-41B5-882C-A986F51A62B4}" sibTransId="{AE7C535D-537F-4201-B4AB-BAE8CAD42523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3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13" qsCatId="simple" csTypeId="urn:microsoft.com/office/officeart/2005/8/colors/accent1_2#13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b="1"/>
            <a:t>Hace que el sistema responda desde una perspectiva específica.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8827B59E-603A-4517-98E2-264B61F4A2D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endParaRPr lang="es-AR" sz="2000"/>
        </a:p>
      </dgm:t>
    </dgm:pt>
    <dgm:pt modelId="{5B04833D-EF3B-41B5-882C-A986F51A62B4}" type="parTrans" cxnId="{806F7791-2A28-44DF-9864-061D53073C86}">
      <dgm:prSet/>
      <dgm:spPr/>
      <dgm:t>
        <a:bodyPr/>
        <a:lstStyle/>
        <a:p>
          <a:endParaRPr lang="es-AR"/>
        </a:p>
      </dgm:t>
    </dgm:pt>
    <dgm:pt modelId="{AE7C535D-537F-4201-B4AB-BAE8CAD42523}" type="sibTrans" cxnId="{806F7791-2A28-44DF-9864-061D53073C86}">
      <dgm:prSet/>
      <dgm:spPr/>
      <dgm:t>
        <a:bodyPr/>
        <a:lstStyle/>
        <a:p>
          <a:endParaRPr lang="es-AR"/>
        </a:p>
      </dgm:t>
    </dgm:pt>
    <dgm:pt modelId="{CB5C825C-B193-47CC-B6AE-A3D8F979DFF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r>
            <a:rPr lang="es-MX" sz="2000" err="1"/>
            <a:t>Actuá</a:t>
          </a:r>
          <a:r>
            <a:rPr lang="es-MX" sz="2000"/>
            <a:t> como consultor de transformación digital y </a:t>
          </a:r>
          <a:r>
            <a:rPr lang="es-MX" sz="2000" err="1"/>
            <a:t>proponé</a:t>
          </a:r>
          <a:r>
            <a:rPr lang="es-MX" sz="2000"/>
            <a:t> mejoras con IA para un estudio contable.</a:t>
          </a:r>
          <a:endParaRPr lang="es-AR" sz="2000"/>
        </a:p>
      </dgm:t>
    </dgm:pt>
    <dgm:pt modelId="{0C064DB7-BF14-4A4F-B73C-DF56A8251D0D}" type="parTrans" cxnId="{589D0C88-AFE8-4009-8346-4B2292253904}">
      <dgm:prSet/>
      <dgm:spPr/>
      <dgm:t>
        <a:bodyPr/>
        <a:lstStyle/>
        <a:p>
          <a:endParaRPr lang="es-AR"/>
        </a:p>
      </dgm:t>
    </dgm:pt>
    <dgm:pt modelId="{C195C555-7D04-482E-BC7F-7DB67EC44C4D}" type="sibTrans" cxnId="{589D0C88-AFE8-4009-8346-4B2292253904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23F8C01C-80C3-4E3A-BF35-6A6F09769446}" type="presOf" srcId="{8827B59E-603A-4517-98E2-264B61F4A2D8}" destId="{EEB1F71B-C36D-495B-81C0-9546D425EC51}" srcOrd="0" destOrd="1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3" destOrd="0" parTransId="{3E479EE4-D8EB-4818-A551-99FD289CB449}" sibTransId="{1C68800B-EC8F-41ED-8897-4A6AB8B249AA}"/>
    <dgm:cxn modelId="{DB4E5064-FDE0-418C-BED1-06DBE7F4D36A}" type="presOf" srcId="{CB5C825C-B193-47CC-B6AE-A3D8F979DFF8}" destId="{EEB1F71B-C36D-495B-81C0-9546D425EC51}" srcOrd="0" destOrd="2" presId="urn:microsoft.com/office/officeart/2005/8/layout/vList2"/>
    <dgm:cxn modelId="{589D0C88-AFE8-4009-8346-4B2292253904}" srcId="{9A935F43-1A8E-41C3-A872-EBE5AE5F6DA3}" destId="{CB5C825C-B193-47CC-B6AE-A3D8F979DFF8}" srcOrd="2" destOrd="0" parTransId="{0C064DB7-BF14-4A4F-B73C-DF56A8251D0D}" sibTransId="{C195C555-7D04-482E-BC7F-7DB67EC44C4D}"/>
    <dgm:cxn modelId="{806F7791-2A28-44DF-9864-061D53073C86}" srcId="{9A935F43-1A8E-41C3-A872-EBE5AE5F6DA3}" destId="{8827B59E-603A-4517-98E2-264B61F4A2D8}" srcOrd="1" destOrd="0" parTransId="{5B04833D-EF3B-41B5-882C-A986F51A62B4}" sibTransId="{AE7C535D-537F-4201-B4AB-BAE8CAD42523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3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14" qsCatId="simple" csTypeId="urn:microsoft.com/office/officeart/2005/8/colors/accent1_2#14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b="1"/>
            <a:t>Es clave mostrar esto: el primer </a:t>
          </a:r>
          <a:r>
            <a:rPr lang="es-MX" sz="2400" b="1" err="1"/>
            <a:t>prompt</a:t>
          </a:r>
          <a:r>
            <a:rPr lang="es-MX" sz="2400" b="1"/>
            <a:t> rara vez es el mejor.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s-AR" sz="2000"/>
            <a:t>Ejemplo:</a:t>
          </a:r>
          <a:br>
            <a:rPr lang="es-AR" sz="2000"/>
          </a:br>
          <a:r>
            <a:rPr lang="es-MX" sz="2000"/>
            <a:t>Ahora </a:t>
          </a:r>
          <a:r>
            <a:rPr lang="es-MX" sz="2000" err="1"/>
            <a:t>hacelo</a:t>
          </a:r>
          <a:r>
            <a:rPr lang="es-MX" sz="2000"/>
            <a:t> más breve.</a:t>
          </a:r>
          <a:br>
            <a:rPr lang="es-MX" sz="2000"/>
          </a:br>
          <a:r>
            <a:rPr lang="es-MX" sz="2000"/>
            <a:t>Ahora </a:t>
          </a:r>
          <a:r>
            <a:rPr lang="es-MX" sz="2000" err="1"/>
            <a:t>agregá</a:t>
          </a:r>
          <a:r>
            <a:rPr lang="es-MX" sz="2000"/>
            <a:t> ejemplos locales.</a:t>
          </a:r>
          <a:br>
            <a:rPr lang="es-MX" sz="2000"/>
          </a:br>
          <a:r>
            <a:rPr lang="es-MX" sz="2000"/>
            <a:t>Ahora convertí esto en una diapositiva.</a:t>
          </a:r>
          <a:br>
            <a:rPr lang="es-MX" sz="2000"/>
          </a:br>
          <a:r>
            <a:rPr lang="es-MX" sz="2000"/>
            <a:t>Ahora dame una versión para exponer oralmente.</a:t>
          </a: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8827B59E-603A-4517-98E2-264B61F4A2D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endParaRPr lang="es-AR" sz="2000"/>
        </a:p>
      </dgm:t>
    </dgm:pt>
    <dgm:pt modelId="{5B04833D-EF3B-41B5-882C-A986F51A62B4}" type="parTrans" cxnId="{806F7791-2A28-44DF-9864-061D53073C86}">
      <dgm:prSet/>
      <dgm:spPr/>
      <dgm:t>
        <a:bodyPr/>
        <a:lstStyle/>
        <a:p>
          <a:endParaRPr lang="es-AR"/>
        </a:p>
      </dgm:t>
    </dgm:pt>
    <dgm:pt modelId="{AE7C535D-537F-4201-B4AB-BAE8CAD42523}" type="sibTrans" cxnId="{806F7791-2A28-44DF-9864-061D53073C86}">
      <dgm:prSet/>
      <dgm:spPr/>
      <dgm:t>
        <a:bodyPr/>
        <a:lstStyle/>
        <a:p>
          <a:endParaRPr lang="es-AR"/>
        </a:p>
      </dgm:t>
    </dgm:pt>
    <dgm:pt modelId="{CB5C825C-B193-47CC-B6AE-A3D8F979DFF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r>
            <a:rPr lang="es-AR" sz="2000" b="1"/>
            <a:t>Secuencia</a:t>
          </a:r>
          <a:endParaRPr lang="es-AR" sz="2000"/>
        </a:p>
      </dgm:t>
    </dgm:pt>
    <dgm:pt modelId="{0C064DB7-BF14-4A4F-B73C-DF56A8251D0D}" type="parTrans" cxnId="{589D0C88-AFE8-4009-8346-4B2292253904}">
      <dgm:prSet/>
      <dgm:spPr/>
      <dgm:t>
        <a:bodyPr/>
        <a:lstStyle/>
        <a:p>
          <a:endParaRPr lang="es-AR"/>
        </a:p>
      </dgm:t>
    </dgm:pt>
    <dgm:pt modelId="{C195C555-7D04-482E-BC7F-7DB67EC44C4D}" type="sibTrans" cxnId="{589D0C88-AFE8-4009-8346-4B2292253904}">
      <dgm:prSet/>
      <dgm:spPr/>
      <dgm:t>
        <a:bodyPr/>
        <a:lstStyle/>
        <a:p>
          <a:endParaRPr lang="es-AR"/>
        </a:p>
      </dgm:t>
    </dgm:pt>
    <dgm:pt modelId="{4CAB64E7-8D58-4D48-A494-4E5C305B1E6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primera respuesta</a:t>
          </a:r>
        </a:p>
      </dgm:t>
    </dgm:pt>
    <dgm:pt modelId="{EF3D3637-E85A-4400-9973-F0D925A8F6DC}" type="parTrans" cxnId="{811AF08D-413E-4E23-B69B-B95A39B891AF}">
      <dgm:prSet/>
      <dgm:spPr/>
      <dgm:t>
        <a:bodyPr/>
        <a:lstStyle/>
        <a:p>
          <a:endParaRPr lang="es-AR"/>
        </a:p>
      </dgm:t>
    </dgm:pt>
    <dgm:pt modelId="{3C097723-D65B-46A4-BB0E-7CC2ADA94592}" type="sibTrans" cxnId="{811AF08D-413E-4E23-B69B-B95A39B891AF}">
      <dgm:prSet/>
      <dgm:spPr/>
      <dgm:t>
        <a:bodyPr/>
        <a:lstStyle/>
        <a:p>
          <a:endParaRPr lang="es-AR"/>
        </a:p>
      </dgm:t>
    </dgm:pt>
    <dgm:pt modelId="{BC1D10F8-F1E5-4210-8200-75840004F59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pedir mejora</a:t>
          </a:r>
        </a:p>
      </dgm:t>
    </dgm:pt>
    <dgm:pt modelId="{99BA39AD-7006-4B1B-9903-37D4441E49B2}" type="parTrans" cxnId="{602769D7-12FD-4B5E-AFA6-10E1F903938A}">
      <dgm:prSet/>
      <dgm:spPr/>
      <dgm:t>
        <a:bodyPr/>
        <a:lstStyle/>
        <a:p>
          <a:endParaRPr lang="es-AR"/>
        </a:p>
      </dgm:t>
    </dgm:pt>
    <dgm:pt modelId="{F03C9AB3-22F7-44DE-A5B5-A98307159096}" type="sibTrans" cxnId="{602769D7-12FD-4B5E-AFA6-10E1F903938A}">
      <dgm:prSet/>
      <dgm:spPr/>
      <dgm:t>
        <a:bodyPr/>
        <a:lstStyle/>
        <a:p>
          <a:endParaRPr lang="es-AR"/>
        </a:p>
      </dgm:t>
    </dgm:pt>
    <dgm:pt modelId="{EF2E2B1E-FFEC-456D-A212-3FB82E4369E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pedir más precisión</a:t>
          </a:r>
        </a:p>
      </dgm:t>
    </dgm:pt>
    <dgm:pt modelId="{A9A40402-E601-4268-A4BD-3847CD67F0F2}" type="parTrans" cxnId="{4C910642-9225-4FBE-8951-15BBD6B5DB8B}">
      <dgm:prSet/>
      <dgm:spPr/>
      <dgm:t>
        <a:bodyPr/>
        <a:lstStyle/>
        <a:p>
          <a:endParaRPr lang="es-AR"/>
        </a:p>
      </dgm:t>
    </dgm:pt>
    <dgm:pt modelId="{80479C81-FDE3-46AF-BD7D-B852620939C3}" type="sibTrans" cxnId="{4C910642-9225-4FBE-8951-15BBD6B5DB8B}">
      <dgm:prSet/>
      <dgm:spPr/>
      <dgm:t>
        <a:bodyPr/>
        <a:lstStyle/>
        <a:p>
          <a:endParaRPr lang="es-AR"/>
        </a:p>
      </dgm:t>
    </dgm:pt>
    <dgm:pt modelId="{3948AD11-C6AA-47EE-B191-1DA4D9E4631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MX" sz="1800"/>
            <a:t>pedir adaptación a otra audiencia</a:t>
          </a:r>
        </a:p>
      </dgm:t>
    </dgm:pt>
    <dgm:pt modelId="{1251C5C5-FEDE-49A9-A474-28A65F89F594}" type="parTrans" cxnId="{CB8EA62A-A27B-4656-B255-72369B60DC3C}">
      <dgm:prSet/>
      <dgm:spPr/>
      <dgm:t>
        <a:bodyPr/>
        <a:lstStyle/>
        <a:p>
          <a:endParaRPr lang="es-AR"/>
        </a:p>
      </dgm:t>
    </dgm:pt>
    <dgm:pt modelId="{5FD169C3-70A9-4E93-B63C-296BA1197F88}" type="sibTrans" cxnId="{CB8EA62A-A27B-4656-B255-72369B60DC3C}">
      <dgm:prSet/>
      <dgm:spPr/>
      <dgm:t>
        <a:bodyPr/>
        <a:lstStyle/>
        <a:p>
          <a:endParaRPr lang="es-AR"/>
        </a:p>
      </dgm:t>
    </dgm:pt>
    <dgm:pt modelId="{83876453-4BF5-4534-9D17-80AB2EEF2C3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pedir formato final</a:t>
          </a:r>
        </a:p>
      </dgm:t>
    </dgm:pt>
    <dgm:pt modelId="{67F00103-6E02-403A-A77C-47ADF0465494}" type="parTrans" cxnId="{A900C61E-E7EB-4906-9AF8-EB6E84556422}">
      <dgm:prSet/>
      <dgm:spPr/>
      <dgm:t>
        <a:bodyPr/>
        <a:lstStyle/>
        <a:p>
          <a:endParaRPr lang="es-AR"/>
        </a:p>
      </dgm:t>
    </dgm:pt>
    <dgm:pt modelId="{C4E8EBB7-1A4A-44B2-B226-0F98A828A1FF}" type="sibTrans" cxnId="{A900C61E-E7EB-4906-9AF8-EB6E84556422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23F8C01C-80C3-4E3A-BF35-6A6F09769446}" type="presOf" srcId="{8827B59E-603A-4517-98E2-264B61F4A2D8}" destId="{EEB1F71B-C36D-495B-81C0-9546D425EC51}" srcOrd="0" destOrd="1" presId="urn:microsoft.com/office/officeart/2005/8/layout/vList2"/>
    <dgm:cxn modelId="{A900C61E-E7EB-4906-9AF8-EB6E84556422}" srcId="{9A935F43-1A8E-41C3-A872-EBE5AE5F6DA3}" destId="{83876453-4BF5-4534-9D17-80AB2EEF2C3D}" srcOrd="7" destOrd="0" parTransId="{67F00103-6E02-403A-A77C-47ADF0465494}" sibTransId="{C4E8EBB7-1A4A-44B2-B226-0F98A828A1FF}"/>
    <dgm:cxn modelId="{0C8BDC1F-E99D-42EF-B6F4-8D0380C18268}" type="presOf" srcId="{83876453-4BF5-4534-9D17-80AB2EEF2C3D}" destId="{EEB1F71B-C36D-495B-81C0-9546D425EC51}" srcOrd="0" destOrd="7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8" destOrd="0" parTransId="{3E479EE4-D8EB-4818-A551-99FD289CB449}" sibTransId="{1C68800B-EC8F-41ED-8897-4A6AB8B249AA}"/>
    <dgm:cxn modelId="{CB8EA62A-A27B-4656-B255-72369B60DC3C}" srcId="{9A935F43-1A8E-41C3-A872-EBE5AE5F6DA3}" destId="{3948AD11-C6AA-47EE-B191-1DA4D9E46312}" srcOrd="6" destOrd="0" parTransId="{1251C5C5-FEDE-49A9-A474-28A65F89F594}" sibTransId="{5FD169C3-70A9-4E93-B63C-296BA1197F88}"/>
    <dgm:cxn modelId="{A2EFBE41-D1FF-4F43-ADBC-D7B021396F49}" type="presOf" srcId="{3948AD11-C6AA-47EE-B191-1DA4D9E46312}" destId="{EEB1F71B-C36D-495B-81C0-9546D425EC51}" srcOrd="0" destOrd="6" presId="urn:microsoft.com/office/officeart/2005/8/layout/vList2"/>
    <dgm:cxn modelId="{4C910642-9225-4FBE-8951-15BBD6B5DB8B}" srcId="{9A935F43-1A8E-41C3-A872-EBE5AE5F6DA3}" destId="{EF2E2B1E-FFEC-456D-A212-3FB82E4369E4}" srcOrd="5" destOrd="0" parTransId="{A9A40402-E601-4268-A4BD-3847CD67F0F2}" sibTransId="{80479C81-FDE3-46AF-BD7D-B852620939C3}"/>
    <dgm:cxn modelId="{B6FF4F43-1FC6-482B-8016-AADA6EF1DD63}" type="presOf" srcId="{EF2E2B1E-FFEC-456D-A212-3FB82E4369E4}" destId="{EEB1F71B-C36D-495B-81C0-9546D425EC51}" srcOrd="0" destOrd="5" presId="urn:microsoft.com/office/officeart/2005/8/layout/vList2"/>
    <dgm:cxn modelId="{DB4E5064-FDE0-418C-BED1-06DBE7F4D36A}" type="presOf" srcId="{CB5C825C-B193-47CC-B6AE-A3D8F979DFF8}" destId="{EEB1F71B-C36D-495B-81C0-9546D425EC51}" srcOrd="0" destOrd="2" presId="urn:microsoft.com/office/officeart/2005/8/layout/vList2"/>
    <dgm:cxn modelId="{C05FEF87-E627-4A39-9441-4B57A9131CA7}" type="presOf" srcId="{BC1D10F8-F1E5-4210-8200-75840004F590}" destId="{EEB1F71B-C36D-495B-81C0-9546D425EC51}" srcOrd="0" destOrd="4" presId="urn:microsoft.com/office/officeart/2005/8/layout/vList2"/>
    <dgm:cxn modelId="{589D0C88-AFE8-4009-8346-4B2292253904}" srcId="{9A935F43-1A8E-41C3-A872-EBE5AE5F6DA3}" destId="{CB5C825C-B193-47CC-B6AE-A3D8F979DFF8}" srcOrd="2" destOrd="0" parTransId="{0C064DB7-BF14-4A4F-B73C-DF56A8251D0D}" sibTransId="{C195C555-7D04-482E-BC7F-7DB67EC44C4D}"/>
    <dgm:cxn modelId="{811AF08D-413E-4E23-B69B-B95A39B891AF}" srcId="{9A935F43-1A8E-41C3-A872-EBE5AE5F6DA3}" destId="{4CAB64E7-8D58-4D48-A494-4E5C305B1E64}" srcOrd="3" destOrd="0" parTransId="{EF3D3637-E85A-4400-9973-F0D925A8F6DC}" sibTransId="{3C097723-D65B-46A4-BB0E-7CC2ADA94592}"/>
    <dgm:cxn modelId="{806F7791-2A28-44DF-9864-061D53073C86}" srcId="{9A935F43-1A8E-41C3-A872-EBE5AE5F6DA3}" destId="{8827B59E-603A-4517-98E2-264B61F4A2D8}" srcOrd="1" destOrd="0" parTransId="{5B04833D-EF3B-41B5-882C-A986F51A62B4}" sibTransId="{AE7C535D-537F-4201-B4AB-BAE8CAD42523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8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602769D7-12FD-4B5E-AFA6-10E1F903938A}" srcId="{9A935F43-1A8E-41C3-A872-EBE5AE5F6DA3}" destId="{BC1D10F8-F1E5-4210-8200-75840004F590}" srcOrd="4" destOrd="0" parTransId="{99BA39AD-7006-4B1B-9903-37D4441E49B2}" sibTransId="{F03C9AB3-22F7-44DE-A5B5-A98307159096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F82A5DE3-D33E-47E4-9EA1-A9DB5AC809A5}" type="presOf" srcId="{4CAB64E7-8D58-4D48-A494-4E5C305B1E64}" destId="{EEB1F71B-C36D-495B-81C0-9546D425EC51}" srcOrd="0" destOrd="3" presId="urn:microsoft.com/office/officeart/2005/8/layout/vList2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15" qsCatId="simple" csTypeId="urn:microsoft.com/office/officeart/2005/8/colors/accent1_2#15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/>
            <a:t>Muy bueno para clase.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s-AR" sz="2000"/>
            <a:t>Ejemplo:</a:t>
          </a:r>
          <a:br>
            <a:rPr lang="es-AR" sz="2000"/>
          </a:br>
          <a:r>
            <a:rPr lang="es-MX" sz="2000" err="1"/>
            <a:t>Generá</a:t>
          </a:r>
          <a:r>
            <a:rPr lang="es-MX" sz="2000"/>
            <a:t> una propuesta y luego </a:t>
          </a:r>
          <a:r>
            <a:rPr lang="es-MX" sz="2000" err="1"/>
            <a:t>autoevaluála</a:t>
          </a:r>
          <a:r>
            <a:rPr lang="es-MX" sz="2000"/>
            <a:t> según claridad, utilidad, precisión y aplicabilidad, con puntaje del 1 al 5 en cada criterio..</a:t>
          </a: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16" qsCatId="simple" csTypeId="urn:microsoft.com/office/officeart/2005/8/colors/accent1_2#16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b="1"/>
            <a:t>Esto les sirve a perfiles mixtos.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s-AR" sz="2000"/>
            <a:t>Ejemplo:</a:t>
          </a:r>
          <a:br>
            <a:rPr lang="es-AR" sz="2000"/>
          </a:br>
          <a:r>
            <a:rPr lang="es-MX" sz="2000" err="1"/>
            <a:t>Devolvé</a:t>
          </a:r>
          <a:r>
            <a:rPr lang="es-MX" sz="2000"/>
            <a:t> la respuesta en una tabla con columnas: tarea, beneficio, riesgo, ejemplo.</a:t>
          </a: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17" qsCatId="simple" csTypeId="urn:microsoft.com/office/officeart/2005/8/colors/accent1_2#17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b="1" err="1"/>
            <a:t>Watch</a:t>
          </a:r>
          <a:r>
            <a:rPr lang="es-MX" sz="2400" b="1"/>
            <a:t> </a:t>
          </a:r>
          <a:r>
            <a:rPr lang="es-MX" sz="2400" b="1" err="1"/>
            <a:t>out</a:t>
          </a:r>
          <a:r>
            <a:rPr lang="es-MX" sz="2400" b="1"/>
            <a:t>!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s-AR" sz="2400" b="0"/>
            <a:t>pedir algo demasiado amplio</a:t>
          </a:r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66F2461C-268F-44EE-85DF-3E6BC13ABFF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400" b="0"/>
            <a:t>no indicar audiencia</a:t>
          </a:r>
        </a:p>
      </dgm:t>
    </dgm:pt>
    <dgm:pt modelId="{7482949F-C4E1-4499-93CC-801A68EECCDC}" type="parTrans" cxnId="{B1A4E7FC-7E73-4013-BED8-2876E9B7E3A2}">
      <dgm:prSet/>
      <dgm:spPr/>
      <dgm:t>
        <a:bodyPr/>
        <a:lstStyle/>
        <a:p>
          <a:endParaRPr lang="es-AR"/>
        </a:p>
      </dgm:t>
    </dgm:pt>
    <dgm:pt modelId="{116723E4-6A02-4918-B676-F455479E7A1C}" type="sibTrans" cxnId="{B1A4E7FC-7E73-4013-BED8-2876E9B7E3A2}">
      <dgm:prSet/>
      <dgm:spPr/>
      <dgm:t>
        <a:bodyPr/>
        <a:lstStyle/>
        <a:p>
          <a:endParaRPr lang="es-AR"/>
        </a:p>
      </dgm:t>
    </dgm:pt>
    <dgm:pt modelId="{B7EB5505-2192-4D3B-8975-54233AE2BD5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400" b="0"/>
            <a:t>no indicar formato</a:t>
          </a:r>
        </a:p>
      </dgm:t>
    </dgm:pt>
    <dgm:pt modelId="{E7105574-A78E-4496-85CB-B7A95A79EE2C}" type="parTrans" cxnId="{2AB0C0BA-B017-4DB0-8F72-383B37516BD4}">
      <dgm:prSet/>
      <dgm:spPr/>
      <dgm:t>
        <a:bodyPr/>
        <a:lstStyle/>
        <a:p>
          <a:endParaRPr lang="es-AR"/>
        </a:p>
      </dgm:t>
    </dgm:pt>
    <dgm:pt modelId="{EA392D2D-0CEE-4CF0-AB0F-7F460C180F4B}" type="sibTrans" cxnId="{2AB0C0BA-B017-4DB0-8F72-383B37516BD4}">
      <dgm:prSet/>
      <dgm:spPr/>
      <dgm:t>
        <a:bodyPr/>
        <a:lstStyle/>
        <a:p>
          <a:endParaRPr lang="es-AR"/>
        </a:p>
      </dgm:t>
    </dgm:pt>
    <dgm:pt modelId="{4CD6D2D6-0C1B-4919-B09B-052CF981338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400" b="0"/>
            <a:t>no aclarar objetivo</a:t>
          </a:r>
        </a:p>
      </dgm:t>
    </dgm:pt>
    <dgm:pt modelId="{A0758B80-FD98-4340-9053-0E7A02EC7AF7}" type="parTrans" cxnId="{A4543DB3-FA59-4E34-82AC-B528494A8A53}">
      <dgm:prSet/>
      <dgm:spPr/>
      <dgm:t>
        <a:bodyPr/>
        <a:lstStyle/>
        <a:p>
          <a:endParaRPr lang="es-AR"/>
        </a:p>
      </dgm:t>
    </dgm:pt>
    <dgm:pt modelId="{0981C176-5A8E-49D8-8818-E7723B6AC73D}" type="sibTrans" cxnId="{A4543DB3-FA59-4E34-82AC-B528494A8A53}">
      <dgm:prSet/>
      <dgm:spPr/>
      <dgm:t>
        <a:bodyPr/>
        <a:lstStyle/>
        <a:p>
          <a:endParaRPr lang="es-AR"/>
        </a:p>
      </dgm:t>
    </dgm:pt>
    <dgm:pt modelId="{755E6ADE-AFB4-4724-9B65-560DDB675D3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400" b="0"/>
            <a:t>no iterar</a:t>
          </a:r>
        </a:p>
      </dgm:t>
    </dgm:pt>
    <dgm:pt modelId="{0B0F7259-BD31-4E9D-802C-0CBFBC4A56A7}" type="parTrans" cxnId="{E163DBB6-CDCE-4CD4-9F14-7437BA8E3BAD}">
      <dgm:prSet/>
      <dgm:spPr/>
      <dgm:t>
        <a:bodyPr/>
        <a:lstStyle/>
        <a:p>
          <a:endParaRPr lang="es-AR"/>
        </a:p>
      </dgm:t>
    </dgm:pt>
    <dgm:pt modelId="{7B1E591D-6439-466B-BB66-D4AA52291132}" type="sibTrans" cxnId="{E163DBB6-CDCE-4CD4-9F14-7437BA8E3BAD}">
      <dgm:prSet/>
      <dgm:spPr/>
      <dgm:t>
        <a:bodyPr/>
        <a:lstStyle/>
        <a:p>
          <a:endParaRPr lang="es-AR"/>
        </a:p>
      </dgm:t>
    </dgm:pt>
    <dgm:pt modelId="{E6B10A90-CB04-47E3-925E-65122A66EB6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MX" sz="2400" b="0"/>
            <a:t>creer que la primera respuesta es suficiente</a:t>
          </a:r>
        </a:p>
      </dgm:t>
    </dgm:pt>
    <dgm:pt modelId="{0E4AC306-367A-44CD-AC4F-511AE346D4E4}" type="parTrans" cxnId="{9598F55A-591F-498A-92D3-139EF9592A45}">
      <dgm:prSet/>
      <dgm:spPr/>
      <dgm:t>
        <a:bodyPr/>
        <a:lstStyle/>
        <a:p>
          <a:endParaRPr lang="es-AR"/>
        </a:p>
      </dgm:t>
    </dgm:pt>
    <dgm:pt modelId="{A7E0C3C1-4C96-416E-AAF5-3E22D1458CF1}" type="sibTrans" cxnId="{9598F55A-591F-498A-92D3-139EF9592A45}">
      <dgm:prSet/>
      <dgm:spPr/>
      <dgm:t>
        <a:bodyPr/>
        <a:lstStyle/>
        <a:p>
          <a:endParaRPr lang="es-AR"/>
        </a:p>
      </dgm:t>
    </dgm:pt>
    <dgm:pt modelId="{25C2A697-D90F-49AD-A6FD-6C22F2D119E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400" b="0"/>
            <a:t>no verificar</a:t>
          </a:r>
        </a:p>
      </dgm:t>
    </dgm:pt>
    <dgm:pt modelId="{F6FCC7DE-7A91-40F0-9D42-773090903C08}" type="parTrans" cxnId="{17FA36C3-5E18-4A1E-A826-2A60ECD5DF80}">
      <dgm:prSet/>
      <dgm:spPr/>
      <dgm:t>
        <a:bodyPr/>
        <a:lstStyle/>
        <a:p>
          <a:endParaRPr lang="es-AR"/>
        </a:p>
      </dgm:t>
    </dgm:pt>
    <dgm:pt modelId="{51B48D53-6001-4E72-8094-1802947E6295}" type="sibTrans" cxnId="{17FA36C3-5E18-4A1E-A826-2A60ECD5DF80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792" custLinFactNeighborY="-99147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09C4F72A-6ED0-4EC3-9384-B5EB5AA0CC3B}" type="presOf" srcId="{66F2461C-268F-44EE-85DF-3E6BC13ABFF2}" destId="{EEB1F71B-C36D-495B-81C0-9546D425EC51}" srcOrd="0" destOrd="1" presId="urn:microsoft.com/office/officeart/2005/8/layout/vList2"/>
    <dgm:cxn modelId="{118E026B-4F28-43B0-A55B-ADABCE43242E}" type="presOf" srcId="{25C2A697-D90F-49AD-A6FD-6C22F2D119E4}" destId="{EEB1F71B-C36D-495B-81C0-9546D425EC51}" srcOrd="0" destOrd="6" presId="urn:microsoft.com/office/officeart/2005/8/layout/vList2"/>
    <dgm:cxn modelId="{BF66E858-B02B-4A0C-8F05-9F564013905F}" type="presOf" srcId="{4CD6D2D6-0C1B-4919-B09B-052CF9813387}" destId="{EEB1F71B-C36D-495B-81C0-9546D425EC51}" srcOrd="0" destOrd="3" presId="urn:microsoft.com/office/officeart/2005/8/layout/vList2"/>
    <dgm:cxn modelId="{9598F55A-591F-498A-92D3-139EF9592A45}" srcId="{9A935F43-1A8E-41C3-A872-EBE5AE5F6DA3}" destId="{E6B10A90-CB04-47E3-925E-65122A66EB64}" srcOrd="5" destOrd="0" parTransId="{0E4AC306-367A-44CD-AC4F-511AE346D4E4}" sibTransId="{A7E0C3C1-4C96-416E-AAF5-3E22D1458CF1}"/>
    <dgm:cxn modelId="{FA30D0A1-A39A-4ED4-BA20-AD03022F7D92}" type="presOf" srcId="{755E6ADE-AFB4-4724-9B65-560DDB675D3D}" destId="{EEB1F71B-C36D-495B-81C0-9546D425EC51}" srcOrd="0" destOrd="4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A4543DB3-FA59-4E34-82AC-B528494A8A53}" srcId="{9A935F43-1A8E-41C3-A872-EBE5AE5F6DA3}" destId="{4CD6D2D6-0C1B-4919-B09B-052CF9813387}" srcOrd="3" destOrd="0" parTransId="{A0758B80-FD98-4340-9053-0E7A02EC7AF7}" sibTransId="{0981C176-5A8E-49D8-8818-E7723B6AC73D}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E163DBB6-CDCE-4CD4-9F14-7437BA8E3BAD}" srcId="{9A935F43-1A8E-41C3-A872-EBE5AE5F6DA3}" destId="{755E6ADE-AFB4-4724-9B65-560DDB675D3D}" srcOrd="4" destOrd="0" parTransId="{0B0F7259-BD31-4E9D-802C-0CBFBC4A56A7}" sibTransId="{7B1E591D-6439-466B-BB66-D4AA52291132}"/>
    <dgm:cxn modelId="{2AB0C0BA-B017-4DB0-8F72-383B37516BD4}" srcId="{9A935F43-1A8E-41C3-A872-EBE5AE5F6DA3}" destId="{B7EB5505-2192-4D3B-8975-54233AE2BD54}" srcOrd="2" destOrd="0" parTransId="{E7105574-A78E-4496-85CB-B7A95A79EE2C}" sibTransId="{EA392D2D-0CEE-4CF0-AB0F-7F460C180F4B}"/>
    <dgm:cxn modelId="{17FA36C3-5E18-4A1E-A826-2A60ECD5DF80}" srcId="{9A935F43-1A8E-41C3-A872-EBE5AE5F6DA3}" destId="{25C2A697-D90F-49AD-A6FD-6C22F2D119E4}" srcOrd="6" destOrd="0" parTransId="{F6FCC7DE-7A91-40F0-9D42-773090903C08}" sibTransId="{51B48D53-6001-4E72-8094-1802947E6295}"/>
    <dgm:cxn modelId="{A84339D2-24AE-4A22-AB88-2355A43E4C37}" type="presOf" srcId="{E6B10A90-CB04-47E3-925E-65122A66EB64}" destId="{EEB1F71B-C36D-495B-81C0-9546D425EC51}" srcOrd="0" destOrd="5" presId="urn:microsoft.com/office/officeart/2005/8/layout/vList2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7859FBED-B760-47E2-A4F3-7AB806BBCF4E}" type="presOf" srcId="{B7EB5505-2192-4D3B-8975-54233AE2BD54}" destId="{EEB1F71B-C36D-495B-81C0-9546D425EC51}" srcOrd="0" destOrd="2" presId="urn:microsoft.com/office/officeart/2005/8/layout/vList2"/>
    <dgm:cxn modelId="{B1A4E7FC-7E73-4013-BED8-2876E9B7E3A2}" srcId="{9A935F43-1A8E-41C3-A872-EBE5AE5F6DA3}" destId="{66F2461C-268F-44EE-85DF-3E6BC13ABFF2}" srcOrd="1" destOrd="0" parTransId="{7482949F-C4E1-4499-93CC-801A68EECCDC}" sibTransId="{116723E4-6A02-4918-B676-F455479E7A1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18" qsCatId="simple" csTypeId="urn:microsoft.com/office/officeart/2005/8/colors/accent1_2#18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/>
            <a:t>Informática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/>
            <a:t>explicar código</a:t>
          </a:r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9CA2FC01-D5FC-4DCD-BE11-BE0FA7B5DBC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generar pseudocódigo</a:t>
          </a:r>
        </a:p>
      </dgm:t>
    </dgm:pt>
    <dgm:pt modelId="{AE23ECCC-5E44-460C-B40C-A51829649D19}" type="parTrans" cxnId="{F7CD6C9F-5AF4-441C-8723-1E58C463B279}">
      <dgm:prSet/>
      <dgm:spPr/>
      <dgm:t>
        <a:bodyPr/>
        <a:lstStyle/>
        <a:p>
          <a:endParaRPr lang="es-AR"/>
        </a:p>
      </dgm:t>
    </dgm:pt>
    <dgm:pt modelId="{BF0C9BDA-2C4C-4C52-A160-037D3A3F250E}" type="sibTrans" cxnId="{F7CD6C9F-5AF4-441C-8723-1E58C463B279}">
      <dgm:prSet/>
      <dgm:spPr/>
      <dgm:t>
        <a:bodyPr/>
        <a:lstStyle/>
        <a:p>
          <a:endParaRPr lang="es-AR"/>
        </a:p>
      </dgm:t>
    </dgm:pt>
    <dgm:pt modelId="{070EAC29-2BE1-456D-A4EA-6679FB5F01A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documentar funciones</a:t>
          </a:r>
        </a:p>
      </dgm:t>
    </dgm:pt>
    <dgm:pt modelId="{236DC243-508E-412C-88F3-7785D9DB9A85}" type="parTrans" cxnId="{07B52E3B-E187-4ECA-8D70-15AEFCA9BB5A}">
      <dgm:prSet/>
      <dgm:spPr/>
      <dgm:t>
        <a:bodyPr/>
        <a:lstStyle/>
        <a:p>
          <a:endParaRPr lang="es-AR"/>
        </a:p>
      </dgm:t>
    </dgm:pt>
    <dgm:pt modelId="{C8B9D0EF-4FBB-4E54-AC20-44DDA660B16E}" type="sibTrans" cxnId="{07B52E3B-E187-4ECA-8D70-15AEFCA9BB5A}">
      <dgm:prSet/>
      <dgm:spPr/>
      <dgm:t>
        <a:bodyPr/>
        <a:lstStyle/>
        <a:p>
          <a:endParaRPr lang="es-AR"/>
        </a:p>
      </dgm:t>
    </dgm:pt>
    <dgm:pt modelId="{517B2EDB-59F7-4C15-8E8C-BF2C2886634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comparar arquitecturas</a:t>
          </a:r>
        </a:p>
      </dgm:t>
    </dgm:pt>
    <dgm:pt modelId="{661F9D99-78AC-4CAB-A99A-C0EC086BFD35}" type="parTrans" cxnId="{57DEA83D-ADCE-4211-B22E-7A46BA323A8B}">
      <dgm:prSet/>
      <dgm:spPr/>
      <dgm:t>
        <a:bodyPr/>
        <a:lstStyle/>
        <a:p>
          <a:endParaRPr lang="es-AR"/>
        </a:p>
      </dgm:t>
    </dgm:pt>
    <dgm:pt modelId="{E0CE7B41-00D5-4AFE-8967-596039325517}" type="sibTrans" cxnId="{57DEA83D-ADCE-4211-B22E-7A46BA323A8B}">
      <dgm:prSet/>
      <dgm:spPr/>
      <dgm:t>
        <a:bodyPr/>
        <a:lstStyle/>
        <a:p>
          <a:endParaRPr lang="es-AR"/>
        </a:p>
      </dgm:t>
    </dgm:pt>
    <dgm:pt modelId="{1724E76B-279A-4DDB-BB89-0E629D5689C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idear casos de prueba</a:t>
          </a:r>
        </a:p>
      </dgm:t>
    </dgm:pt>
    <dgm:pt modelId="{CB586ED6-793F-4DCA-8B19-5E971B400A59}" type="parTrans" cxnId="{74462512-2D17-40ED-9919-6444A2A16B0E}">
      <dgm:prSet/>
      <dgm:spPr/>
      <dgm:t>
        <a:bodyPr/>
        <a:lstStyle/>
        <a:p>
          <a:endParaRPr lang="es-AR"/>
        </a:p>
      </dgm:t>
    </dgm:pt>
    <dgm:pt modelId="{999AA43A-154D-4AC8-86EC-A1144F4D7F0B}" type="sibTrans" cxnId="{74462512-2D17-40ED-9919-6444A2A16B0E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10600">
        <dgm:presLayoutVars>
          <dgm:bulletEnabled val="1"/>
        </dgm:presLayoutVars>
      </dgm:prSet>
      <dgm:spPr/>
    </dgm:pt>
  </dgm:ptLst>
  <dgm:cxnLst>
    <dgm:cxn modelId="{37BC3405-54F4-4B1D-B9B6-D1786D1E1B45}" type="presOf" srcId="{1724E76B-279A-4DDB-BB89-0E629D5689CB}" destId="{EEB1F71B-C36D-495B-81C0-9546D425EC51}" srcOrd="0" destOrd="4" presId="urn:microsoft.com/office/officeart/2005/8/layout/vList2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74462512-2D17-40ED-9919-6444A2A16B0E}" srcId="{9A935F43-1A8E-41C3-A872-EBE5AE5F6DA3}" destId="{1724E76B-279A-4DDB-BB89-0E629D5689CB}" srcOrd="4" destOrd="0" parTransId="{CB586ED6-793F-4DCA-8B19-5E971B400A59}" sibTransId="{999AA43A-154D-4AC8-86EC-A1144F4D7F0B}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5" destOrd="0" parTransId="{3E479EE4-D8EB-4818-A551-99FD289CB449}" sibTransId="{1C68800B-EC8F-41ED-8897-4A6AB8B249AA}"/>
    <dgm:cxn modelId="{07B52E3B-E187-4ECA-8D70-15AEFCA9BB5A}" srcId="{9A935F43-1A8E-41C3-A872-EBE5AE5F6DA3}" destId="{070EAC29-2BE1-456D-A4EA-6679FB5F01AB}" srcOrd="2" destOrd="0" parTransId="{236DC243-508E-412C-88F3-7785D9DB9A85}" sibTransId="{C8B9D0EF-4FBB-4E54-AC20-44DDA660B16E}"/>
    <dgm:cxn modelId="{57DEA83D-ADCE-4211-B22E-7A46BA323A8B}" srcId="{9A935F43-1A8E-41C3-A872-EBE5AE5F6DA3}" destId="{517B2EDB-59F7-4C15-8E8C-BF2C2886634D}" srcOrd="3" destOrd="0" parTransId="{661F9D99-78AC-4CAB-A99A-C0EC086BFD35}" sibTransId="{E0CE7B41-00D5-4AFE-8967-596039325517}"/>
    <dgm:cxn modelId="{8702B96A-3C2F-4A61-9299-86DDDA9A6297}" type="presOf" srcId="{9CA2FC01-D5FC-4DCD-BE11-BE0FA7B5DBCC}" destId="{EEB1F71B-C36D-495B-81C0-9546D425EC51}" srcOrd="0" destOrd="1" presId="urn:microsoft.com/office/officeart/2005/8/layout/vList2"/>
    <dgm:cxn modelId="{15158B7F-5174-4BFC-8812-EFB9E1965D42}" type="presOf" srcId="{517B2EDB-59F7-4C15-8E8C-BF2C2886634D}" destId="{EEB1F71B-C36D-495B-81C0-9546D425EC51}" srcOrd="0" destOrd="3" presId="urn:microsoft.com/office/officeart/2005/8/layout/vList2"/>
    <dgm:cxn modelId="{F7CD6C9F-5AF4-441C-8723-1E58C463B279}" srcId="{9A935F43-1A8E-41C3-A872-EBE5AE5F6DA3}" destId="{9CA2FC01-D5FC-4DCD-BE11-BE0FA7B5DBCC}" srcOrd="1" destOrd="0" parTransId="{AE23ECCC-5E44-460C-B40C-A51829649D19}" sibTransId="{BF0C9BDA-2C4C-4C52-A160-037D3A3F250E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5" presId="urn:microsoft.com/office/officeart/2005/8/layout/vList2"/>
    <dgm:cxn modelId="{6CEA84B1-E22A-4816-8AAD-CDA15FC1569F}" type="presOf" srcId="{070EAC29-2BE1-456D-A4EA-6679FB5F01AB}" destId="{EEB1F71B-C36D-495B-81C0-9546D425EC51}" srcOrd="0" destOrd="2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19" qsCatId="simple" csTypeId="urn:microsoft.com/office/officeart/2005/8/colors/accent1_2#19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/>
            <a:t>Negocios digitales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2000" err="1"/>
            <a:t>buyer</a:t>
          </a:r>
          <a:r>
            <a:rPr lang="es-MX" sz="2000"/>
            <a:t> personas
campañas
</a:t>
          </a:r>
          <a:r>
            <a:rPr lang="es-MX" sz="2000" err="1"/>
            <a:t>benchmark</a:t>
          </a:r>
          <a:r>
            <a:rPr lang="es-MX" sz="2000"/>
            <a:t> competitivo
embudos de conversión
contenido comercial</a:t>
          </a: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10600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20" qsCatId="simple" csTypeId="urn:microsoft.com/office/officeart/2005/8/colors/accent1_2#20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/>
            <a:t>Recursos humanos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b="0"/>
            <a:t>descripciones de puesto</a:t>
          </a:r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4020E427-385F-44D3-8950-A21A20DBE55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b="0"/>
            <a:t>preguntas de entrevista</a:t>
          </a:r>
        </a:p>
      </dgm:t>
    </dgm:pt>
    <dgm:pt modelId="{DBC0BF75-2187-41BD-965D-92303F1830CB}" type="parTrans" cxnId="{561E90CF-1625-4662-B7A7-41C483AE616D}">
      <dgm:prSet/>
      <dgm:spPr/>
      <dgm:t>
        <a:bodyPr/>
        <a:lstStyle/>
        <a:p>
          <a:endParaRPr lang="es-AR"/>
        </a:p>
      </dgm:t>
    </dgm:pt>
    <dgm:pt modelId="{8C892790-998C-45D8-8D5F-AC9B05250738}" type="sibTrans" cxnId="{561E90CF-1625-4662-B7A7-41C483AE616D}">
      <dgm:prSet/>
      <dgm:spPr/>
      <dgm:t>
        <a:bodyPr/>
        <a:lstStyle/>
        <a:p>
          <a:endParaRPr lang="es-AR"/>
        </a:p>
      </dgm:t>
    </dgm:pt>
    <dgm:pt modelId="{B5F4FB4C-E166-438F-BB92-176DB888E9A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b="0" err="1"/>
            <a:t>onboarding</a:t>
          </a:r>
          <a:endParaRPr lang="es-AR" sz="2000" b="0"/>
        </a:p>
      </dgm:t>
    </dgm:pt>
    <dgm:pt modelId="{F4FA348A-114E-467B-85ED-F5CFFB4675BC}" type="parTrans" cxnId="{87D49A78-8FE9-4767-A7D5-E39079D52905}">
      <dgm:prSet/>
      <dgm:spPr/>
      <dgm:t>
        <a:bodyPr/>
        <a:lstStyle/>
        <a:p>
          <a:endParaRPr lang="es-AR"/>
        </a:p>
      </dgm:t>
    </dgm:pt>
    <dgm:pt modelId="{D4738FA1-948F-4B4E-A7C7-D3AA309846D3}" type="sibTrans" cxnId="{87D49A78-8FE9-4767-A7D5-E39079D52905}">
      <dgm:prSet/>
      <dgm:spPr/>
      <dgm:t>
        <a:bodyPr/>
        <a:lstStyle/>
        <a:p>
          <a:endParaRPr lang="es-AR"/>
        </a:p>
      </dgm:t>
    </dgm:pt>
    <dgm:pt modelId="{F36A3539-4A98-46DA-A0E8-CAD57E4BF48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b="0"/>
            <a:t>capacitación</a:t>
          </a:r>
        </a:p>
      </dgm:t>
    </dgm:pt>
    <dgm:pt modelId="{9FE22C1C-A673-44AC-8EE1-D1BCA41617F0}" type="parTrans" cxnId="{465A47B4-4E6C-4A64-B21D-28BA7E9117BA}">
      <dgm:prSet/>
      <dgm:spPr/>
      <dgm:t>
        <a:bodyPr/>
        <a:lstStyle/>
        <a:p>
          <a:endParaRPr lang="es-AR"/>
        </a:p>
      </dgm:t>
    </dgm:pt>
    <dgm:pt modelId="{22063AC0-2904-4CB7-BA3E-83082C1F613A}" type="sibTrans" cxnId="{465A47B4-4E6C-4A64-B21D-28BA7E9117BA}">
      <dgm:prSet/>
      <dgm:spPr/>
      <dgm:t>
        <a:bodyPr/>
        <a:lstStyle/>
        <a:p>
          <a:endParaRPr lang="es-AR"/>
        </a:p>
      </dgm:t>
    </dgm:pt>
    <dgm:pt modelId="{205E657D-828D-475E-9C19-39E9E8F8207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b="0"/>
            <a:t>comunicación interna</a:t>
          </a:r>
        </a:p>
      </dgm:t>
    </dgm:pt>
    <dgm:pt modelId="{E58091F1-290D-4395-8D4D-2D84267B9C87}" type="parTrans" cxnId="{0DC046F5-E3E6-4F0B-AD05-58028C0EDE64}">
      <dgm:prSet/>
      <dgm:spPr/>
      <dgm:t>
        <a:bodyPr/>
        <a:lstStyle/>
        <a:p>
          <a:endParaRPr lang="es-AR"/>
        </a:p>
      </dgm:t>
    </dgm:pt>
    <dgm:pt modelId="{A0DC9438-0D11-45F3-B9DF-5449BC828A06}" type="sibTrans" cxnId="{0DC046F5-E3E6-4F0B-AD05-58028C0EDE64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10600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3DC53815-D669-4DA8-9C86-F7BF23CF2672}" type="presOf" srcId="{F36A3539-4A98-46DA-A0E8-CAD57E4BF48B}" destId="{EEB1F71B-C36D-495B-81C0-9546D425EC51}" srcOrd="0" destOrd="3" presId="urn:microsoft.com/office/officeart/2005/8/layout/vList2"/>
    <dgm:cxn modelId="{D3A2AD17-3A8A-4801-8B71-BAE988E8671C}" type="presOf" srcId="{205E657D-828D-475E-9C19-39E9E8F8207A}" destId="{EEB1F71B-C36D-495B-81C0-9546D425EC51}" srcOrd="0" destOrd="4" presId="urn:microsoft.com/office/officeart/2005/8/layout/vList2"/>
    <dgm:cxn modelId="{52A09D1E-D4F8-46D5-9DA3-E3D6811C8D12}" type="presOf" srcId="{4020E427-385F-44D3-8950-A21A20DBE555}" destId="{EEB1F71B-C36D-495B-81C0-9546D425EC51}" srcOrd="0" destOrd="1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5" destOrd="0" parTransId="{3E479EE4-D8EB-4818-A551-99FD289CB449}" sibTransId="{1C68800B-EC8F-41ED-8897-4A6AB8B249AA}"/>
    <dgm:cxn modelId="{87D49A78-8FE9-4767-A7D5-E39079D52905}" srcId="{9A935F43-1A8E-41C3-A872-EBE5AE5F6DA3}" destId="{B5F4FB4C-E166-438F-BB92-176DB888E9A3}" srcOrd="2" destOrd="0" parTransId="{F4FA348A-114E-467B-85ED-F5CFFB4675BC}" sibTransId="{D4738FA1-948F-4B4E-A7C7-D3AA309846D3}"/>
    <dgm:cxn modelId="{9DB4FC9B-D1B8-416F-A942-039BC1C0D23B}" type="presOf" srcId="{B5F4FB4C-E166-438F-BB92-176DB888E9A3}" destId="{EEB1F71B-C36D-495B-81C0-9546D425EC51}" srcOrd="0" destOrd="2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5" presId="urn:microsoft.com/office/officeart/2005/8/layout/vList2"/>
    <dgm:cxn modelId="{465A47B4-4E6C-4A64-B21D-28BA7E9117BA}" srcId="{9A935F43-1A8E-41C3-A872-EBE5AE5F6DA3}" destId="{F36A3539-4A98-46DA-A0E8-CAD57E4BF48B}" srcOrd="3" destOrd="0" parTransId="{9FE22C1C-A673-44AC-8EE1-D1BCA41617F0}" sibTransId="{22063AC0-2904-4CB7-BA3E-83082C1F613A}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561E90CF-1625-4662-B7A7-41C483AE616D}" srcId="{9A935F43-1A8E-41C3-A872-EBE5AE5F6DA3}" destId="{4020E427-385F-44D3-8950-A21A20DBE555}" srcOrd="1" destOrd="0" parTransId="{DBC0BF75-2187-41BD-965D-92303F1830CB}" sibTransId="{8C892790-998C-45D8-8D5F-AC9B05250738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0DC046F5-E3E6-4F0B-AD05-58028C0EDE64}" srcId="{9A935F43-1A8E-41C3-A872-EBE5AE5F6DA3}" destId="{205E657D-828D-475E-9C19-39E9E8F8207A}" srcOrd="4" destOrd="0" parTransId="{E58091F1-290D-4395-8D4D-2D84267B9C87}" sibTransId="{A0DC9438-0D11-45F3-B9DF-5449BC828A06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21" qsCatId="simple" csTypeId="urn:microsoft.com/office/officeart/2005/8/colors/accent1_2#21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/>
            <a:t>Contabilidad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/>
            <a:t>redacción de informes</a:t>
          </a:r>
          <a:endParaRPr lang="es-AR" sz="20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31BA0226-C176-409D-A0FF-A6DB7263BC5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explicación simple de normativa</a:t>
          </a:r>
        </a:p>
      </dgm:t>
    </dgm:pt>
    <dgm:pt modelId="{A029C743-58DA-4483-99D1-FA6C33F00B95}" type="parTrans" cxnId="{E58A1CCD-A717-4EAE-9F09-1054A125F1BB}">
      <dgm:prSet/>
      <dgm:spPr/>
      <dgm:t>
        <a:bodyPr/>
        <a:lstStyle/>
        <a:p>
          <a:endParaRPr lang="es-AR"/>
        </a:p>
      </dgm:t>
    </dgm:pt>
    <dgm:pt modelId="{C9FC22E8-C97B-41A5-B710-67E7E479940F}" type="sibTrans" cxnId="{E58A1CCD-A717-4EAE-9F09-1054A125F1BB}">
      <dgm:prSet/>
      <dgm:spPr/>
      <dgm:t>
        <a:bodyPr/>
        <a:lstStyle/>
        <a:p>
          <a:endParaRPr lang="es-AR"/>
        </a:p>
      </dgm:t>
    </dgm:pt>
    <dgm:pt modelId="{B326A930-70B9-4DF3-979F-D9FD9F13E61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tablas comparativas</a:t>
          </a:r>
        </a:p>
      </dgm:t>
    </dgm:pt>
    <dgm:pt modelId="{107188DA-A92F-4A5F-A81E-73C35AFB7FA1}" type="parTrans" cxnId="{F64400AD-B24D-4126-BE27-CA93CB09C536}">
      <dgm:prSet/>
      <dgm:spPr/>
      <dgm:t>
        <a:bodyPr/>
        <a:lstStyle/>
        <a:p>
          <a:endParaRPr lang="es-AR"/>
        </a:p>
      </dgm:t>
    </dgm:pt>
    <dgm:pt modelId="{F3BFDB7A-EC4C-46F5-869F-4C7A30C9B68F}" type="sibTrans" cxnId="{F64400AD-B24D-4126-BE27-CA93CB09C536}">
      <dgm:prSet/>
      <dgm:spPr/>
      <dgm:t>
        <a:bodyPr/>
        <a:lstStyle/>
        <a:p>
          <a:endParaRPr lang="es-AR"/>
        </a:p>
      </dgm:t>
    </dgm:pt>
    <dgm:pt modelId="{DD458F8B-A1DF-4844-8AA4-E225EBB7BB5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mails a clientes</a:t>
          </a:r>
        </a:p>
      </dgm:t>
    </dgm:pt>
    <dgm:pt modelId="{33763E67-1E11-4AAD-AF97-8D0030F570F1}" type="parTrans" cxnId="{F9681E2B-C189-43F0-B208-E8465C0501AF}">
      <dgm:prSet/>
      <dgm:spPr/>
      <dgm:t>
        <a:bodyPr/>
        <a:lstStyle/>
        <a:p>
          <a:endParaRPr lang="es-AR"/>
        </a:p>
      </dgm:t>
    </dgm:pt>
    <dgm:pt modelId="{82E184C2-F586-4BB9-960B-6A7EBA1D3788}" type="sibTrans" cxnId="{F9681E2B-C189-43F0-B208-E8465C0501AF}">
      <dgm:prSet/>
      <dgm:spPr/>
      <dgm:t>
        <a:bodyPr/>
        <a:lstStyle/>
        <a:p>
          <a:endParaRPr lang="es-AR"/>
        </a:p>
      </dgm:t>
    </dgm:pt>
    <dgm:pt modelId="{DD660A98-BBBF-40D0-B091-12A912DD400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err="1"/>
            <a:t>checklist</a:t>
          </a:r>
          <a:r>
            <a:rPr lang="es-AR" sz="2000"/>
            <a:t> documental</a:t>
          </a:r>
        </a:p>
      </dgm:t>
    </dgm:pt>
    <dgm:pt modelId="{6067ABFC-94E9-4619-A41B-A70E64499207}" type="parTrans" cxnId="{44869951-BAD1-4567-9292-B41FA11C6F80}">
      <dgm:prSet/>
      <dgm:spPr/>
      <dgm:t>
        <a:bodyPr/>
        <a:lstStyle/>
        <a:p>
          <a:endParaRPr lang="es-AR"/>
        </a:p>
      </dgm:t>
    </dgm:pt>
    <dgm:pt modelId="{D8E8A181-66DB-4992-B0CD-1ECDC7CD0549}" type="sibTrans" cxnId="{44869951-BAD1-4567-9292-B41FA11C6F80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10600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5" destOrd="0" parTransId="{3E479EE4-D8EB-4818-A551-99FD289CB449}" sibTransId="{1C68800B-EC8F-41ED-8897-4A6AB8B249AA}"/>
    <dgm:cxn modelId="{F9681E2B-C189-43F0-B208-E8465C0501AF}" srcId="{9A935F43-1A8E-41C3-A872-EBE5AE5F6DA3}" destId="{DD458F8B-A1DF-4844-8AA4-E225EBB7BB53}" srcOrd="3" destOrd="0" parTransId="{33763E67-1E11-4AAD-AF97-8D0030F570F1}" sibTransId="{82E184C2-F586-4BB9-960B-6A7EBA1D3788}"/>
    <dgm:cxn modelId="{23A1C861-0A98-4B01-8D56-101C3E487837}" type="presOf" srcId="{DD660A98-BBBF-40D0-B091-12A912DD4002}" destId="{EEB1F71B-C36D-495B-81C0-9546D425EC51}" srcOrd="0" destOrd="4" presId="urn:microsoft.com/office/officeart/2005/8/layout/vList2"/>
    <dgm:cxn modelId="{0A0F1D69-0FD5-4FBB-9FCA-9A1BB968D2DC}" type="presOf" srcId="{B326A930-70B9-4DF3-979F-D9FD9F13E617}" destId="{EEB1F71B-C36D-495B-81C0-9546D425EC51}" srcOrd="0" destOrd="2" presId="urn:microsoft.com/office/officeart/2005/8/layout/vList2"/>
    <dgm:cxn modelId="{44869951-BAD1-4567-9292-B41FA11C6F80}" srcId="{9A935F43-1A8E-41C3-A872-EBE5AE5F6DA3}" destId="{DD660A98-BBBF-40D0-B091-12A912DD4002}" srcOrd="4" destOrd="0" parTransId="{6067ABFC-94E9-4619-A41B-A70E64499207}" sibTransId="{D8E8A181-66DB-4992-B0CD-1ECDC7CD0549}"/>
    <dgm:cxn modelId="{A33B6E53-0AB5-4B4A-90A6-A5E1E90E7614}" type="presOf" srcId="{31BA0226-C176-409D-A0FF-A6DB7263BC58}" destId="{EEB1F71B-C36D-495B-81C0-9546D425EC51}" srcOrd="0" destOrd="1" presId="urn:microsoft.com/office/officeart/2005/8/layout/vList2"/>
    <dgm:cxn modelId="{7E8949A4-F150-4DE1-8881-B26F937BDBFD}" type="presOf" srcId="{DD458F8B-A1DF-4844-8AA4-E225EBB7BB53}" destId="{EEB1F71B-C36D-495B-81C0-9546D425EC51}" srcOrd="0" destOrd="3" presId="urn:microsoft.com/office/officeart/2005/8/layout/vList2"/>
    <dgm:cxn modelId="{F64400AD-B24D-4126-BE27-CA93CB09C536}" srcId="{9A935F43-1A8E-41C3-A872-EBE5AE5F6DA3}" destId="{B326A930-70B9-4DF3-979F-D9FD9F13E617}" srcOrd="2" destOrd="0" parTransId="{107188DA-A92F-4A5F-A81E-73C35AFB7FA1}" sibTransId="{F3BFDB7A-EC4C-46F5-869F-4C7A30C9B68F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5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E58A1CCD-A717-4EAE-9F09-1054A125F1BB}" srcId="{9A935F43-1A8E-41C3-A872-EBE5AE5F6DA3}" destId="{31BA0226-C176-409D-A0FF-A6DB7263BC58}" srcOrd="1" destOrd="0" parTransId="{A029C743-58DA-4483-99D1-FA6C33F00B95}" sibTransId="{C9FC22E8-C97B-41A5-B710-67E7E479940F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22" qsCatId="simple" csTypeId="urn:microsoft.com/office/officeart/2005/8/colors/accent1_2#2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/>
            <a:t>Medicina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/>
            <a:t>resúmenes no diagnósticos</a:t>
          </a:r>
          <a:endParaRPr lang="es-AR" sz="20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D848E746-4983-478E-8B3D-E393C79922A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material explicativo para pacientes</a:t>
          </a:r>
        </a:p>
      </dgm:t>
    </dgm:pt>
    <dgm:pt modelId="{25EB1FF3-D907-4DE0-821A-9E0DBA5063B1}" type="parTrans" cxnId="{5A8ECA53-7DDF-4F3E-A156-C6C98668248B}">
      <dgm:prSet/>
      <dgm:spPr/>
      <dgm:t>
        <a:bodyPr/>
        <a:lstStyle/>
        <a:p>
          <a:endParaRPr lang="es-AR"/>
        </a:p>
      </dgm:t>
    </dgm:pt>
    <dgm:pt modelId="{A6D3031E-7F2B-40E1-98AC-4CAA2D08034F}" type="sibTrans" cxnId="{5A8ECA53-7DDF-4F3E-A156-C6C98668248B}">
      <dgm:prSet/>
      <dgm:spPr/>
      <dgm:t>
        <a:bodyPr/>
        <a:lstStyle/>
        <a:p>
          <a:endParaRPr lang="es-AR"/>
        </a:p>
      </dgm:t>
    </dgm:pt>
    <dgm:pt modelId="{0B637E33-820F-465A-84FB-C1878C3DAC8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organización de información</a:t>
          </a:r>
        </a:p>
      </dgm:t>
    </dgm:pt>
    <dgm:pt modelId="{184A8583-9D14-4D1A-B8B3-DEB41387D2A3}" type="parTrans" cxnId="{2AF86A7A-BA3D-4700-ABFC-F66684961A6E}">
      <dgm:prSet/>
      <dgm:spPr/>
      <dgm:t>
        <a:bodyPr/>
        <a:lstStyle/>
        <a:p>
          <a:endParaRPr lang="es-AR"/>
        </a:p>
      </dgm:t>
    </dgm:pt>
    <dgm:pt modelId="{6D8C0074-5DFF-40F2-BC9A-1A975F9CB9AA}" type="sibTrans" cxnId="{2AF86A7A-BA3D-4700-ABFC-F66684961A6E}">
      <dgm:prSet/>
      <dgm:spPr/>
      <dgm:t>
        <a:bodyPr/>
        <a:lstStyle/>
        <a:p>
          <a:endParaRPr lang="es-AR"/>
        </a:p>
      </dgm:t>
    </dgm:pt>
    <dgm:pt modelId="{625BBF6B-60EC-4456-8689-376F26CBF6A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educación y prevención</a:t>
          </a:r>
        </a:p>
      </dgm:t>
    </dgm:pt>
    <dgm:pt modelId="{C845C81D-7BE9-4689-8A55-A39AD2CF5092}" type="parTrans" cxnId="{81F10908-0AE5-4C87-A404-3E55F4A21A43}">
      <dgm:prSet/>
      <dgm:spPr/>
      <dgm:t>
        <a:bodyPr/>
        <a:lstStyle/>
        <a:p>
          <a:endParaRPr lang="es-AR"/>
        </a:p>
      </dgm:t>
    </dgm:pt>
    <dgm:pt modelId="{B99EFFBB-C7E6-42EE-994A-F0FC63217552}" type="sibTrans" cxnId="{81F10908-0AE5-4C87-A404-3E55F4A21A43}">
      <dgm:prSet/>
      <dgm:spPr/>
      <dgm:t>
        <a:bodyPr/>
        <a:lstStyle/>
        <a:p>
          <a:endParaRPr lang="es-AR"/>
        </a:p>
      </dgm:t>
    </dgm:pt>
    <dgm:pt modelId="{F4632AF0-D269-400E-A074-B83ABD0E17A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MX" sz="2000"/>
            <a:t>casos de comunicación clínica</a:t>
          </a:r>
        </a:p>
      </dgm:t>
    </dgm:pt>
    <dgm:pt modelId="{42082160-D3CD-4EC5-932C-08E4FD60596A}" type="parTrans" cxnId="{FE7FEDBF-21C9-4A32-99AB-412B29A978FD}">
      <dgm:prSet/>
      <dgm:spPr/>
      <dgm:t>
        <a:bodyPr/>
        <a:lstStyle/>
        <a:p>
          <a:endParaRPr lang="es-AR"/>
        </a:p>
      </dgm:t>
    </dgm:pt>
    <dgm:pt modelId="{F87C4087-13DA-4CF4-9A8D-AFC2EBE28EB0}" type="sibTrans" cxnId="{FE7FEDBF-21C9-4A32-99AB-412B29A978FD}">
      <dgm:prSet/>
      <dgm:spPr/>
      <dgm:t>
        <a:bodyPr/>
        <a:lstStyle/>
        <a:p>
          <a:endParaRPr lang="es-AR"/>
        </a:p>
      </dgm:t>
    </dgm:pt>
    <dgm:pt modelId="{401725EF-4517-4E67-BC31-EFB9B8A92E36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br>
            <a:rPr lang="es-MX" sz="2000"/>
          </a:br>
          <a:r>
            <a:rPr lang="es-MX" sz="2000"/>
            <a:t>Aclaración importante: usar IA con prudencia y verificación; no reemplaza criterio profesional.</a:t>
          </a:r>
        </a:p>
      </dgm:t>
    </dgm:pt>
    <dgm:pt modelId="{E6474A7C-19FD-4941-AAD1-81CFBBC2C6F7}" type="parTrans" cxnId="{B7430FC3-D392-4634-9D58-FF3AD43A0D68}">
      <dgm:prSet/>
      <dgm:spPr/>
    </dgm:pt>
    <dgm:pt modelId="{32706BAD-7D67-441D-B1A4-D81D2CCDB333}" type="sibTrans" cxnId="{B7430FC3-D392-4634-9D58-FF3AD43A0D68}">
      <dgm:prSet/>
      <dgm:spPr/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10600">
        <dgm:presLayoutVars>
          <dgm:bulletEnabled val="1"/>
        </dgm:presLayoutVars>
      </dgm:prSet>
      <dgm:spPr/>
    </dgm:pt>
  </dgm:ptLst>
  <dgm:cxnLst>
    <dgm:cxn modelId="{81F10908-0AE5-4C87-A404-3E55F4A21A43}" srcId="{9A935F43-1A8E-41C3-A872-EBE5AE5F6DA3}" destId="{625BBF6B-60EC-4456-8689-376F26CBF6A9}" srcOrd="3" destOrd="0" parTransId="{C845C81D-7BE9-4689-8A55-A39AD2CF5092}" sibTransId="{B99EFFBB-C7E6-42EE-994A-F0FC63217552}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FC624119-0BCA-401E-9E5D-F02DE0D06BE1}" type="presOf" srcId="{0B637E33-820F-465A-84FB-C1878C3DAC85}" destId="{EEB1F71B-C36D-495B-81C0-9546D425EC51}" srcOrd="0" destOrd="2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4905C127-1CBD-498A-A4B6-A2A9CB4DA8D6}" type="presOf" srcId="{625BBF6B-60EC-4456-8689-376F26CBF6A9}" destId="{EEB1F71B-C36D-495B-81C0-9546D425EC51}" srcOrd="0" destOrd="3" presId="urn:microsoft.com/office/officeart/2005/8/layout/vList2"/>
    <dgm:cxn modelId="{709F7428-E81A-4528-AB65-15C5BABA9917}" srcId="{9A935F43-1A8E-41C3-A872-EBE5AE5F6DA3}" destId="{8EA39049-ADFC-4D7E-A7F5-F845FEB19180}" srcOrd="6" destOrd="0" parTransId="{3E479EE4-D8EB-4818-A551-99FD289CB449}" sibTransId="{1C68800B-EC8F-41ED-8897-4A6AB8B249AA}"/>
    <dgm:cxn modelId="{25D37347-2C74-4E05-A77D-8613668DA00B}" type="presOf" srcId="{401725EF-4517-4E67-BC31-EFB9B8A92E36}" destId="{EEB1F71B-C36D-495B-81C0-9546D425EC51}" srcOrd="0" destOrd="5" presId="urn:microsoft.com/office/officeart/2005/8/layout/vList2"/>
    <dgm:cxn modelId="{5A8ECA53-7DDF-4F3E-A156-C6C98668248B}" srcId="{9A935F43-1A8E-41C3-A872-EBE5AE5F6DA3}" destId="{D848E746-4983-478E-8B3D-E393C79922A1}" srcOrd="1" destOrd="0" parTransId="{25EB1FF3-D907-4DE0-821A-9E0DBA5063B1}" sibTransId="{A6D3031E-7F2B-40E1-98AC-4CAA2D08034F}"/>
    <dgm:cxn modelId="{2AF86A7A-BA3D-4700-ABFC-F66684961A6E}" srcId="{9A935F43-1A8E-41C3-A872-EBE5AE5F6DA3}" destId="{0B637E33-820F-465A-84FB-C1878C3DAC85}" srcOrd="2" destOrd="0" parTransId="{184A8583-9D14-4D1A-B8B3-DEB41387D2A3}" sibTransId="{6D8C0074-5DFF-40F2-BC9A-1A975F9CB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6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FE7FEDBF-21C9-4A32-99AB-412B29A978FD}" srcId="{9A935F43-1A8E-41C3-A872-EBE5AE5F6DA3}" destId="{F4632AF0-D269-400E-A074-B83ABD0E17AD}" srcOrd="4" destOrd="0" parTransId="{42082160-D3CD-4EC5-932C-08E4FD60596A}" sibTransId="{F87C4087-13DA-4CF4-9A8D-AFC2EBE28EB0}"/>
    <dgm:cxn modelId="{B7430FC3-D392-4634-9D58-FF3AD43A0D68}" srcId="{9A935F43-1A8E-41C3-A872-EBE5AE5F6DA3}" destId="{401725EF-4517-4E67-BC31-EFB9B8A92E36}" srcOrd="5" destOrd="0" parTransId="{E6474A7C-19FD-4941-AAD1-81CFBBC2C6F7}" sibTransId="{32706BAD-7D67-441D-B1A4-D81D2CCDB333}"/>
    <dgm:cxn modelId="{17B579CE-6936-442B-99FB-2AD0BD341D2F}" type="presOf" srcId="{D848E746-4983-478E-8B3D-E393C79922A1}" destId="{EEB1F71B-C36D-495B-81C0-9546D425EC51}" srcOrd="0" destOrd="1" presId="urn:microsoft.com/office/officeart/2005/8/layout/vList2"/>
    <dgm:cxn modelId="{045882D9-4C02-48E4-B2FA-F54F32ACB49C}" type="presOf" srcId="{F4632AF0-D269-400E-A074-B83ABD0E17AD}" destId="{EEB1F71B-C36D-495B-81C0-9546D425EC51}" srcOrd="0" destOrd="4" presId="urn:microsoft.com/office/officeart/2005/8/layout/vList2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23" qsCatId="simple" csTypeId="urn:microsoft.com/office/officeart/2005/8/colors/accent1_2#23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b="1"/>
            <a:t>Operadores de bolsa y mercados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/>
            <a:t>resúmenes de contexto</a:t>
          </a:r>
          <a:endParaRPr lang="es-AR" sz="20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6E9B740-B7DA-441A-9B62-ADCB1CFC419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comparativas de escenarios</a:t>
          </a:r>
        </a:p>
      </dgm:t>
    </dgm:pt>
    <dgm:pt modelId="{9916ECC4-5641-4890-B954-FDFC26A20DEB}" type="parTrans" cxnId="{530241F8-D04E-47E9-A0A0-0BE1DB224BC1}">
      <dgm:prSet/>
      <dgm:spPr/>
      <dgm:t>
        <a:bodyPr/>
        <a:lstStyle/>
        <a:p>
          <a:endParaRPr lang="es-AR"/>
        </a:p>
      </dgm:t>
    </dgm:pt>
    <dgm:pt modelId="{57DF9EA5-5BDF-4160-AFDB-E0A1720D08FF}" type="sibTrans" cxnId="{530241F8-D04E-47E9-A0A0-0BE1DB224BC1}">
      <dgm:prSet/>
      <dgm:spPr/>
      <dgm:t>
        <a:bodyPr/>
        <a:lstStyle/>
        <a:p>
          <a:endParaRPr lang="es-AR"/>
        </a:p>
      </dgm:t>
    </dgm:pt>
    <dgm:pt modelId="{BD4008D8-FF34-4B92-A886-A2C14EA9ED5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síntesis de noticias</a:t>
          </a:r>
        </a:p>
      </dgm:t>
    </dgm:pt>
    <dgm:pt modelId="{45D3DFB0-19E6-499D-8113-2A253ECF7987}" type="parTrans" cxnId="{1130A050-74C0-4312-9156-05A2669B44CF}">
      <dgm:prSet/>
      <dgm:spPr/>
      <dgm:t>
        <a:bodyPr/>
        <a:lstStyle/>
        <a:p>
          <a:endParaRPr lang="es-AR"/>
        </a:p>
      </dgm:t>
    </dgm:pt>
    <dgm:pt modelId="{0ECBF01A-3784-42E5-B828-CC6768B91D32}" type="sibTrans" cxnId="{1130A050-74C0-4312-9156-05A2669B44CF}">
      <dgm:prSet/>
      <dgm:spPr/>
      <dgm:t>
        <a:bodyPr/>
        <a:lstStyle/>
        <a:p>
          <a:endParaRPr lang="es-AR"/>
        </a:p>
      </dgm:t>
    </dgm:pt>
    <dgm:pt modelId="{A7B8BDA3-296D-4CC1-801F-5D4CBBE278C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explicaciones de instrumentos</a:t>
          </a:r>
        </a:p>
      </dgm:t>
    </dgm:pt>
    <dgm:pt modelId="{0FCE0247-49EA-4092-BBF5-FFD573953472}" type="parTrans" cxnId="{85BCD14C-F659-49D9-8450-82CC97E5F5FF}">
      <dgm:prSet/>
      <dgm:spPr/>
      <dgm:t>
        <a:bodyPr/>
        <a:lstStyle/>
        <a:p>
          <a:endParaRPr lang="es-AR"/>
        </a:p>
      </dgm:t>
    </dgm:pt>
    <dgm:pt modelId="{F696C131-675E-44F8-95E3-F75B6CE2C78D}" type="sibTrans" cxnId="{85BCD14C-F659-49D9-8450-82CC97E5F5FF}">
      <dgm:prSet/>
      <dgm:spPr/>
      <dgm:t>
        <a:bodyPr/>
        <a:lstStyle/>
        <a:p>
          <a:endParaRPr lang="es-AR"/>
        </a:p>
      </dgm:t>
    </dgm:pt>
    <dgm:pt modelId="{8071A9AE-9CB2-4DF8-B1B8-EE520EEA1EF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MX" sz="2000"/>
            <a:t>organización de reportes</a:t>
          </a:r>
        </a:p>
      </dgm:t>
    </dgm:pt>
    <dgm:pt modelId="{217E8165-73B5-4086-9F87-849501D711A4}" type="parTrans" cxnId="{F0BCC506-7642-47E9-8AAC-0BA77A9A6BF0}">
      <dgm:prSet/>
      <dgm:spPr/>
      <dgm:t>
        <a:bodyPr/>
        <a:lstStyle/>
        <a:p>
          <a:endParaRPr lang="es-AR"/>
        </a:p>
      </dgm:t>
    </dgm:pt>
    <dgm:pt modelId="{CC3061C4-3869-44CF-B3A6-0E77AF4AB90A}" type="sibTrans" cxnId="{F0BCC506-7642-47E9-8AAC-0BA77A9A6BF0}">
      <dgm:prSet/>
      <dgm:spPr/>
      <dgm:t>
        <a:bodyPr/>
        <a:lstStyle/>
        <a:p>
          <a:endParaRPr lang="es-AR"/>
        </a:p>
      </dgm:t>
    </dgm:pt>
    <dgm:pt modelId="{6193389B-2DCD-4FD8-A3BF-F368DDCAB63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br>
            <a:rPr lang="es-MX" sz="2000"/>
          </a:br>
          <a:r>
            <a:rPr lang="es-MX" sz="2000"/>
            <a:t>Aclaración: no usar como fuente única para decisiones financieras.</a:t>
          </a:r>
        </a:p>
      </dgm:t>
    </dgm:pt>
    <dgm:pt modelId="{BAF04C9B-8EC4-446A-9EBF-7F3C42245361}" type="parTrans" cxnId="{D00CF1B8-465B-49FB-B7F0-08CA46D22FF8}">
      <dgm:prSet/>
      <dgm:spPr/>
    </dgm:pt>
    <dgm:pt modelId="{C09FE035-59E4-4A49-8EA9-EBCA4D0B2AFD}" type="sibTrans" cxnId="{D00CF1B8-465B-49FB-B7F0-08CA46D22FF8}">
      <dgm:prSet/>
      <dgm:spPr/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10600">
        <dgm:presLayoutVars>
          <dgm:bulletEnabled val="1"/>
        </dgm:presLayoutVars>
      </dgm:prSet>
      <dgm:spPr/>
    </dgm:pt>
  </dgm:ptLst>
  <dgm:cxnLst>
    <dgm:cxn modelId="{F0BCC506-7642-47E9-8AAC-0BA77A9A6BF0}" srcId="{9A935F43-1A8E-41C3-A872-EBE5AE5F6DA3}" destId="{8071A9AE-9CB2-4DF8-B1B8-EE520EEA1EF1}" srcOrd="4" destOrd="0" parTransId="{217E8165-73B5-4086-9F87-849501D711A4}" sibTransId="{CC3061C4-3869-44CF-B3A6-0E77AF4AB90A}"/>
    <dgm:cxn modelId="{8FC3280C-5D2E-4DB8-A97D-5A02D0EE66B7}" type="presOf" srcId="{6193389B-2DCD-4FD8-A3BF-F368DDCAB63E}" destId="{EEB1F71B-C36D-495B-81C0-9546D425EC51}" srcOrd="0" destOrd="5" presId="urn:microsoft.com/office/officeart/2005/8/layout/vList2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23DAD522-647B-40D0-86FF-2CEADDA35E45}" type="presOf" srcId="{F6E9B740-B7DA-441A-9B62-ADCB1CFC4199}" destId="{EEB1F71B-C36D-495B-81C0-9546D425EC51}" srcOrd="0" destOrd="1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6" destOrd="0" parTransId="{3E479EE4-D8EB-4818-A551-99FD289CB449}" sibTransId="{1C68800B-EC8F-41ED-8897-4A6AB8B249AA}"/>
    <dgm:cxn modelId="{67511A4C-5D94-4C1E-A291-B09CEED3158C}" type="presOf" srcId="{A7B8BDA3-296D-4CC1-801F-5D4CBBE278CB}" destId="{EEB1F71B-C36D-495B-81C0-9546D425EC51}" srcOrd="0" destOrd="3" presId="urn:microsoft.com/office/officeart/2005/8/layout/vList2"/>
    <dgm:cxn modelId="{85BCD14C-F659-49D9-8450-82CC97E5F5FF}" srcId="{9A935F43-1A8E-41C3-A872-EBE5AE5F6DA3}" destId="{A7B8BDA3-296D-4CC1-801F-5D4CBBE278CB}" srcOrd="3" destOrd="0" parTransId="{0FCE0247-49EA-4092-BBF5-FFD573953472}" sibTransId="{F696C131-675E-44F8-95E3-F75B6CE2C78D}"/>
    <dgm:cxn modelId="{1130A050-74C0-4312-9156-05A2669B44CF}" srcId="{9A935F43-1A8E-41C3-A872-EBE5AE5F6DA3}" destId="{BD4008D8-FF34-4B92-A886-A2C14EA9ED5B}" srcOrd="2" destOrd="0" parTransId="{45D3DFB0-19E6-499D-8113-2A253ECF7987}" sibTransId="{0ECBF01A-3784-42E5-B828-CC6768B91D32}"/>
    <dgm:cxn modelId="{BD20C374-B0B2-411B-A55C-AD74F39B590C}" type="presOf" srcId="{8071A9AE-9CB2-4DF8-B1B8-EE520EEA1EF1}" destId="{EEB1F71B-C36D-495B-81C0-9546D425EC51}" srcOrd="0" destOrd="4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6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D00CF1B8-465B-49FB-B7F0-08CA46D22FF8}" srcId="{9A935F43-1A8E-41C3-A872-EBE5AE5F6DA3}" destId="{6193389B-2DCD-4FD8-A3BF-F368DDCAB63E}" srcOrd="5" destOrd="0" parTransId="{BAF04C9B-8EC4-446A-9EBF-7F3C42245361}" sibTransId="{C09FE035-59E4-4A49-8EA9-EBCA4D0B2AFD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BDC47EF-064B-439F-AB6C-5BB0E76DCE02}" type="presOf" srcId="{BD4008D8-FF34-4B92-A886-A2C14EA9ED5B}" destId="{EEB1F71B-C36D-495B-81C0-9546D425EC51}" srcOrd="0" destOrd="2" presId="urn:microsoft.com/office/officeart/2005/8/layout/vList2"/>
    <dgm:cxn modelId="{530241F8-D04E-47E9-A0A0-0BE1DB224BC1}" srcId="{9A935F43-1A8E-41C3-A872-EBE5AE5F6DA3}" destId="{F6E9B740-B7DA-441A-9B62-ADCB1CFC4199}" srcOrd="1" destOrd="0" parTransId="{9916ECC4-5641-4890-B954-FDFC26A20DEB}" sibTransId="{57DF9EA5-5BDF-4160-AFDB-E0A1720D08FF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24" qsCatId="simple" csTypeId="urn:microsoft.com/office/officeart/2005/8/colors/accent1_2#24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b="1" err="1"/>
            <a:t>Teams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/>
            <a:t>Realicemos la actividad “Comparación de asistentes</a:t>
          </a:r>
          <a:r>
            <a:rPr lang="es-MX" sz="2000"/>
            <a:t>.”</a:t>
          </a:r>
          <a:endParaRPr lang="es-AR" sz="20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10600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25" qsCatId="simple" csTypeId="urn:microsoft.com/office/officeart/2005/8/colors/accent1_2#25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b="1" err="1"/>
            <a:t>Teams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/>
            <a:t>Realicemos la actividad “</a:t>
          </a:r>
          <a:r>
            <a:rPr lang="es-MX" sz="2000"/>
            <a:t>Generación de contenido aplicada a mi carrera.”</a:t>
          </a:r>
          <a:endParaRPr lang="es-AR" sz="20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10600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just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3200" kern="1200"/>
            <a:t>Nuevo chat</a:t>
          </a:r>
        </a:p>
      </dsp:txBody>
      <dsp:txXfrm>
        <a:off x="59399" y="59399"/>
        <a:ext cx="8396887" cy="1098002"/>
      </dsp:txXfrm>
    </dsp:sp>
    <dsp:sp modelId="{EEB1F71B-C36D-495B-81C0-9546D425EC51}">
      <dsp:nvSpPr>
        <dsp:cNvPr id="0" name=""/>
        <dsp:cNvSpPr/>
      </dsp:nvSpPr>
      <dsp:spPr>
        <a:xfrm>
          <a:off x="0" y="1492240"/>
          <a:ext cx="8515685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22860" rIns="128016" bIns="22860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1800" b="0" kern="1200"/>
            <a:t>sirve para separar contextos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MX" sz="1800" b="0" kern="1200"/>
            <a:t>conviene abrir uno nuevo cuando cambia el tema o el objetivo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MX" sz="1900" kern="1200"/>
        </a:p>
      </dsp:txBody>
      <dsp:txXfrm>
        <a:off x="0" y="1492240"/>
        <a:ext cx="8515685" cy="1076400"/>
      </dsp:txXfrm>
    </dsp:sp>
    <dsp:sp modelId="{A88CF8E7-61F2-4C7D-B043-946D6E17BE8F}">
      <dsp:nvSpPr>
        <dsp:cNvPr id="0" name=""/>
        <dsp:cNvSpPr/>
      </dsp:nvSpPr>
      <dsp:spPr>
        <a:xfrm>
          <a:off x="0" y="2141965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800" kern="1200"/>
            <a:t>Historial / búsqueda de chats	</a:t>
          </a:r>
        </a:p>
      </dsp:txBody>
      <dsp:txXfrm>
        <a:off x="59399" y="2201364"/>
        <a:ext cx="8396887" cy="10980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just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3200" kern="1200"/>
            <a:t>Imágenes</a:t>
          </a:r>
        </a:p>
      </dsp:txBody>
      <dsp:txXfrm>
        <a:off x="59399" y="59399"/>
        <a:ext cx="8396887" cy="1098002"/>
      </dsp:txXfrm>
    </dsp:sp>
    <dsp:sp modelId="{EEB1F71B-C36D-495B-81C0-9546D425EC51}">
      <dsp:nvSpPr>
        <dsp:cNvPr id="0" name=""/>
        <dsp:cNvSpPr/>
      </dsp:nvSpPr>
      <dsp:spPr>
        <a:xfrm>
          <a:off x="0" y="1492240"/>
          <a:ext cx="8515685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22860" rIns="128016" bIns="22860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1800" b="0" kern="1200"/>
            <a:t>generación y edición visual
ejemplo: </a:t>
          </a:r>
          <a:r>
            <a:rPr lang="es-MX" sz="1800" b="0" kern="1200" err="1"/>
            <a:t>flyer</a:t>
          </a:r>
          <a:r>
            <a:rPr lang="es-MX" sz="1800" b="0" kern="1200"/>
            <a:t>, portada, mockup, imagen conceptual</a:t>
          </a:r>
          <a:endParaRPr lang="es-AR" sz="1800" b="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MX" sz="1900" kern="1200"/>
        </a:p>
      </dsp:txBody>
      <dsp:txXfrm>
        <a:off x="0" y="1492240"/>
        <a:ext cx="8515685" cy="1076400"/>
      </dsp:txXfrm>
    </dsp:sp>
    <dsp:sp modelId="{A88CF8E7-61F2-4C7D-B043-946D6E17BE8F}">
      <dsp:nvSpPr>
        <dsp:cNvPr id="0" name=""/>
        <dsp:cNvSpPr/>
      </dsp:nvSpPr>
      <dsp:spPr>
        <a:xfrm>
          <a:off x="0" y="2141965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800" kern="1200"/>
            <a:t>Biblioteca</a:t>
          </a:r>
        </a:p>
      </dsp:txBody>
      <dsp:txXfrm>
        <a:off x="59399" y="2201364"/>
        <a:ext cx="8396887" cy="10980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515685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just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3200" kern="12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Apps</a:t>
          </a:r>
        </a:p>
      </dsp:txBody>
      <dsp:txXfrm>
        <a:off x="37696" y="37696"/>
        <a:ext cx="8440293" cy="696808"/>
      </dsp:txXfrm>
    </dsp:sp>
    <dsp:sp modelId="{EEB1F71B-C36D-495B-81C0-9546D425EC51}">
      <dsp:nvSpPr>
        <dsp:cNvPr id="0" name=""/>
        <dsp:cNvSpPr/>
      </dsp:nvSpPr>
      <dsp:spPr>
        <a:xfrm>
          <a:off x="0" y="788440"/>
          <a:ext cx="8515685" cy="24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50800" rIns="284480" bIns="50800" numCol="1" spcCol="1270" anchor="t" anchorCtr="0">
          <a:noAutofit/>
        </a:bodyPr>
        <a:lstStyle/>
        <a:p>
          <a:pPr marL="285750" lvl="1" indent="-285750" algn="just" defTabSz="13779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3100" kern="1200">
              <a:latin typeface="Calibri Light" panose="020F0302020204030204"/>
            </a:rPr>
            <a:t>Conectores, integraciones o acceso a fuentes/herramientas externas según configuración</a:t>
          </a:r>
          <a:endParaRPr lang="es-AR" sz="3100" kern="1200">
            <a:latin typeface="Calibri Light" panose="020F0302020204030204"/>
          </a:endParaRPr>
        </a:p>
        <a:p>
          <a:pPr marL="285750" lvl="1" indent="-285750" algn="just" defTabSz="13779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AR" sz="3100" kern="1200">
              <a:latin typeface="Calibri Light" panose="020F0302020204030204"/>
            </a:rPr>
            <a:t>La IA no vive aislada</a:t>
          </a:r>
          <a:endParaRPr lang="es-MX" sz="3100" kern="120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MX" sz="3100" kern="1200">
            <a:solidFill>
              <a:srgbClr val="494847"/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788440"/>
        <a:ext cx="8515685" cy="2484000"/>
      </dsp:txXfrm>
    </dsp:sp>
    <dsp:sp modelId="{A88CF8E7-61F2-4C7D-B043-946D6E17BE8F}">
      <dsp:nvSpPr>
        <dsp:cNvPr id="0" name=""/>
        <dsp:cNvSpPr/>
      </dsp:nvSpPr>
      <dsp:spPr>
        <a:xfrm>
          <a:off x="0" y="3098982"/>
          <a:ext cx="8515685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Investigar a fondo / Deep </a:t>
          </a:r>
          <a:r>
            <a:rPr lang="es-MX" sz="2800" kern="1200" err="1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Research</a:t>
          </a:r>
          <a:endParaRPr lang="es-AR" sz="2800" kern="120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37696" y="3136678"/>
        <a:ext cx="8440293" cy="6968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just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3200" kern="1200"/>
            <a:t>Codex</a:t>
          </a:r>
        </a:p>
      </dsp:txBody>
      <dsp:txXfrm>
        <a:off x="59399" y="59399"/>
        <a:ext cx="8396887" cy="1098002"/>
      </dsp:txXfrm>
    </dsp:sp>
    <dsp:sp modelId="{EEB1F71B-C36D-495B-81C0-9546D425EC51}">
      <dsp:nvSpPr>
        <dsp:cNvPr id="0" name=""/>
        <dsp:cNvSpPr/>
      </dsp:nvSpPr>
      <dsp:spPr>
        <a:xfrm>
          <a:off x="0" y="1492240"/>
          <a:ext cx="8515685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22860" rIns="128016" bIns="22860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1800" b="0" kern="1200"/>
            <a:t>orientado a código, comprensión de proyectos, revisión y generación.
para Informática es clave; para el resto, mostrar que existen agentes especializados.</a:t>
          </a:r>
          <a:endParaRPr lang="es-AR" sz="1800" b="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MX" sz="1900" kern="1200"/>
        </a:p>
      </dsp:txBody>
      <dsp:txXfrm>
        <a:off x="0" y="1492240"/>
        <a:ext cx="8515685" cy="1076400"/>
      </dsp:txXfrm>
    </dsp:sp>
    <dsp:sp modelId="{A88CF8E7-61F2-4C7D-B043-946D6E17BE8F}">
      <dsp:nvSpPr>
        <dsp:cNvPr id="0" name=""/>
        <dsp:cNvSpPr/>
      </dsp:nvSpPr>
      <dsp:spPr>
        <a:xfrm>
          <a:off x="0" y="2493474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800" kern="1200"/>
            <a:t>Proyectos</a:t>
          </a:r>
        </a:p>
      </dsp:txBody>
      <dsp:txXfrm>
        <a:off x="59399" y="2552873"/>
        <a:ext cx="8396887" cy="10980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42902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kern="1200"/>
            <a:t>¿Cuándo usar cada cosa?</a:t>
          </a:r>
        </a:p>
      </dsp:txBody>
      <dsp:txXfrm>
        <a:off x="59399" y="102301"/>
        <a:ext cx="8396887" cy="1098002"/>
      </dsp:txXfrm>
    </dsp:sp>
    <dsp:sp modelId="{EEB1F71B-C36D-495B-81C0-9546D425EC51}">
      <dsp:nvSpPr>
        <dsp:cNvPr id="0" name=""/>
        <dsp:cNvSpPr/>
      </dsp:nvSpPr>
      <dsp:spPr>
        <a:xfrm>
          <a:off x="0" y="1259702"/>
          <a:ext cx="8515685" cy="275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MX" sz="2000" kern="1200"/>
            <a:t>Nuevo chat → cuando cambia el tema
Imágenes → cuando necesito una pieza visual
Deep </a:t>
          </a:r>
          <a:r>
            <a:rPr lang="es-MX" sz="2000" kern="1200" err="1"/>
            <a:t>research</a:t>
          </a:r>
          <a:r>
            <a:rPr lang="es-MX" sz="2000" kern="1200"/>
            <a:t> → cuando necesito investigar con más profundidad
Codex → cuando necesito programar, entender o revisar código
Proyectos → cuando necesito continuidad y organización
Apps → cuando necesito conectar información o fuentes</a:t>
          </a:r>
          <a:endParaRPr lang="es-AR" sz="20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MX" sz="1900" kern="1200"/>
        </a:p>
      </dsp:txBody>
      <dsp:txXfrm>
        <a:off x="0" y="1259702"/>
        <a:ext cx="8515685" cy="27582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664318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just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3200" b="1" kern="1200" err="1"/>
            <a:t>Prompt</a:t>
          </a:r>
          <a:r>
            <a:rPr lang="es-AR" sz="3200" b="1" kern="1200"/>
            <a:t> pobre:</a:t>
          </a:r>
          <a:endParaRPr lang="es-AR" sz="3200" kern="1200"/>
        </a:p>
      </dsp:txBody>
      <dsp:txXfrm>
        <a:off x="59399" y="723717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812697"/>
          <a:ext cx="8853639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AR" sz="2400" kern="1200"/>
            <a:t>“</a:t>
          </a:r>
          <a:r>
            <a:rPr lang="es-AR" sz="2400" kern="1200" err="1"/>
            <a:t>Explicame</a:t>
          </a:r>
          <a:r>
            <a:rPr lang="es-AR" sz="2400" kern="1200"/>
            <a:t> inteligencia artificial.”</a:t>
          </a:r>
        </a:p>
      </dsp:txBody>
      <dsp:txXfrm>
        <a:off x="0" y="1812697"/>
        <a:ext cx="8853639" cy="1076400"/>
      </dsp:txXfrm>
    </dsp:sp>
    <dsp:sp modelId="{EF5BC7FA-73C6-4AE3-9916-7B68C5C65D61}">
      <dsp:nvSpPr>
        <dsp:cNvPr id="0" name=""/>
        <dsp:cNvSpPr/>
      </dsp:nvSpPr>
      <dsp:spPr>
        <a:xfrm>
          <a:off x="0" y="2340343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4000" kern="1200" err="1"/>
            <a:t>Prompt</a:t>
          </a:r>
          <a:r>
            <a:rPr lang="es-AR" sz="4000" kern="1200"/>
            <a:t> mejorado:</a:t>
          </a:r>
        </a:p>
      </dsp:txBody>
      <dsp:txXfrm>
        <a:off x="59399" y="2399742"/>
        <a:ext cx="8734841" cy="10980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497008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kern="1200"/>
            <a:t>Tarea + contexto + objetivo + formato + criterio de calidad + restricciones</a:t>
          </a:r>
        </a:p>
      </dsp:txBody>
      <dsp:txXfrm>
        <a:off x="59399" y="556407"/>
        <a:ext cx="8396887" cy="1098002"/>
      </dsp:txXfrm>
    </dsp:sp>
    <dsp:sp modelId="{EEB1F71B-C36D-495B-81C0-9546D425EC51}">
      <dsp:nvSpPr>
        <dsp:cNvPr id="0" name=""/>
        <dsp:cNvSpPr/>
      </dsp:nvSpPr>
      <dsp:spPr>
        <a:xfrm>
          <a:off x="0" y="1713808"/>
          <a:ext cx="8515685" cy="1850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MX" sz="2000" kern="1200"/>
            <a:t>“</a:t>
          </a:r>
          <a:r>
            <a:rPr lang="es-MX" sz="2000" kern="1200" err="1"/>
            <a:t>Actuá</a:t>
          </a:r>
          <a:r>
            <a:rPr lang="es-MX" sz="2000" kern="1200"/>
            <a:t> como tutor universitario. </a:t>
          </a:r>
          <a:r>
            <a:rPr lang="es-MX" sz="2000" kern="1200" err="1"/>
            <a:t>Explicá</a:t>
          </a:r>
          <a:r>
            <a:rPr lang="es-MX" sz="2000" kern="1200"/>
            <a:t> la diferencia entre IA tradicional e IA generativa para estudiantes de negocios digitales. </a:t>
          </a:r>
          <a:r>
            <a:rPr lang="es-MX" sz="2000" kern="1200" err="1"/>
            <a:t>Usá</a:t>
          </a:r>
          <a:r>
            <a:rPr lang="es-MX" sz="2000" kern="1200"/>
            <a:t> lenguaje simple, 3 ejemplos reales y </a:t>
          </a:r>
          <a:r>
            <a:rPr lang="es-MX" sz="2000" kern="1200" err="1"/>
            <a:t>cerrá</a:t>
          </a:r>
          <a:r>
            <a:rPr lang="es-MX" sz="2000" kern="1200"/>
            <a:t> con una tabla comparativa breve. No uses tecnicismos innecesarios.”</a:t>
          </a:r>
          <a:endParaRPr lang="es-AR" sz="20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MX" sz="1900" kern="1200"/>
        </a:p>
      </dsp:txBody>
      <dsp:txXfrm>
        <a:off x="0" y="1713808"/>
        <a:ext cx="8515685" cy="18500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99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b="1" kern="1200"/>
            <a:t>Sirve para entender un concepto.</a:t>
          </a:r>
          <a:endParaRPr lang="es-AR" sz="2400" kern="1200"/>
        </a:p>
      </dsp:txBody>
      <dsp:txXfrm>
        <a:off x="48433" y="48433"/>
        <a:ext cx="8756773" cy="895294"/>
      </dsp:txXfrm>
    </dsp:sp>
    <dsp:sp modelId="{EEB1F71B-C36D-495B-81C0-9546D425EC51}">
      <dsp:nvSpPr>
        <dsp:cNvPr id="0" name=""/>
        <dsp:cNvSpPr/>
      </dsp:nvSpPr>
      <dsp:spPr>
        <a:xfrm>
          <a:off x="0" y="600696"/>
          <a:ext cx="8853639" cy="438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r>
            <a:rPr lang="es-MX" sz="2000" b="1" kern="1200"/>
            <a:t>Estructura
</a:t>
          </a:r>
          <a:r>
            <a:rPr lang="es-MX" sz="2000" kern="1200"/>
            <a:t>° qué quiero entender
° para qué nivel
° con qué profundidad
° con qué ejemplos
</a:t>
          </a:r>
          <a:r>
            <a:rPr lang="es-MX" sz="2000" b="1" kern="1200"/>
            <a:t>Ejemplo</a:t>
          </a:r>
          <a:r>
            <a:rPr lang="es-MX" sz="2000" kern="1200"/>
            <a:t>
“</a:t>
          </a:r>
          <a:r>
            <a:rPr lang="es-MX" sz="2000" kern="1200" err="1"/>
            <a:t>Explicá</a:t>
          </a:r>
          <a:r>
            <a:rPr lang="es-MX" sz="2000" kern="1200"/>
            <a:t> inferencia y entrenamiento para un estudiante sin base técnica. </a:t>
          </a:r>
          <a:r>
            <a:rPr lang="es-MX" sz="2000" kern="1200" err="1"/>
            <a:t>Usá</a:t>
          </a:r>
          <a:r>
            <a:rPr lang="es-MX" sz="2000" kern="1200"/>
            <a:t> una analogía cotidiana y luego una definición formal breve.”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600696"/>
        <a:ext cx="8853639" cy="43884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71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/>
            <a:t>Sirve para crear desde cero.</a:t>
          </a:r>
          <a:endParaRPr lang="es-AR" sz="2400" kern="1200"/>
        </a:p>
      </dsp:txBody>
      <dsp:txXfrm>
        <a:off x="34726" y="34726"/>
        <a:ext cx="8784187" cy="641908"/>
      </dsp:txXfrm>
    </dsp:sp>
    <dsp:sp modelId="{EEB1F71B-C36D-495B-81C0-9546D425EC51}">
      <dsp:nvSpPr>
        <dsp:cNvPr id="0" name=""/>
        <dsp:cNvSpPr/>
      </dsp:nvSpPr>
      <dsp:spPr>
        <a:xfrm>
          <a:off x="0" y="416616"/>
          <a:ext cx="8853639" cy="471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r>
            <a:rPr lang="es-AR" sz="2000" b="1" kern="1200"/>
            <a:t>Ejemplos</a:t>
          </a:r>
          <a:r>
            <a:rPr lang="es-MX" sz="2000" b="1" kern="1200"/>
            <a:t>
</a:t>
          </a:r>
          <a:r>
            <a:rPr lang="es-AR" sz="2000" b="0" kern="1200"/>
            <a:t>mail profesional
posteo
minuta
propuesta
guion
presentación</a:t>
          </a:r>
          <a:r>
            <a:rPr lang="es-MX" sz="2000" kern="1200"/>
            <a:t>
</a:t>
          </a:r>
          <a:r>
            <a:rPr lang="es-MX" sz="2000" b="1" kern="1200"/>
            <a:t>Ejemplo</a:t>
          </a:r>
          <a:r>
            <a:rPr lang="es-MX" sz="2000" kern="1200"/>
            <a:t>
“</a:t>
          </a:r>
          <a:r>
            <a:rPr lang="es-MX" sz="2000" kern="1200" err="1"/>
            <a:t>Redactá</a:t>
          </a:r>
          <a:r>
            <a:rPr lang="es-MX" sz="2000" kern="1200"/>
            <a:t> un correo profesional para presentar una propuesta de automatización con IA a una empresa mediana. Tono formal, breve y persuasivo.”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416616"/>
        <a:ext cx="8853639" cy="47196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821962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b="1" kern="1200"/>
            <a:t>Sirve para cambiar estilo, tono, longitud, audiencia.</a:t>
          </a:r>
          <a:endParaRPr lang="es-AR" sz="2400" kern="1200"/>
        </a:p>
      </dsp:txBody>
      <dsp:txXfrm>
        <a:off x="59399" y="881361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985560"/>
          <a:ext cx="8853639" cy="1648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r>
            <a:rPr lang="es-MX" sz="2000" kern="1200"/>
            <a:t>“Reescribí este texto técnico para que lo entienda un paciente sin conocimientos médicos.”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1985560"/>
        <a:ext cx="8853639" cy="164823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821962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b="1" kern="1200"/>
            <a:t>Sirve para evaluar opciones, herramientas o enfoques.</a:t>
          </a:r>
          <a:endParaRPr lang="es-AR" sz="2400" kern="1200"/>
        </a:p>
      </dsp:txBody>
      <dsp:txXfrm>
        <a:off x="59399" y="881361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985560"/>
          <a:ext cx="8853639" cy="1648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r>
            <a:rPr lang="es-MX" sz="2000" kern="1200"/>
            <a:t>“</a:t>
          </a:r>
          <a:r>
            <a:rPr lang="es-MX" sz="2000" kern="1200" err="1"/>
            <a:t>Compará</a:t>
          </a:r>
          <a:r>
            <a:rPr lang="es-MX" sz="2000" kern="1200"/>
            <a:t> </a:t>
          </a:r>
          <a:r>
            <a:rPr lang="es-MX" sz="2000" kern="1200" err="1"/>
            <a:t>ChatGPT</a:t>
          </a:r>
          <a:r>
            <a:rPr lang="es-MX" sz="2000" kern="1200"/>
            <a:t>, Gemini y </a:t>
          </a:r>
          <a:r>
            <a:rPr lang="es-MX" sz="2000" kern="1200" err="1"/>
            <a:t>Copilot</a:t>
          </a:r>
          <a:r>
            <a:rPr lang="es-MX" sz="2000" kern="1200"/>
            <a:t> para tareas de estudio universitario. </a:t>
          </a:r>
          <a:r>
            <a:rPr lang="es-MX" sz="2000" kern="1200" err="1"/>
            <a:t>Indicá</a:t>
          </a:r>
          <a:r>
            <a:rPr lang="es-MX" sz="2000" kern="1200"/>
            <a:t> fortalezas, debilidades y casos de uso.”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1985560"/>
        <a:ext cx="8853639" cy="164823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821962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/>
            <a:t>Sirve para destrabar ideas.</a:t>
          </a:r>
          <a:endParaRPr lang="es-AR" sz="2400" kern="1200"/>
        </a:p>
      </dsp:txBody>
      <dsp:txXfrm>
        <a:off x="59399" y="881361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985560"/>
          <a:ext cx="8853639" cy="1648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r>
            <a:rPr lang="es-MX" sz="2000" kern="1200"/>
            <a:t>“</a:t>
          </a:r>
          <a:r>
            <a:rPr lang="es-AR" sz="2000" kern="1200" err="1"/>
            <a:t>Proponé</a:t>
          </a:r>
          <a:r>
            <a:rPr lang="es-AR" sz="2000" kern="1200"/>
            <a:t> 10 ideas de uso de IA generativa para recursos humanos en una empresa de 200 empleados</a:t>
          </a:r>
          <a:r>
            <a:rPr lang="es-MX" sz="2000" kern="1200"/>
            <a:t>.”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1985560"/>
        <a:ext cx="8853639" cy="164823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821962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b="1" kern="1200"/>
            <a:t>Hace que el sistema responda desde una perspectiva específica.</a:t>
          </a:r>
          <a:endParaRPr lang="es-AR" sz="2400" kern="1200"/>
        </a:p>
      </dsp:txBody>
      <dsp:txXfrm>
        <a:off x="59399" y="881361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985560"/>
          <a:ext cx="8853639" cy="1648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r>
            <a:rPr lang="es-MX" sz="2000" kern="1200" err="1"/>
            <a:t>Actuá</a:t>
          </a:r>
          <a:r>
            <a:rPr lang="es-MX" sz="2000" kern="1200"/>
            <a:t> como consultor de transformación digital y </a:t>
          </a:r>
          <a:r>
            <a:rPr lang="es-MX" sz="2000" kern="1200" err="1"/>
            <a:t>proponé</a:t>
          </a:r>
          <a:r>
            <a:rPr lang="es-MX" sz="2000" kern="1200"/>
            <a:t> mejoras con IA para un estudio contable.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1985560"/>
        <a:ext cx="8853639" cy="164823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b="1" kern="1200"/>
            <a:t>Es clave mostrar esto: el primer </a:t>
          </a:r>
          <a:r>
            <a:rPr lang="es-MX" sz="2400" b="1" kern="1200" err="1"/>
            <a:t>prompt</a:t>
          </a:r>
          <a:r>
            <a:rPr lang="es-MX" sz="2400" b="1" kern="1200"/>
            <a:t> rara vez es el mejor.</a:t>
          </a:r>
          <a:endParaRPr lang="es-AR" sz="2400" kern="120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791429"/>
          <a:ext cx="8853639" cy="4036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r>
            <a:rPr lang="es-AR" sz="2000" b="1" kern="1200"/>
            <a:t>Secuencia</a:t>
          </a:r>
          <a:endParaRPr lang="es-AR" sz="20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primera respuesta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pedir mejora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pedir más precisión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MX" sz="1800" kern="1200"/>
            <a:t>pedir adaptación a otra audiencia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pedir formato final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s-AR" sz="2000" kern="1200"/>
            <a:t>Ejemplo:</a:t>
          </a:r>
          <a:br>
            <a:rPr lang="es-AR" sz="2000" kern="1200"/>
          </a:br>
          <a:r>
            <a:rPr lang="es-MX" sz="2000" kern="1200"/>
            <a:t>Ahora </a:t>
          </a:r>
          <a:r>
            <a:rPr lang="es-MX" sz="2000" kern="1200" err="1"/>
            <a:t>hacelo</a:t>
          </a:r>
          <a:r>
            <a:rPr lang="es-MX" sz="2000" kern="1200"/>
            <a:t> más breve.</a:t>
          </a:r>
          <a:br>
            <a:rPr lang="es-MX" sz="2000" kern="1200"/>
          </a:br>
          <a:r>
            <a:rPr lang="es-MX" sz="2000" kern="1200"/>
            <a:t>Ahora </a:t>
          </a:r>
          <a:r>
            <a:rPr lang="es-MX" sz="2000" kern="1200" err="1"/>
            <a:t>agregá</a:t>
          </a:r>
          <a:r>
            <a:rPr lang="es-MX" sz="2000" kern="1200"/>
            <a:t> ejemplos locales.</a:t>
          </a:r>
          <a:br>
            <a:rPr lang="es-MX" sz="2000" kern="1200"/>
          </a:br>
          <a:r>
            <a:rPr lang="es-MX" sz="2000" kern="1200"/>
            <a:t>Ahora convertí esto en una diapositiva.</a:t>
          </a:r>
          <a:br>
            <a:rPr lang="es-MX" sz="2000" kern="1200"/>
          </a:br>
          <a:r>
            <a:rPr lang="es-MX" sz="2000" kern="1200"/>
            <a:t>Ahora dame una versión para exponer oralmente.</a:t>
          </a:r>
          <a:endParaRPr lang="es-AR" sz="2000" kern="1200"/>
        </a:p>
      </dsp:txBody>
      <dsp:txXfrm>
        <a:off x="0" y="791429"/>
        <a:ext cx="8853639" cy="40365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1140143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/>
            <a:t>Muy bueno para clase.</a:t>
          </a:r>
          <a:endParaRPr lang="es-AR" sz="2400" kern="1200"/>
        </a:p>
      </dsp:txBody>
      <dsp:txXfrm>
        <a:off x="59399" y="1199542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2187385"/>
          <a:ext cx="8853639" cy="1244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s-AR" sz="2000" kern="1200"/>
            <a:t>Ejemplo:</a:t>
          </a:r>
          <a:br>
            <a:rPr lang="es-AR" sz="2000" kern="1200"/>
          </a:br>
          <a:r>
            <a:rPr lang="es-MX" sz="2000" kern="1200" err="1"/>
            <a:t>Generá</a:t>
          </a:r>
          <a:r>
            <a:rPr lang="es-MX" sz="2000" kern="1200"/>
            <a:t> una propuesta y luego </a:t>
          </a:r>
          <a:r>
            <a:rPr lang="es-MX" sz="2000" kern="1200" err="1"/>
            <a:t>autoevaluála</a:t>
          </a:r>
          <a:r>
            <a:rPr lang="es-MX" sz="2000" kern="1200"/>
            <a:t> según claridad, utilidad, precisión y aplicabilidad, con puntaje del 1 al 5 en cada criterio..</a:t>
          </a:r>
          <a:endParaRPr lang="es-AR" sz="2000" kern="1200"/>
        </a:p>
      </dsp:txBody>
      <dsp:txXfrm>
        <a:off x="0" y="2187385"/>
        <a:ext cx="8853639" cy="124458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1140143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b="1" kern="1200"/>
            <a:t>Esto les sirve a perfiles mixtos.</a:t>
          </a:r>
          <a:endParaRPr lang="es-AR" sz="2400" kern="1200"/>
        </a:p>
      </dsp:txBody>
      <dsp:txXfrm>
        <a:off x="59399" y="1199542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2187385"/>
          <a:ext cx="8853639" cy="1244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s-AR" sz="2000" kern="1200"/>
            <a:t>Ejemplo:</a:t>
          </a:r>
          <a:br>
            <a:rPr lang="es-AR" sz="2000" kern="1200"/>
          </a:br>
          <a:r>
            <a:rPr lang="es-MX" sz="2000" kern="1200" err="1"/>
            <a:t>Devolvé</a:t>
          </a:r>
          <a:r>
            <a:rPr lang="es-MX" sz="2000" kern="1200"/>
            <a:t> la respuesta en una tabla con columnas: tarea, beneficio, riesgo, ejemplo.</a:t>
          </a:r>
          <a:endParaRPr lang="es-AR" sz="2000" kern="1200"/>
        </a:p>
      </dsp:txBody>
      <dsp:txXfrm>
        <a:off x="0" y="2187385"/>
        <a:ext cx="8853639" cy="124458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b="1" kern="1200" err="1"/>
            <a:t>Watch</a:t>
          </a:r>
          <a:r>
            <a:rPr lang="es-MX" sz="2400" b="1" kern="1200"/>
            <a:t> </a:t>
          </a:r>
          <a:r>
            <a:rPr lang="es-MX" sz="2400" b="1" kern="1200" err="1"/>
            <a:t>out</a:t>
          </a:r>
          <a:r>
            <a:rPr lang="es-MX" sz="2400" b="1" kern="1200"/>
            <a:t>!</a:t>
          </a:r>
          <a:endParaRPr lang="es-AR" sz="2400" kern="120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363267"/>
          <a:ext cx="8853639" cy="2892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400" b="0" kern="1200"/>
            <a:t>pedir algo demasiado amplio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400" b="0" kern="1200"/>
            <a:t>no indicar audiencia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400" b="0" kern="1200"/>
            <a:t>no indicar formato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400" b="0" kern="1200"/>
            <a:t>no aclarar objetivo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400" b="0" kern="1200"/>
            <a:t>no iterar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MX" sz="2400" b="0" kern="1200"/>
            <a:t>creer que la primera respuesta es suficiente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400" b="0" kern="1200"/>
            <a:t>no verificar</a:t>
          </a:r>
        </a:p>
      </dsp:txBody>
      <dsp:txXfrm>
        <a:off x="0" y="1363267"/>
        <a:ext cx="8853639" cy="289282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503781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/>
            <a:t>Informática</a:t>
          </a:r>
          <a:endParaRPr lang="es-AR" sz="2400" kern="1200"/>
        </a:p>
      </dsp:txBody>
      <dsp:txXfrm>
        <a:off x="59399" y="563180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2183077"/>
          <a:ext cx="8853639" cy="2051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kern="1200"/>
            <a:t>explicar código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generar pseudocódigo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documentar funciones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comparar arquitecturas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idear casos de prueba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2183077"/>
        <a:ext cx="8853639" cy="205188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503781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/>
            <a:t>Negocios digitales</a:t>
          </a:r>
          <a:endParaRPr lang="es-AR" sz="2400" kern="1200"/>
        </a:p>
      </dsp:txBody>
      <dsp:txXfrm>
        <a:off x="59399" y="563180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2183077"/>
          <a:ext cx="8853639" cy="2051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2000" kern="1200" err="1"/>
            <a:t>buyer</a:t>
          </a:r>
          <a:r>
            <a:rPr lang="es-MX" sz="2000" kern="1200"/>
            <a:t> personas
campañas
</a:t>
          </a:r>
          <a:r>
            <a:rPr lang="es-MX" sz="2000" kern="1200" err="1"/>
            <a:t>benchmark</a:t>
          </a:r>
          <a:r>
            <a:rPr lang="es-MX" sz="2000" kern="1200"/>
            <a:t> competitivo
embudos de conversión
contenido comercial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2183077"/>
        <a:ext cx="8853639" cy="205188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503781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/>
            <a:t>Recursos humanos</a:t>
          </a:r>
          <a:endParaRPr lang="es-AR" sz="2400" kern="1200"/>
        </a:p>
      </dsp:txBody>
      <dsp:txXfrm>
        <a:off x="59399" y="563180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2183077"/>
          <a:ext cx="8853639" cy="2051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b="0" kern="1200"/>
            <a:t>descripciones de puesto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b="0" kern="1200"/>
            <a:t>preguntas de entrevista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b="0" kern="1200" err="1"/>
            <a:t>onboarding</a:t>
          </a:r>
          <a:endParaRPr lang="es-AR" sz="2000" b="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b="0" kern="1200"/>
            <a:t>capacitación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b="0" kern="1200"/>
            <a:t>comunicación interna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2183077"/>
        <a:ext cx="8853639" cy="2051887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503781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/>
            <a:t>Contabilidad</a:t>
          </a:r>
          <a:endParaRPr lang="es-AR" sz="2400" kern="1200"/>
        </a:p>
      </dsp:txBody>
      <dsp:txXfrm>
        <a:off x="59399" y="563180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2183077"/>
          <a:ext cx="8853639" cy="2051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kern="1200"/>
            <a:t>redacción de informes</a:t>
          </a:r>
          <a:endParaRPr lang="es-AR" sz="2000" b="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explicación simple de normativa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tablas comparativas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mails a clientes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err="1"/>
            <a:t>checklist</a:t>
          </a:r>
          <a:r>
            <a:rPr lang="es-AR" sz="2000" kern="1200"/>
            <a:t> documental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2183077"/>
        <a:ext cx="8853639" cy="2051887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/>
            <a:t>Medicina</a:t>
          </a:r>
          <a:endParaRPr lang="es-AR" sz="2400" kern="120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728971"/>
          <a:ext cx="8853639" cy="2960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kern="1200"/>
            <a:t>resúmenes no diagnósticos</a:t>
          </a:r>
          <a:endParaRPr lang="es-AR" sz="2000" b="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material explicativo para pacientes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organización de información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educación y prevención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MX" sz="2000" kern="1200"/>
            <a:t>casos de comunicación clínica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br>
            <a:rPr lang="es-MX" sz="2000" kern="1200"/>
          </a:br>
          <a:r>
            <a:rPr lang="es-MX" sz="2000" kern="1200"/>
            <a:t>Aclaración importante: usar IA con prudencia y verificación; no reemplaza criterio profesional.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1728971"/>
        <a:ext cx="8853639" cy="2960099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b="1" kern="1200"/>
            <a:t>Operadores de bolsa y mercados</a:t>
          </a:r>
          <a:endParaRPr lang="es-AR" sz="2400" kern="120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863521"/>
          <a:ext cx="8853639" cy="2691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kern="1200"/>
            <a:t>resúmenes de contexto</a:t>
          </a:r>
          <a:endParaRPr lang="es-AR" sz="2000" b="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comparativas de escenarios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síntesis de noticias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explicaciones de instrumentos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MX" sz="2000" kern="1200"/>
            <a:t>organización de reportes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br>
            <a:rPr lang="es-MX" sz="2000" kern="1200"/>
          </a:br>
          <a:r>
            <a:rPr lang="es-MX" sz="2000" kern="1200"/>
            <a:t>Aclaración: no usar como fuente única para decisiones financieras.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1863521"/>
        <a:ext cx="8853639" cy="269100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1272718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b="1" kern="1200" err="1"/>
            <a:t>Teams</a:t>
          </a:r>
          <a:endParaRPr lang="es-AR" sz="2400" kern="1200"/>
        </a:p>
      </dsp:txBody>
      <dsp:txXfrm>
        <a:off x="59399" y="1332117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2670821"/>
          <a:ext cx="8853639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kern="1200"/>
            <a:t>Realicemos la actividad “Comparación de asistentes</a:t>
          </a:r>
          <a:r>
            <a:rPr lang="es-MX" sz="2000" kern="1200"/>
            <a:t>.”</a:t>
          </a:r>
          <a:endParaRPr lang="es-AR" sz="2000" b="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2670821"/>
        <a:ext cx="8853639" cy="1076400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1272718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b="1" kern="1200" err="1"/>
            <a:t>Teams</a:t>
          </a:r>
          <a:endParaRPr lang="es-AR" sz="2400" kern="1200"/>
        </a:p>
      </dsp:txBody>
      <dsp:txXfrm>
        <a:off x="59399" y="1332117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2670821"/>
          <a:ext cx="8853639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kern="1200"/>
            <a:t>Realicemos la actividad “</a:t>
          </a:r>
          <a:r>
            <a:rPr lang="es-MX" sz="2000" kern="1200"/>
            <a:t>Generación de contenido aplicada a mi carrera.”</a:t>
          </a:r>
          <a:endParaRPr lang="es-AR" sz="2000" b="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2670821"/>
        <a:ext cx="8853639" cy="107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#1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#1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#1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#1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#1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#1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#1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#2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#2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#2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#2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#2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#2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19318D9-1C74-894A-82B9-08234547CB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A90431-346B-FF4F-90F3-5C33DDFC0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52339-5F8B-F640-A005-4EDA3E12CECF}" type="datetimeFigureOut">
              <a:rPr lang="es-AR" smtClean="0"/>
              <a:t>10/8/2026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57D341-252F-154F-BCD0-0D80E26497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43607C-91C9-DD4A-88B2-E4B0E7C4C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16872-CFF9-7043-9FD8-7CAAB38F38F3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7555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4448C-68AB-41ED-9AA1-623600B6A404}" type="datetimeFigureOut">
              <a:rPr lang="es-AR" smtClean="0"/>
              <a:t>10/8/2026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0DE57-D832-4C0E-B844-2BC9C8865DC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977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“No todo </a:t>
            </a:r>
            <a:r>
              <a:rPr lang="es-MX" err="1"/>
              <a:t>prompt</a:t>
            </a:r>
            <a:r>
              <a:rPr lang="es-MX"/>
              <a:t> merece </a:t>
            </a:r>
            <a:r>
              <a:rPr lang="es-MX" err="1"/>
              <a:t>deep</a:t>
            </a:r>
            <a:r>
              <a:rPr lang="es-MX"/>
              <a:t> </a:t>
            </a:r>
            <a:r>
              <a:rPr lang="es-MX" err="1"/>
              <a:t>research</a:t>
            </a:r>
            <a:r>
              <a:rPr lang="es-MX"/>
              <a:t>.”</a:t>
            </a:r>
          </a:p>
          <a:p>
            <a:r>
              <a:rPr lang="es-MX"/>
              <a:t>“No todo problema necesita código.”</a:t>
            </a:r>
          </a:p>
          <a:p>
            <a:r>
              <a:rPr lang="es-MX"/>
              <a:t>“No toda respuesta rápida sirve para un trabajo académico.”</a:t>
            </a:r>
          </a:p>
          <a:p>
            <a:r>
              <a:rPr lang="es-MX"/>
              <a:t>“La habilidad no es solo usar la herramienta; es elegir la modalidad correcta.”</a:t>
            </a:r>
          </a:p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0DE57-D832-4C0E-B844-2BC9C8865DC9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80737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Hoy no vamos a ver solo una herramienta. Vamos a ver una forma de trabajar con IA.</a:t>
            </a:r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0DE57-D832-4C0E-B844-2BC9C8865DC9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880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err="1"/>
              <a:t>OpenAI</a:t>
            </a:r>
            <a:r>
              <a:rPr lang="es-MX"/>
              <a:t> describe </a:t>
            </a:r>
            <a:r>
              <a:rPr lang="es-MX" b="1" err="1"/>
              <a:t>deep</a:t>
            </a:r>
            <a:r>
              <a:rPr lang="es-MX" b="1"/>
              <a:t> </a:t>
            </a:r>
            <a:r>
              <a:rPr lang="es-MX" b="1" err="1"/>
              <a:t>research</a:t>
            </a:r>
            <a:r>
              <a:rPr lang="es-MX"/>
              <a:t> como una capacidad para buscar, analizar y sintetizar información de múltiples fuentes, y sus notas recientes indican mejoras de control y gestión del proceso; también describe </a:t>
            </a:r>
            <a:r>
              <a:rPr lang="es-MX" b="1"/>
              <a:t>Codex</a:t>
            </a:r>
            <a:r>
              <a:rPr lang="es-MX"/>
              <a:t> como una experiencia enfocada en flujos de trabajo de código, revisión y comprensión de proyectos. </a:t>
            </a:r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0DE57-D832-4C0E-B844-2BC9C8865DC9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5871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7F535B13-CD10-974C-BF7B-B8EA82EEA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FCADEDCF-DA7F-C84B-9E3A-D37447BC1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2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6BB30792-84BC-5645-AFE5-6C1B6C31C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5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85B58F2E-6ABC-6141-8351-A9667E5A27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9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B77A4838-F1DD-9046-91FC-E45F80623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9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BFD4B215-CC6C-F747-BEB2-F42A821CE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3CD84CC3-4E28-3146-BFE5-F7C65E952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Gráfico de líneas&#10;&#10;Descripción generada automáticamente">
            <a:extLst>
              <a:ext uri="{FF2B5EF4-FFF2-40B4-BE49-F238E27FC236}">
                <a16:creationId xmlns:a16="http://schemas.microsoft.com/office/drawing/2014/main" id="{91430346-03E4-0841-B9CE-876C88D54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6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83FC83D-79C1-104A-AB7A-0137336B08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1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15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21EE62C8-D1C0-584A-83CF-E72D8255C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5"/>
            <a:ext cx="12192000" cy="68267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124" y="467602"/>
            <a:ext cx="8518635" cy="7477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35309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Ubuntu" panose="020B050403060203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6973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10/8/2026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656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10/8/2026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173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10/8/2026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015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10/8/2026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6810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10/8/2026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512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10/8/2026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1661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10/8/2026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9222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10/8/2026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139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10/8/2026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812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10/8/2026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204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10/8/2026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4936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41F7-0A78-4297-9737-0443242114E2}" type="datetimeFigureOut">
              <a:rPr lang="es-AR" smtClean="0"/>
              <a:t>10/8/2026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A32B-691B-46E8-8163-E2FBFCC2E1E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254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32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15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28B92-081D-4E46-9117-5C5CBD7921D1}" type="datetimeFigureOut">
              <a:rPr lang="es-AR" smtClean="0"/>
              <a:t>10/8/2026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97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441F7-0A78-4297-9737-0443242114E2}" type="datetimeFigureOut">
              <a:rPr lang="es-AR" smtClean="0"/>
              <a:t>10/8/2026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6BA32B-691B-46E8-8163-E2FBFCC2E1E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655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47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517797" y="2876920"/>
            <a:ext cx="915640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>
                <a:solidFill>
                  <a:schemeClr val="bg1"/>
                </a:solidFill>
              </a:rPr>
              <a:t>Exposición de experto</a:t>
            </a:r>
            <a:endParaRPr lang="es-AR" sz="6600" b="1"/>
          </a:p>
        </p:txBody>
      </p:sp>
    </p:spTree>
    <p:extLst>
      <p:ext uri="{BB962C8B-B14F-4D97-AF65-F5344CB8AC3E}">
        <p14:creationId xmlns:p14="http://schemas.microsoft.com/office/powerpoint/2010/main" val="331668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579740" y="635719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>
                <a:solidFill>
                  <a:schemeClr val="bg1"/>
                </a:solidFill>
              </a:rPr>
              <a:t>Temas a desarrollar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1170260" y="1862750"/>
            <a:ext cx="673820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400" b="1">
                <a:solidFill>
                  <a:srgbClr val="7F7F7F"/>
                </a:solidFill>
                <a:ea typeface="+mn-lt"/>
                <a:cs typeface="+mn-lt"/>
              </a:rPr>
              <a:t>Recorrido guiado por </a:t>
            </a:r>
            <a:r>
              <a:rPr lang="es-MX" sz="2400" b="1" err="1">
                <a:solidFill>
                  <a:srgbClr val="7F7F7F"/>
                </a:solidFill>
                <a:ea typeface="+mn-lt"/>
                <a:cs typeface="+mn-lt"/>
              </a:rPr>
              <a:t>ChatGPT</a:t>
            </a:r>
            <a:endParaRPr lang="es-ES" sz="1400" b="1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1D4304-08BD-C2C7-9E4F-2B70114F4BFB}"/>
              </a:ext>
            </a:extLst>
          </p:cNvPr>
          <p:cNvSpPr txBox="1"/>
          <p:nvPr/>
        </p:nvSpPr>
        <p:spPr>
          <a:xfrm>
            <a:off x="1170260" y="2467537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>
                <a:solidFill>
                  <a:srgbClr val="7F7F7F"/>
                </a:solidFill>
                <a:ea typeface="+mn-lt"/>
                <a:cs typeface="+mn-lt"/>
              </a:rPr>
              <a:t>¿Cuándo usar cada cosa?</a:t>
            </a:r>
            <a:endParaRPr lang="es-ES" sz="1400" b="1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C1FE7AD-CB70-1C35-44BF-DF78403ACA9C}"/>
              </a:ext>
            </a:extLst>
          </p:cNvPr>
          <p:cNvSpPr/>
          <p:nvPr/>
        </p:nvSpPr>
        <p:spPr>
          <a:xfrm>
            <a:off x="711551" y="2033367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2FE8D8F-B960-6CDE-91B5-04B0CE3126F1}"/>
              </a:ext>
            </a:extLst>
          </p:cNvPr>
          <p:cNvSpPr/>
          <p:nvPr/>
        </p:nvSpPr>
        <p:spPr>
          <a:xfrm>
            <a:off x="711551" y="2611837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01315BB-3AE3-6BE0-1C63-221465855AC1}"/>
              </a:ext>
            </a:extLst>
          </p:cNvPr>
          <p:cNvSpPr txBox="1"/>
          <p:nvPr/>
        </p:nvSpPr>
        <p:spPr>
          <a:xfrm>
            <a:off x="1170260" y="3072324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400" b="1">
                <a:solidFill>
                  <a:srgbClr val="7F7F7F"/>
                </a:solidFill>
                <a:ea typeface="+mn-lt"/>
                <a:cs typeface="+mn-lt"/>
              </a:rPr>
              <a:t>Un </a:t>
            </a:r>
            <a:r>
              <a:rPr lang="es-MX" sz="2400" b="1" err="1">
                <a:solidFill>
                  <a:srgbClr val="7F7F7F"/>
                </a:solidFill>
                <a:ea typeface="+mn-lt"/>
                <a:cs typeface="+mn-lt"/>
              </a:rPr>
              <a:t>prompt</a:t>
            </a:r>
            <a:r>
              <a:rPr lang="es-MX" sz="2400" b="1">
                <a:solidFill>
                  <a:srgbClr val="7F7F7F"/>
                </a:solidFill>
                <a:ea typeface="+mn-lt"/>
                <a:cs typeface="+mn-lt"/>
              </a:rPr>
              <a:t> pobre vs un </a:t>
            </a:r>
            <a:r>
              <a:rPr lang="es-MX" sz="2400" b="1" err="1">
                <a:solidFill>
                  <a:srgbClr val="7F7F7F"/>
                </a:solidFill>
                <a:ea typeface="+mn-lt"/>
                <a:cs typeface="+mn-lt"/>
              </a:rPr>
              <a:t>prompt</a:t>
            </a:r>
            <a:r>
              <a:rPr lang="es-MX" sz="2400" b="1">
                <a:solidFill>
                  <a:srgbClr val="7F7F7F"/>
                </a:solidFill>
                <a:ea typeface="+mn-lt"/>
                <a:cs typeface="+mn-lt"/>
              </a:rPr>
              <a:t> profesional</a:t>
            </a:r>
            <a:endParaRPr lang="es-ES" sz="1400" b="1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B068E0E-9CF0-B4FC-ED97-F7EC9440D599}"/>
              </a:ext>
            </a:extLst>
          </p:cNvPr>
          <p:cNvSpPr txBox="1"/>
          <p:nvPr/>
        </p:nvSpPr>
        <p:spPr>
          <a:xfrm>
            <a:off x="1170260" y="3677111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>
                <a:solidFill>
                  <a:srgbClr val="7F7F7F"/>
                </a:solidFill>
                <a:ea typeface="+mn-lt"/>
                <a:cs typeface="+mn-lt"/>
              </a:rPr>
              <a:t>Tipos de prompts</a:t>
            </a:r>
            <a:endParaRPr lang="es-ES" sz="1400" b="1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4A2CD9B-5E39-749A-8B96-6B5986CCEFBD}"/>
              </a:ext>
            </a:extLst>
          </p:cNvPr>
          <p:cNvSpPr txBox="1"/>
          <p:nvPr/>
        </p:nvSpPr>
        <p:spPr>
          <a:xfrm>
            <a:off x="1170260" y="4281898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>
                <a:solidFill>
                  <a:srgbClr val="7F7F7F"/>
                </a:solidFill>
                <a:ea typeface="+mn-lt"/>
                <a:cs typeface="+mn-lt"/>
              </a:rPr>
              <a:t>Errores comunes al </a:t>
            </a:r>
            <a:r>
              <a:rPr lang="es-AR" sz="2400" b="1" err="1">
                <a:solidFill>
                  <a:srgbClr val="7F7F7F"/>
                </a:solidFill>
                <a:ea typeface="+mn-lt"/>
                <a:cs typeface="+mn-lt"/>
              </a:rPr>
              <a:t>promptar</a:t>
            </a:r>
            <a:endParaRPr lang="es-ES" sz="1400" b="1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A42A916-AFD0-2865-267E-9B46BF17B1B8}"/>
              </a:ext>
            </a:extLst>
          </p:cNvPr>
          <p:cNvSpPr txBox="1"/>
          <p:nvPr/>
        </p:nvSpPr>
        <p:spPr>
          <a:xfrm>
            <a:off x="1170260" y="4886685"/>
            <a:ext cx="915640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AR" sz="2400"/>
              <a:t>Ejemplos de búsquedas</a:t>
            </a:r>
            <a:endParaRPr lang="es-ES" sz="240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70742F4-8C20-AE82-5150-26D517757930}"/>
              </a:ext>
            </a:extLst>
          </p:cNvPr>
          <p:cNvSpPr txBox="1"/>
          <p:nvPr/>
        </p:nvSpPr>
        <p:spPr>
          <a:xfrm>
            <a:off x="1170260" y="5953137"/>
            <a:ext cx="915640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AR" sz="2400"/>
              <a:t>Cierre</a:t>
            </a:r>
            <a:endParaRPr lang="es-ES" sz="240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DF4373C-5003-0704-D3A0-391203C50DBE}"/>
              </a:ext>
            </a:extLst>
          </p:cNvPr>
          <p:cNvSpPr/>
          <p:nvPr/>
        </p:nvSpPr>
        <p:spPr>
          <a:xfrm>
            <a:off x="711551" y="3212862"/>
            <a:ext cx="130628" cy="13062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A922C06-282C-697B-C92A-58FDC35C877A}"/>
              </a:ext>
            </a:extLst>
          </p:cNvPr>
          <p:cNvSpPr/>
          <p:nvPr/>
        </p:nvSpPr>
        <p:spPr>
          <a:xfrm>
            <a:off x="711551" y="3851700"/>
            <a:ext cx="130628" cy="13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9D5F24F-7EF8-72E9-A0DE-8FA2C6259780}"/>
              </a:ext>
            </a:extLst>
          </p:cNvPr>
          <p:cNvSpPr/>
          <p:nvPr/>
        </p:nvSpPr>
        <p:spPr>
          <a:xfrm>
            <a:off x="711551" y="4442144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639AAD64-D8DF-E2EE-CC26-B77938FA4070}"/>
              </a:ext>
            </a:extLst>
          </p:cNvPr>
          <p:cNvSpPr/>
          <p:nvPr/>
        </p:nvSpPr>
        <p:spPr>
          <a:xfrm>
            <a:off x="711551" y="5043035"/>
            <a:ext cx="130628" cy="1306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3FE7EB9-DE21-FC73-CDF6-4761F1485A78}"/>
              </a:ext>
            </a:extLst>
          </p:cNvPr>
          <p:cNvSpPr/>
          <p:nvPr/>
        </p:nvSpPr>
        <p:spPr>
          <a:xfrm>
            <a:off x="711551" y="5635905"/>
            <a:ext cx="130628" cy="13062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80669B-F695-23AA-1C71-ED7A872326F9}"/>
              </a:ext>
            </a:extLst>
          </p:cNvPr>
          <p:cNvSpPr txBox="1"/>
          <p:nvPr/>
        </p:nvSpPr>
        <p:spPr>
          <a:xfrm>
            <a:off x="1170260" y="5491472"/>
            <a:ext cx="257046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MX" sz="2400"/>
              <a:t>Actividades</a:t>
            </a:r>
            <a:endParaRPr lang="es-ES" sz="240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2E78C5A-69CA-4F05-9FD2-16B5A9FFDAB5}"/>
              </a:ext>
            </a:extLst>
          </p:cNvPr>
          <p:cNvSpPr/>
          <p:nvPr/>
        </p:nvSpPr>
        <p:spPr>
          <a:xfrm>
            <a:off x="711551" y="6156966"/>
            <a:ext cx="130628" cy="130628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417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377238" y="2367002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MX" sz="6600" b="1">
                <a:solidFill>
                  <a:prstClr val="white"/>
                </a:solidFill>
              </a:rPr>
              <a:t>Recorrido guiado por </a:t>
            </a:r>
            <a:r>
              <a:rPr lang="es-MX" sz="6600" b="1" err="1">
                <a:solidFill>
                  <a:prstClr val="white"/>
                </a:solidFill>
              </a:rPr>
              <a:t>ChatGPT</a:t>
            </a:r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95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526DC-2717-F603-0CD3-111F26735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E53520E-E094-012D-E50E-C04CC9367609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Recorrido guiado por </a:t>
            </a:r>
            <a:r>
              <a:rPr lang="es-MX" sz="4000" b="1" err="1">
                <a:solidFill>
                  <a:prstClr val="white"/>
                </a:solidFill>
              </a:rPr>
              <a:t>ChatGPT</a:t>
            </a:r>
            <a:endParaRPr lang="es-MX" sz="4000" b="1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C074DD9C-7D58-7A0E-ED57-C3336A14D3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9450459"/>
              </p:ext>
            </p:extLst>
          </p:nvPr>
        </p:nvGraphicFramePr>
        <p:xfrm>
          <a:off x="524041" y="1287036"/>
          <a:ext cx="8515685" cy="406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D4887A94-00D4-398E-E652-A835586836E6}"/>
              </a:ext>
            </a:extLst>
          </p:cNvPr>
          <p:cNvSpPr txBox="1"/>
          <p:nvPr/>
        </p:nvSpPr>
        <p:spPr>
          <a:xfrm>
            <a:off x="524041" y="4701585"/>
            <a:ext cx="6125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800" b="0"/>
              <a:t>útil para retomar trabajo anterior</a:t>
            </a:r>
          </a:p>
          <a:p>
            <a:pPr marL="285750" lvl="0" indent="-28575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800" b="0"/>
              <a:t>idea clave: no perder conversaciones útiles</a:t>
            </a:r>
          </a:p>
        </p:txBody>
      </p:sp>
    </p:spTree>
    <p:extLst>
      <p:ext uri="{BB962C8B-B14F-4D97-AF65-F5344CB8AC3E}">
        <p14:creationId xmlns:p14="http://schemas.microsoft.com/office/powerpoint/2010/main" val="1341823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61DF7-5637-C6F6-2634-4B6EC25EE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1356D6C-CCAE-8856-4FAB-5F96944447CB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Recorrido guiado por </a:t>
            </a:r>
            <a:r>
              <a:rPr lang="es-MX" sz="4000" b="1" err="1">
                <a:solidFill>
                  <a:prstClr val="white"/>
                </a:solidFill>
              </a:rPr>
              <a:t>ChatGPT</a:t>
            </a:r>
            <a:endParaRPr lang="es-MX" sz="4000" b="1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57FCCBC-8206-0D8A-3590-4CD5273483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7634614"/>
              </p:ext>
            </p:extLst>
          </p:nvPr>
        </p:nvGraphicFramePr>
        <p:xfrm>
          <a:off x="524041" y="1287036"/>
          <a:ext cx="8515685" cy="406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73DD29CE-55CF-B6A2-F68A-C263C8F8B18D}"/>
              </a:ext>
            </a:extLst>
          </p:cNvPr>
          <p:cNvSpPr txBox="1"/>
          <p:nvPr/>
        </p:nvSpPr>
        <p:spPr>
          <a:xfrm>
            <a:off x="524041" y="4701585"/>
            <a:ext cx="61254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800" b="0"/>
              <a:t>lugar para revisar activos generados o contenido asociado según la cuenta/interfaz</a:t>
            </a:r>
          </a:p>
          <a:p>
            <a:pPr marL="285750" lvl="0" indent="-28575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800" b="0"/>
              <a:t>mostrarlo como espacio de organización, no solo de creación</a:t>
            </a:r>
          </a:p>
        </p:txBody>
      </p:sp>
    </p:spTree>
    <p:extLst>
      <p:ext uri="{BB962C8B-B14F-4D97-AF65-F5344CB8AC3E}">
        <p14:creationId xmlns:p14="http://schemas.microsoft.com/office/powerpoint/2010/main" val="2193058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97905-9883-81B9-F112-E4C00870F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2014E5E-9087-7116-F0B9-FDE76E1B915E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Recorrido guiado por </a:t>
            </a:r>
            <a:r>
              <a:rPr lang="es-MX" sz="4000" b="1" err="1">
                <a:solidFill>
                  <a:prstClr val="white"/>
                </a:solidFill>
              </a:rPr>
              <a:t>ChatGPT</a:t>
            </a:r>
            <a:endParaRPr lang="es-MX" sz="4000" b="1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6285045-A920-2593-B89D-C36DE93A0C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2464782"/>
              </p:ext>
            </p:extLst>
          </p:nvPr>
        </p:nvGraphicFramePr>
        <p:xfrm>
          <a:off x="524041" y="1287036"/>
          <a:ext cx="8515685" cy="406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4B6681ED-CED5-E40C-BEB0-C586A115345A}"/>
              </a:ext>
            </a:extLst>
          </p:cNvPr>
          <p:cNvSpPr txBox="1"/>
          <p:nvPr/>
        </p:nvSpPr>
        <p:spPr>
          <a:xfrm>
            <a:off x="524041" y="5132472"/>
            <a:ext cx="61254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/>
              <a:t>I</a:t>
            </a:r>
            <a:r>
              <a:rPr lang="es-MX" sz="1800" b="0"/>
              <a:t>deal para trabajos que requieren contraste de fuentes, investigación y síntesis.</a:t>
            </a:r>
          </a:p>
          <a:p>
            <a:pPr marL="285750" lvl="0" indent="-28575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800" b="0"/>
              <a:t>No es lo mismo “preguntar rápido” que “investigar”.</a:t>
            </a:r>
          </a:p>
        </p:txBody>
      </p:sp>
    </p:spTree>
    <p:extLst>
      <p:ext uri="{BB962C8B-B14F-4D97-AF65-F5344CB8AC3E}">
        <p14:creationId xmlns:p14="http://schemas.microsoft.com/office/powerpoint/2010/main" val="3863560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FA71F-2D13-B9B6-FB46-59C827080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68CC14C-73C4-42BD-54A7-C232927A3611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Recorrido guiado por </a:t>
            </a:r>
            <a:r>
              <a:rPr lang="es-MX" sz="4000" b="1" err="1">
                <a:solidFill>
                  <a:prstClr val="white"/>
                </a:solidFill>
              </a:rPr>
              <a:t>ChatGPT</a:t>
            </a:r>
            <a:endParaRPr lang="es-MX" sz="4000" b="1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977BC0F0-7CBA-447C-92BA-59EF188E39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2661180"/>
              </p:ext>
            </p:extLst>
          </p:nvPr>
        </p:nvGraphicFramePr>
        <p:xfrm>
          <a:off x="524041" y="1287036"/>
          <a:ext cx="8515685" cy="406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B3E75CC3-6161-C776-5EB0-C297FE4ED04A}"/>
              </a:ext>
            </a:extLst>
          </p:cNvPr>
          <p:cNvSpPr txBox="1"/>
          <p:nvPr/>
        </p:nvSpPr>
        <p:spPr>
          <a:xfrm>
            <a:off x="524041" y="5132472"/>
            <a:ext cx="6125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/>
              <a:t>útil para ordenar trabajos largos, materiales, iteraciones y entregables</a:t>
            </a:r>
            <a:endParaRPr lang="es-MX" sz="1800" b="0"/>
          </a:p>
        </p:txBody>
      </p:sp>
    </p:spTree>
    <p:extLst>
      <p:ext uri="{BB962C8B-B14F-4D97-AF65-F5344CB8AC3E}">
        <p14:creationId xmlns:p14="http://schemas.microsoft.com/office/powerpoint/2010/main" val="867685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78ED3-6A68-956F-D756-8A2D71731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EBE62F4-C44E-CB70-0E96-BC49EE29DA2C}"/>
              </a:ext>
            </a:extLst>
          </p:cNvPr>
          <p:cNvSpPr txBox="1"/>
          <p:nvPr/>
        </p:nvSpPr>
        <p:spPr>
          <a:xfrm>
            <a:off x="1377238" y="2367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MX" sz="6600" b="1">
                <a:solidFill>
                  <a:prstClr val="white"/>
                </a:solidFill>
              </a:rPr>
              <a:t>Cuándo usar cada cosa</a:t>
            </a:r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178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BA8E8-0ED4-F160-2CA6-EF70E3502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18EF620-D82C-2DF7-A753-738DDDAAC6D2}"/>
              </a:ext>
            </a:extLst>
          </p:cNvPr>
          <p:cNvSpPr txBox="1"/>
          <p:nvPr/>
        </p:nvSpPr>
        <p:spPr>
          <a:xfrm>
            <a:off x="42341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Inteligencia Artificial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D632008-8BB5-0FAE-1918-331AC3A3F1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2227091"/>
              </p:ext>
            </p:extLst>
          </p:nvPr>
        </p:nvGraphicFramePr>
        <p:xfrm>
          <a:off x="524041" y="1287036"/>
          <a:ext cx="8515685" cy="406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3234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69E3B-98B1-C94C-7101-8937AFB21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EBF6E8F-8711-14BD-7242-D3C002EF4B11}"/>
              </a:ext>
            </a:extLst>
          </p:cNvPr>
          <p:cNvSpPr txBox="1"/>
          <p:nvPr/>
        </p:nvSpPr>
        <p:spPr>
          <a:xfrm>
            <a:off x="1387399" y="2367171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>
                <a:solidFill>
                  <a:prstClr val="white"/>
                </a:solidFill>
                <a:ea typeface="+mn-lt"/>
                <a:cs typeface="+mn-lt"/>
              </a:rPr>
              <a:t>Un </a:t>
            </a:r>
            <a:r>
              <a:rPr lang="es-AR" sz="6600" b="1" err="1">
                <a:solidFill>
                  <a:prstClr val="white"/>
                </a:solidFill>
                <a:ea typeface="+mn-lt"/>
                <a:cs typeface="+mn-lt"/>
              </a:rPr>
              <a:t>prompt</a:t>
            </a:r>
            <a:r>
              <a:rPr lang="es-AR" sz="6600" b="1">
                <a:solidFill>
                  <a:prstClr val="white"/>
                </a:solidFill>
                <a:ea typeface="+mn-lt"/>
                <a:cs typeface="+mn-lt"/>
              </a:rPr>
              <a:t> pobre vs un </a:t>
            </a:r>
            <a:r>
              <a:rPr lang="es-AR" sz="6600" b="1" err="1">
                <a:solidFill>
                  <a:prstClr val="white"/>
                </a:solidFill>
                <a:ea typeface="+mn-lt"/>
                <a:cs typeface="+mn-lt"/>
              </a:rPr>
              <a:t>prompt</a:t>
            </a:r>
            <a:r>
              <a:rPr lang="es-AR" sz="6600" b="1">
                <a:solidFill>
                  <a:prstClr val="white"/>
                </a:solidFill>
                <a:ea typeface="+mn-lt"/>
                <a:cs typeface="+mn-lt"/>
              </a:rPr>
              <a:t> profesional</a:t>
            </a:r>
            <a:endParaRPr lang="es-ES" b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48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20363-C29B-C26E-0011-919281E0C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576A107-1DD4-C58E-947D-22F67DCC084A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Conceptos básicos de IA</a:t>
            </a:r>
            <a:endParaRPr lang="es-ES" sz="105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3C0DA40-5FF7-6102-4208-DF3A2B6DF8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4529041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519A4209-BDD5-09A7-328F-9AE3CF87D343}"/>
              </a:ext>
            </a:extLst>
          </p:cNvPr>
          <p:cNvSpPr txBox="1"/>
          <p:nvPr/>
        </p:nvSpPr>
        <p:spPr>
          <a:xfrm>
            <a:off x="553062" y="4968631"/>
            <a:ext cx="88246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2400"/>
              <a:t>“</a:t>
            </a:r>
            <a:r>
              <a:rPr lang="es-MX" sz="2400" err="1"/>
              <a:t>Explicame</a:t>
            </a:r>
            <a:r>
              <a:rPr lang="es-MX" sz="2400"/>
              <a:t> qué es la inteligencia artificial para un estudiante universitario de primer año, en español claro, con ejemplos de medicina, negocios y software, en menos de 200 palabras.”</a:t>
            </a:r>
            <a:endParaRPr lang="es-AR" sz="2400"/>
          </a:p>
        </p:txBody>
      </p:sp>
    </p:spTree>
    <p:extLst>
      <p:ext uri="{BB962C8B-B14F-4D97-AF65-F5344CB8AC3E}">
        <p14:creationId xmlns:p14="http://schemas.microsoft.com/office/powerpoint/2010/main" val="42934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9AAE-54CD-ADDA-EA21-6B16B544D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37A6681-D5A2-9EA0-A4D5-214AEB8F1D95}"/>
              </a:ext>
            </a:extLst>
          </p:cNvPr>
          <p:cNvSpPr txBox="1"/>
          <p:nvPr/>
        </p:nvSpPr>
        <p:spPr>
          <a:xfrm>
            <a:off x="42341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La fórmula base de un buen </a:t>
            </a:r>
            <a:r>
              <a:rPr lang="es-MX" sz="4000" b="1" err="1">
                <a:solidFill>
                  <a:prstClr val="white"/>
                </a:solidFill>
              </a:rPr>
              <a:t>prompt</a:t>
            </a:r>
            <a:endParaRPr lang="es-MX" sz="4000" b="1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21CCB63-6EA4-5D1C-CE4E-5664A6E558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6440246"/>
              </p:ext>
            </p:extLst>
          </p:nvPr>
        </p:nvGraphicFramePr>
        <p:xfrm>
          <a:off x="524041" y="1287036"/>
          <a:ext cx="8515685" cy="406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0145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D330F-D3EB-93C9-3BA0-4A27B89CC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8F55552-4DF2-2391-28E6-ACC49D37D407}"/>
              </a:ext>
            </a:extLst>
          </p:cNvPr>
          <p:cNvSpPr txBox="1"/>
          <p:nvPr/>
        </p:nvSpPr>
        <p:spPr>
          <a:xfrm>
            <a:off x="1403364" y="2367171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>
                <a:solidFill>
                  <a:prstClr val="white"/>
                </a:solidFill>
                <a:ea typeface="+mn-lt"/>
                <a:cs typeface="+mn-lt"/>
              </a:rPr>
              <a:t>Tipos de </a:t>
            </a:r>
            <a:r>
              <a:rPr lang="es-AR" sz="6600" b="1" err="1">
                <a:solidFill>
                  <a:prstClr val="white"/>
                </a:solidFill>
                <a:ea typeface="+mn-lt"/>
                <a:cs typeface="+mn-lt"/>
              </a:rPr>
              <a:t>prompts</a:t>
            </a:r>
            <a:endParaRPr lang="es-ES" b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461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06797-F73C-EED8-D60E-DFC312861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C784C05-5131-31A1-00E8-74EE10B47D84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err="1">
                <a:solidFill>
                  <a:prstClr val="white"/>
                </a:solidFill>
              </a:rPr>
              <a:t>Prompt</a:t>
            </a:r>
            <a:r>
              <a:rPr lang="es-AR" sz="4000" b="1">
                <a:solidFill>
                  <a:prstClr val="white"/>
                </a:solidFill>
              </a:rPr>
              <a:t> de explicación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7FA9AC01-9C28-2029-17BB-9348E81F33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6798930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53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065AF-806C-77A0-32ED-22C4DA596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A041D7B-BD65-5D52-8ABC-0545B9324E4A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err="1">
                <a:solidFill>
                  <a:prstClr val="white"/>
                </a:solidFill>
              </a:rPr>
              <a:t>Prompt</a:t>
            </a:r>
            <a:r>
              <a:rPr lang="es-AR" sz="4000" b="1">
                <a:solidFill>
                  <a:prstClr val="white"/>
                </a:solidFill>
              </a:rPr>
              <a:t> de generación de contenido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176C211-A4C4-BC83-B097-9E930CD4AB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1291399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7014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4F33B-C8C3-477A-695D-16E67B4CC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68B2E37-F058-89E4-76C4-ACE56171ADE6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err="1">
                <a:solidFill>
                  <a:prstClr val="white"/>
                </a:solidFill>
              </a:rPr>
              <a:t>Prompt</a:t>
            </a:r>
            <a:r>
              <a:rPr lang="es-AR" sz="4000" b="1">
                <a:solidFill>
                  <a:prstClr val="white"/>
                </a:solidFill>
              </a:rPr>
              <a:t> de transformación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55F2E6C7-7EC0-9A8C-7EC5-8678C01CE0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2620334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0785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1062B-7700-275B-9E21-69295FFFA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2EA20AE-63BE-D9A1-6852-16F80E952CD3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err="1">
                <a:solidFill>
                  <a:prstClr val="white"/>
                </a:solidFill>
              </a:rPr>
              <a:t>Prompt</a:t>
            </a:r>
            <a:r>
              <a:rPr lang="es-AR" sz="4000" b="1">
                <a:solidFill>
                  <a:prstClr val="white"/>
                </a:solidFill>
              </a:rPr>
              <a:t> de comparación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4E9805A-5E99-C12D-C6FC-FC13F04E8B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7451632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6604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6E055-0721-3536-350C-C916D3575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E553624-B39C-9702-FA07-16C8486CFCE8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err="1">
                <a:solidFill>
                  <a:prstClr val="white"/>
                </a:solidFill>
              </a:rPr>
              <a:t>Prompt</a:t>
            </a:r>
            <a:r>
              <a:rPr lang="es-AR" sz="4000" b="1">
                <a:solidFill>
                  <a:prstClr val="white"/>
                </a:solidFill>
              </a:rPr>
              <a:t> de ideación / </a:t>
            </a:r>
            <a:r>
              <a:rPr lang="es-AR" sz="4000" b="1" err="1">
                <a:solidFill>
                  <a:prstClr val="white"/>
                </a:solidFill>
              </a:rPr>
              <a:t>brainstorming</a:t>
            </a:r>
            <a:endParaRPr lang="es-AR" sz="4000" b="1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6521892-1E5C-D54B-1207-3B06712D61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5244777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9943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E5D84-D49A-FCF7-6EA5-2279EC742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0C23CA3-0713-E746-F93C-544B8CE09178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err="1">
                <a:solidFill>
                  <a:prstClr val="white"/>
                </a:solidFill>
              </a:rPr>
              <a:t>Prompt</a:t>
            </a:r>
            <a:r>
              <a:rPr lang="es-AR" sz="4000" b="1">
                <a:solidFill>
                  <a:prstClr val="white"/>
                </a:solidFill>
              </a:rPr>
              <a:t> de rol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BD3FFBE5-989C-3899-BD96-B1750F7154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7801060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0682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2B7EF-C5F8-5582-A0BB-3F639D71E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3580D9F-E0EA-EA27-749E-E43BFED5FF50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err="1">
                <a:solidFill>
                  <a:prstClr val="white"/>
                </a:solidFill>
              </a:rPr>
              <a:t>Prompt</a:t>
            </a:r>
            <a:r>
              <a:rPr lang="es-AR" sz="4000" b="1">
                <a:solidFill>
                  <a:prstClr val="white"/>
                </a:solidFill>
              </a:rPr>
              <a:t> iterativo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9C733CAD-BE18-DA71-10DE-5827CD345A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1132190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9341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D64B6-B9B7-7FFE-B904-F21037030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A26547C-FA80-6191-48D2-2B73C6207EF2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err="1">
                <a:solidFill>
                  <a:prstClr val="white"/>
                </a:solidFill>
              </a:rPr>
              <a:t>Prompt</a:t>
            </a:r>
            <a:r>
              <a:rPr lang="es-AR" sz="4000" b="1">
                <a:solidFill>
                  <a:prstClr val="white"/>
                </a:solidFill>
              </a:rPr>
              <a:t> con criterios de evaluación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DE710AF-02B9-D12E-174C-D5064A5E32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6895369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80195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C84F5-1BD8-E706-1FFF-F35554FE3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D9A6C78-CDB9-E09F-3990-767122B5CEC1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err="1">
                <a:solidFill>
                  <a:prstClr val="white"/>
                </a:solidFill>
              </a:rPr>
              <a:t>Prompt</a:t>
            </a:r>
            <a:r>
              <a:rPr lang="es-AR" sz="4000" b="1">
                <a:solidFill>
                  <a:prstClr val="white"/>
                </a:solidFill>
              </a:rPr>
              <a:t> con output estructurado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075A8636-C5FB-43B2-9FE5-979881D445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007012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2750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BD824-C8DE-DDC4-7F40-66F4F0517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45CA851-0237-CDA0-9662-A76D42C4254B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schemeClr val="bg1"/>
                </a:solidFill>
              </a:rPr>
              <a:t>Errores comunes al </a:t>
            </a:r>
            <a:r>
              <a:rPr lang="es-AR" sz="4000" b="1" err="1">
                <a:solidFill>
                  <a:schemeClr val="bg1"/>
                </a:solidFill>
              </a:rPr>
              <a:t>promptar</a:t>
            </a:r>
            <a:endParaRPr lang="es-AR" sz="4000" b="1">
              <a:solidFill>
                <a:schemeClr val="bg1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AC57EF58-E8D3-A60A-C914-B5B25143F2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8611587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3081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42407-23A5-8D5E-0085-1095A2F54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A232C5D-D16B-F682-346A-6704622331AF}"/>
              </a:ext>
            </a:extLst>
          </p:cNvPr>
          <p:cNvSpPr txBox="1"/>
          <p:nvPr/>
        </p:nvSpPr>
        <p:spPr>
          <a:xfrm>
            <a:off x="1413524" y="2367171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>
                <a:solidFill>
                  <a:prstClr val="white"/>
                </a:solidFill>
                <a:ea typeface="+mn-lt"/>
                <a:cs typeface="+mn-lt"/>
              </a:rPr>
              <a:t>Diferentes usos</a:t>
            </a:r>
          </a:p>
        </p:txBody>
      </p:sp>
    </p:spTree>
    <p:extLst>
      <p:ext uri="{BB962C8B-B14F-4D97-AF65-F5344CB8AC3E}">
        <p14:creationId xmlns:p14="http://schemas.microsoft.com/office/powerpoint/2010/main" val="38799632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0E6CF-C1C1-E677-3E8C-4112BFA37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529E376-0722-F373-AAA8-44C1787697CA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Diferentes usos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F21FF8F-4E99-8B8E-5FDE-3D78812AA7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9150334"/>
              </p:ext>
            </p:extLst>
          </p:nvPr>
        </p:nvGraphicFramePr>
        <p:xfrm>
          <a:off x="50372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8147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262B0-928C-1D2E-4ECD-EE7A5601F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AF42791-709F-70A9-31F4-8F3540FBD379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Diferentes usos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57DA4D18-4D78-5C99-2D34-D47F6A0116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3095902"/>
              </p:ext>
            </p:extLst>
          </p:nvPr>
        </p:nvGraphicFramePr>
        <p:xfrm>
          <a:off x="50372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4527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7B304-8276-5990-A057-D08ED47C0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A193181-B4D4-B2F4-4F90-E3455F0470EC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Diferentes usos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5E6DFB69-ED20-C2FC-060B-5E9158753D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7347359"/>
              </p:ext>
            </p:extLst>
          </p:nvPr>
        </p:nvGraphicFramePr>
        <p:xfrm>
          <a:off x="50372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37599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A4C1F-E3F4-5BFD-22E3-69012949C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61C0D92-932C-B08E-C78C-BE00184281BB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Diferentes usos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2B62EED-809F-6BB2-4EFA-DFF6AD9884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5554699"/>
              </p:ext>
            </p:extLst>
          </p:nvPr>
        </p:nvGraphicFramePr>
        <p:xfrm>
          <a:off x="50372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4483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7495F-4FF4-DD27-6A95-66245F6FB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6E9A7ED-755C-C14E-D0BA-708BD390BFBA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Diferentes usos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BE1B40E6-C490-329B-6310-F085FD009B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1731217"/>
              </p:ext>
            </p:extLst>
          </p:nvPr>
        </p:nvGraphicFramePr>
        <p:xfrm>
          <a:off x="50372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54259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02743-17CD-40E8-BB00-D6854F073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F3B1FED-961C-2865-62A0-F62BD3174B28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Diferentes usos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A1F1C7C-8850-3396-69D6-C596A5385E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0321337"/>
              </p:ext>
            </p:extLst>
          </p:nvPr>
        </p:nvGraphicFramePr>
        <p:xfrm>
          <a:off x="50372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7475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5933B-5A64-8E14-80FB-A94D388EB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A8EAC1B-F03C-1F81-4193-C7B1775BFB19}"/>
              </a:ext>
            </a:extLst>
          </p:cNvPr>
          <p:cNvSpPr txBox="1"/>
          <p:nvPr/>
        </p:nvSpPr>
        <p:spPr>
          <a:xfrm>
            <a:off x="1322084" y="258036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>
                <a:solidFill>
                  <a:prstClr val="white"/>
                </a:solidFill>
                <a:ea typeface="+mn-lt"/>
                <a:cs typeface="+mn-lt"/>
              </a:rPr>
              <a:t>1°er Actividad</a:t>
            </a:r>
          </a:p>
        </p:txBody>
      </p:sp>
    </p:spTree>
    <p:extLst>
      <p:ext uri="{BB962C8B-B14F-4D97-AF65-F5344CB8AC3E}">
        <p14:creationId xmlns:p14="http://schemas.microsoft.com/office/powerpoint/2010/main" val="30730557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A01E1-0884-723B-8283-F8BDA3C8F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E6ACD20-1320-A29E-D528-7FC58D7BA8D4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Actividad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5260BD8-E7F0-7AA4-9C2A-EA0B106EAE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0629590"/>
              </p:ext>
            </p:extLst>
          </p:nvPr>
        </p:nvGraphicFramePr>
        <p:xfrm>
          <a:off x="50372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20064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F03CE-A15A-615C-DB9C-59E031C4A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8840C9D-C1F9-995F-D1F7-046ED45BD4A5}"/>
              </a:ext>
            </a:extLst>
          </p:cNvPr>
          <p:cNvSpPr txBox="1"/>
          <p:nvPr/>
        </p:nvSpPr>
        <p:spPr>
          <a:xfrm>
            <a:off x="1291604" y="228572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MX" sz="6600" b="1">
                <a:solidFill>
                  <a:prstClr val="white"/>
                </a:solidFill>
                <a:ea typeface="+mn-lt"/>
                <a:cs typeface="+mn-lt"/>
              </a:rPr>
              <a:t>Actividad Final</a:t>
            </a:r>
            <a:endParaRPr lang="es-AR" sz="6600" b="1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9481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DD12B-2443-A1A8-B676-FE45ABAF3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DB3627E-6EDC-C892-8B54-BED860477724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Actividad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A17501C8-159A-F427-15B6-31DF508CAE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6920023"/>
              </p:ext>
            </p:extLst>
          </p:nvPr>
        </p:nvGraphicFramePr>
        <p:xfrm>
          <a:off x="50372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12059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A48A-6CAB-C7DC-D1BC-C9E5F2C0F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47972BE-7075-A8DE-0552-741F45FE3C75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>
                <a:solidFill>
                  <a:schemeClr val="bg1"/>
                </a:solidFill>
                <a:effectLst/>
              </a:rPr>
              <a:t>¿Preguntas?</a:t>
            </a:r>
            <a:endParaRPr lang="es-AR" sz="6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7227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DD8B87C-C830-682A-4B7B-E9BA46DAD953}"/>
              </a:ext>
            </a:extLst>
          </p:cNvPr>
          <p:cNvSpPr/>
          <p:nvPr/>
        </p:nvSpPr>
        <p:spPr>
          <a:xfrm>
            <a:off x="-30822" y="0"/>
            <a:ext cx="5377970" cy="6858002"/>
          </a:xfrm>
          <a:prstGeom prst="rect">
            <a:avLst/>
          </a:prstGeom>
          <a:solidFill>
            <a:srgbClr val="E1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F60EDB-6267-EFDB-1380-1704C3E89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27" b="14827"/>
          <a:stretch/>
        </p:blipFill>
        <p:spPr>
          <a:xfrm rot="16200000">
            <a:off x="3918106" y="1020714"/>
            <a:ext cx="6858001" cy="481657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B3135A7-4C40-FBEB-0B4B-542FE662277F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solidFill>
            <a:srgbClr val="4C4C4C">
              <a:alpha val="8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AB98000-0149-1801-9ECA-D5A25455BCCA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noFill/>
          <a:ln w="76200">
            <a:solidFill>
              <a:srgbClr val="F6A6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5BA26AD5-71CC-52AB-7D6C-4601C5C16AD7}"/>
              </a:ext>
            </a:extLst>
          </p:cNvPr>
          <p:cNvSpPr/>
          <p:nvPr/>
        </p:nvSpPr>
        <p:spPr>
          <a:xfrm>
            <a:off x="2109047" y="3983734"/>
            <a:ext cx="1493811" cy="568526"/>
          </a:xfrm>
          <a:custGeom>
            <a:avLst/>
            <a:gdLst>
              <a:gd name="connsiteX0" fmla="*/ 1346911 w 1493811"/>
              <a:gd name="connsiteY0" fmla="*/ 0 h 568526"/>
              <a:gd name="connsiteX1" fmla="*/ 43879 w 1493811"/>
              <a:gd name="connsiteY1" fmla="*/ 0 h 568526"/>
              <a:gd name="connsiteX2" fmla="*/ 0 w 1493811"/>
              <a:gd name="connsiteY2" fmla="*/ 43880 h 568526"/>
              <a:gd name="connsiteX3" fmla="*/ 0 w 1493811"/>
              <a:gd name="connsiteY3" fmla="*/ 524647 h 568526"/>
              <a:gd name="connsiteX4" fmla="*/ 13355 w 1493811"/>
              <a:gd name="connsiteY4" fmla="*/ 555172 h 568526"/>
              <a:gd name="connsiteX5" fmla="*/ 43879 w 1493811"/>
              <a:gd name="connsiteY5" fmla="*/ 568526 h 568526"/>
              <a:gd name="connsiteX6" fmla="*/ 1346911 w 1493811"/>
              <a:gd name="connsiteY6" fmla="*/ 568526 h 568526"/>
              <a:gd name="connsiteX7" fmla="*/ 1493812 w 1493811"/>
              <a:gd name="connsiteY7" fmla="*/ 360575 h 568526"/>
              <a:gd name="connsiteX8" fmla="*/ 1493812 w 1493811"/>
              <a:gd name="connsiteY8" fmla="*/ 207951 h 568526"/>
              <a:gd name="connsiteX9" fmla="*/ 1346911 w 1493811"/>
              <a:gd name="connsiteY9" fmla="*/ 0 h 568526"/>
              <a:gd name="connsiteX10" fmla="*/ 1066464 w 1493811"/>
              <a:gd name="connsiteY10" fmla="*/ 87759 h 568526"/>
              <a:gd name="connsiteX11" fmla="*/ 1127513 w 1493811"/>
              <a:gd name="connsiteY11" fmla="*/ 207951 h 568526"/>
              <a:gd name="connsiteX12" fmla="*/ 1127513 w 1493811"/>
              <a:gd name="connsiteY12" fmla="*/ 360575 h 568526"/>
              <a:gd name="connsiteX13" fmla="*/ 1066464 w 1493811"/>
              <a:gd name="connsiteY13" fmla="*/ 480767 h 568526"/>
              <a:gd name="connsiteX14" fmla="*/ 908116 w 1493811"/>
              <a:gd name="connsiteY14" fmla="*/ 480767 h 568526"/>
              <a:gd name="connsiteX15" fmla="*/ 934825 w 1493811"/>
              <a:gd name="connsiteY15" fmla="*/ 360575 h 568526"/>
              <a:gd name="connsiteX16" fmla="*/ 934825 w 1493811"/>
              <a:gd name="connsiteY16" fmla="*/ 207951 h 568526"/>
              <a:gd name="connsiteX17" fmla="*/ 908116 w 1493811"/>
              <a:gd name="connsiteY17" fmla="*/ 87759 h 568526"/>
              <a:gd name="connsiteX18" fmla="*/ 1066464 w 1493811"/>
              <a:gd name="connsiteY18" fmla="*/ 87759 h 568526"/>
              <a:gd name="connsiteX19" fmla="*/ 87759 w 1493811"/>
              <a:gd name="connsiteY19" fmla="*/ 87759 h 568526"/>
              <a:gd name="connsiteX20" fmla="*/ 787924 w 1493811"/>
              <a:gd name="connsiteY20" fmla="*/ 87759 h 568526"/>
              <a:gd name="connsiteX21" fmla="*/ 847066 w 1493811"/>
              <a:gd name="connsiteY21" fmla="*/ 207951 h 568526"/>
              <a:gd name="connsiteX22" fmla="*/ 847066 w 1493811"/>
              <a:gd name="connsiteY22" fmla="*/ 360575 h 568526"/>
              <a:gd name="connsiteX23" fmla="*/ 787924 w 1493811"/>
              <a:gd name="connsiteY23" fmla="*/ 480767 h 568526"/>
              <a:gd name="connsiteX24" fmla="*/ 87759 w 1493811"/>
              <a:gd name="connsiteY24" fmla="*/ 480767 h 568526"/>
              <a:gd name="connsiteX25" fmla="*/ 87759 w 1493811"/>
              <a:gd name="connsiteY25" fmla="*/ 87759 h 568526"/>
              <a:gd name="connsiteX26" fmla="*/ 1407961 w 1493811"/>
              <a:gd name="connsiteY26" fmla="*/ 360575 h 568526"/>
              <a:gd name="connsiteX27" fmla="*/ 1346911 w 1493811"/>
              <a:gd name="connsiteY27" fmla="*/ 480767 h 568526"/>
              <a:gd name="connsiteX28" fmla="*/ 1188563 w 1493811"/>
              <a:gd name="connsiteY28" fmla="*/ 480767 h 568526"/>
              <a:gd name="connsiteX29" fmla="*/ 1215272 w 1493811"/>
              <a:gd name="connsiteY29" fmla="*/ 360575 h 568526"/>
              <a:gd name="connsiteX30" fmla="*/ 1215272 w 1493811"/>
              <a:gd name="connsiteY30" fmla="*/ 207951 h 568526"/>
              <a:gd name="connsiteX31" fmla="*/ 1188563 w 1493811"/>
              <a:gd name="connsiteY31" fmla="*/ 87759 h 568526"/>
              <a:gd name="connsiteX32" fmla="*/ 1346911 w 1493811"/>
              <a:gd name="connsiteY32" fmla="*/ 87759 h 568526"/>
              <a:gd name="connsiteX33" fmla="*/ 1407961 w 1493811"/>
              <a:gd name="connsiteY33" fmla="*/ 207951 h 568526"/>
              <a:gd name="connsiteX34" fmla="*/ 1407961 w 1493811"/>
              <a:gd name="connsiteY34" fmla="*/ 360575 h 56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93811" h="568526">
                <a:moveTo>
                  <a:pt x="1346911" y="0"/>
                </a:moveTo>
                <a:lnTo>
                  <a:pt x="43879" y="0"/>
                </a:lnTo>
                <a:cubicBezTo>
                  <a:pt x="19078" y="0"/>
                  <a:pt x="0" y="19078"/>
                  <a:pt x="0" y="43880"/>
                </a:cubicBezTo>
                <a:lnTo>
                  <a:pt x="0" y="524647"/>
                </a:lnTo>
                <a:cubicBezTo>
                  <a:pt x="0" y="536093"/>
                  <a:pt x="3816" y="547540"/>
                  <a:pt x="13355" y="555172"/>
                </a:cubicBezTo>
                <a:cubicBezTo>
                  <a:pt x="20986" y="562803"/>
                  <a:pt x="32433" y="568526"/>
                  <a:pt x="43879" y="568526"/>
                </a:cubicBezTo>
                <a:lnTo>
                  <a:pt x="1346911" y="568526"/>
                </a:lnTo>
                <a:cubicBezTo>
                  <a:pt x="1428947" y="568526"/>
                  <a:pt x="1493812" y="476951"/>
                  <a:pt x="1493812" y="360575"/>
                </a:cubicBezTo>
                <a:lnTo>
                  <a:pt x="1493812" y="207951"/>
                </a:lnTo>
                <a:cubicBezTo>
                  <a:pt x="1493812" y="91575"/>
                  <a:pt x="1428947" y="0"/>
                  <a:pt x="1346911" y="0"/>
                </a:cubicBezTo>
                <a:close/>
                <a:moveTo>
                  <a:pt x="1066464" y="87759"/>
                </a:moveTo>
                <a:cubicBezTo>
                  <a:pt x="1095081" y="87759"/>
                  <a:pt x="1127513" y="139270"/>
                  <a:pt x="1127513" y="207951"/>
                </a:cubicBezTo>
                <a:lnTo>
                  <a:pt x="1127513" y="360575"/>
                </a:lnTo>
                <a:cubicBezTo>
                  <a:pt x="1127513" y="427349"/>
                  <a:pt x="1095081" y="480767"/>
                  <a:pt x="1066464" y="480767"/>
                </a:cubicBezTo>
                <a:lnTo>
                  <a:pt x="908116" y="480767"/>
                </a:lnTo>
                <a:cubicBezTo>
                  <a:pt x="925286" y="446426"/>
                  <a:pt x="934825" y="406363"/>
                  <a:pt x="934825" y="360575"/>
                </a:cubicBezTo>
                <a:lnTo>
                  <a:pt x="934825" y="207951"/>
                </a:lnTo>
                <a:cubicBezTo>
                  <a:pt x="934825" y="162163"/>
                  <a:pt x="925286" y="122100"/>
                  <a:pt x="908116" y="87759"/>
                </a:cubicBezTo>
                <a:lnTo>
                  <a:pt x="1066464" y="87759"/>
                </a:lnTo>
                <a:close/>
                <a:moveTo>
                  <a:pt x="87759" y="87759"/>
                </a:moveTo>
                <a:lnTo>
                  <a:pt x="787924" y="87759"/>
                </a:lnTo>
                <a:cubicBezTo>
                  <a:pt x="816541" y="87759"/>
                  <a:pt x="847066" y="139270"/>
                  <a:pt x="847066" y="207951"/>
                </a:cubicBezTo>
                <a:lnTo>
                  <a:pt x="847066" y="360575"/>
                </a:lnTo>
                <a:cubicBezTo>
                  <a:pt x="847066" y="427349"/>
                  <a:pt x="814633" y="480767"/>
                  <a:pt x="787924" y="480767"/>
                </a:cubicBezTo>
                <a:lnTo>
                  <a:pt x="87759" y="480767"/>
                </a:lnTo>
                <a:lnTo>
                  <a:pt x="87759" y="87759"/>
                </a:lnTo>
                <a:close/>
                <a:moveTo>
                  <a:pt x="1407961" y="360575"/>
                </a:moveTo>
                <a:cubicBezTo>
                  <a:pt x="1407961" y="427349"/>
                  <a:pt x="1375528" y="480767"/>
                  <a:pt x="1346911" y="480767"/>
                </a:cubicBezTo>
                <a:lnTo>
                  <a:pt x="1188563" y="480767"/>
                </a:lnTo>
                <a:cubicBezTo>
                  <a:pt x="1205733" y="446426"/>
                  <a:pt x="1215272" y="406363"/>
                  <a:pt x="1215272" y="360575"/>
                </a:cubicBezTo>
                <a:lnTo>
                  <a:pt x="1215272" y="207951"/>
                </a:lnTo>
                <a:cubicBezTo>
                  <a:pt x="1215272" y="162163"/>
                  <a:pt x="1205733" y="122100"/>
                  <a:pt x="1188563" y="87759"/>
                </a:cubicBezTo>
                <a:lnTo>
                  <a:pt x="1346911" y="87759"/>
                </a:lnTo>
                <a:cubicBezTo>
                  <a:pt x="1375528" y="87759"/>
                  <a:pt x="1407961" y="139270"/>
                  <a:pt x="1407961" y="207951"/>
                </a:cubicBezTo>
                <a:lnTo>
                  <a:pt x="1407961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D21CB0E9-B92C-3A4A-B769-17DA7A04C7AC}"/>
              </a:ext>
            </a:extLst>
          </p:cNvPr>
          <p:cNvSpPr/>
          <p:nvPr/>
        </p:nvSpPr>
        <p:spPr>
          <a:xfrm>
            <a:off x="1354003" y="3983734"/>
            <a:ext cx="1041214" cy="570433"/>
          </a:xfrm>
          <a:custGeom>
            <a:avLst/>
            <a:gdLst>
              <a:gd name="connsiteX0" fmla="*/ 894314 w 1041214"/>
              <a:gd name="connsiteY0" fmla="*/ 0 h 570433"/>
              <a:gd name="connsiteX1" fmla="*/ 45340 w 1041214"/>
              <a:gd name="connsiteY1" fmla="*/ 0 h 570433"/>
              <a:gd name="connsiteX2" fmla="*/ 7184 w 1041214"/>
              <a:gd name="connsiteY2" fmla="*/ 22894 h 570433"/>
              <a:gd name="connsiteX3" fmla="*/ 7184 w 1041214"/>
              <a:gd name="connsiteY3" fmla="*/ 66773 h 570433"/>
              <a:gd name="connsiteX4" fmla="*/ 7184 w 1041214"/>
              <a:gd name="connsiteY4" fmla="*/ 501753 h 570433"/>
              <a:gd name="connsiteX5" fmla="*/ 20539 w 1041214"/>
              <a:gd name="connsiteY5" fmla="*/ 562803 h 570433"/>
              <a:gd name="connsiteX6" fmla="*/ 43432 w 1041214"/>
              <a:gd name="connsiteY6" fmla="*/ 570434 h 570433"/>
              <a:gd name="connsiteX7" fmla="*/ 894314 w 1041214"/>
              <a:gd name="connsiteY7" fmla="*/ 570434 h 570433"/>
              <a:gd name="connsiteX8" fmla="*/ 1041215 w 1041214"/>
              <a:gd name="connsiteY8" fmla="*/ 362483 h 570433"/>
              <a:gd name="connsiteX9" fmla="*/ 1041215 w 1041214"/>
              <a:gd name="connsiteY9" fmla="*/ 209859 h 570433"/>
              <a:gd name="connsiteX10" fmla="*/ 894314 w 1041214"/>
              <a:gd name="connsiteY10" fmla="*/ 1908 h 570433"/>
              <a:gd name="connsiteX11" fmla="*/ 955364 w 1041214"/>
              <a:gd name="connsiteY11" fmla="*/ 360575 h 570433"/>
              <a:gd name="connsiteX12" fmla="*/ 894314 w 1041214"/>
              <a:gd name="connsiteY12" fmla="*/ 480767 h 570433"/>
              <a:gd name="connsiteX13" fmla="*/ 115929 w 1041214"/>
              <a:gd name="connsiteY13" fmla="*/ 480767 h 570433"/>
              <a:gd name="connsiteX14" fmla="*/ 150269 w 1041214"/>
              <a:gd name="connsiteY14" fmla="*/ 328143 h 570433"/>
              <a:gd name="connsiteX15" fmla="*/ 774122 w 1041214"/>
              <a:gd name="connsiteY15" fmla="*/ 328143 h 570433"/>
              <a:gd name="connsiteX16" fmla="*/ 818002 w 1041214"/>
              <a:gd name="connsiteY16" fmla="*/ 284263 h 570433"/>
              <a:gd name="connsiteX17" fmla="*/ 774122 w 1041214"/>
              <a:gd name="connsiteY17" fmla="*/ 240384 h 570433"/>
              <a:gd name="connsiteX18" fmla="*/ 150269 w 1041214"/>
              <a:gd name="connsiteY18" fmla="*/ 240384 h 570433"/>
              <a:gd name="connsiteX19" fmla="*/ 115929 w 1041214"/>
              <a:gd name="connsiteY19" fmla="*/ 87759 h 570433"/>
              <a:gd name="connsiteX20" fmla="*/ 894314 w 1041214"/>
              <a:gd name="connsiteY20" fmla="*/ 87759 h 570433"/>
              <a:gd name="connsiteX21" fmla="*/ 955364 w 1041214"/>
              <a:gd name="connsiteY21" fmla="*/ 207951 h 570433"/>
              <a:gd name="connsiteX22" fmla="*/ 955364 w 1041214"/>
              <a:gd name="connsiteY22" fmla="*/ 360575 h 57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41214" h="570433">
                <a:moveTo>
                  <a:pt x="894314" y="0"/>
                </a:moveTo>
                <a:lnTo>
                  <a:pt x="45340" y="0"/>
                </a:lnTo>
                <a:cubicBezTo>
                  <a:pt x="30078" y="0"/>
                  <a:pt x="14815" y="9539"/>
                  <a:pt x="7184" y="22894"/>
                </a:cubicBezTo>
                <a:cubicBezTo>
                  <a:pt x="-447" y="36248"/>
                  <a:pt x="-447" y="53419"/>
                  <a:pt x="7184" y="66773"/>
                </a:cubicBezTo>
                <a:cubicBezTo>
                  <a:pt x="81588" y="185057"/>
                  <a:pt x="81588" y="383469"/>
                  <a:pt x="7184" y="501753"/>
                </a:cubicBezTo>
                <a:cubicBezTo>
                  <a:pt x="-6171" y="522739"/>
                  <a:pt x="-447" y="549448"/>
                  <a:pt x="20539" y="562803"/>
                </a:cubicBezTo>
                <a:cubicBezTo>
                  <a:pt x="28170" y="566618"/>
                  <a:pt x="35801" y="570434"/>
                  <a:pt x="43432" y="570434"/>
                </a:cubicBezTo>
                <a:lnTo>
                  <a:pt x="894314" y="570434"/>
                </a:lnTo>
                <a:cubicBezTo>
                  <a:pt x="976349" y="570434"/>
                  <a:pt x="1041215" y="478859"/>
                  <a:pt x="1041215" y="362483"/>
                </a:cubicBezTo>
                <a:lnTo>
                  <a:pt x="1041215" y="209859"/>
                </a:lnTo>
                <a:cubicBezTo>
                  <a:pt x="1041215" y="93483"/>
                  <a:pt x="976349" y="1908"/>
                  <a:pt x="894314" y="1908"/>
                </a:cubicBezTo>
                <a:close/>
                <a:moveTo>
                  <a:pt x="955364" y="360575"/>
                </a:moveTo>
                <a:cubicBezTo>
                  <a:pt x="955364" y="427349"/>
                  <a:pt x="922931" y="480767"/>
                  <a:pt x="894314" y="480767"/>
                </a:cubicBezTo>
                <a:lnTo>
                  <a:pt x="115929" y="480767"/>
                </a:lnTo>
                <a:cubicBezTo>
                  <a:pt x="135007" y="433072"/>
                  <a:pt x="146454" y="381561"/>
                  <a:pt x="150269" y="328143"/>
                </a:cubicBezTo>
                <a:lnTo>
                  <a:pt x="774122" y="328143"/>
                </a:lnTo>
                <a:cubicBezTo>
                  <a:pt x="798923" y="328143"/>
                  <a:pt x="818002" y="309065"/>
                  <a:pt x="818002" y="284263"/>
                </a:cubicBezTo>
                <a:cubicBezTo>
                  <a:pt x="818002" y="259462"/>
                  <a:pt x="798923" y="240384"/>
                  <a:pt x="774122" y="240384"/>
                </a:cubicBezTo>
                <a:lnTo>
                  <a:pt x="150269" y="240384"/>
                </a:lnTo>
                <a:cubicBezTo>
                  <a:pt x="146454" y="186965"/>
                  <a:pt x="135007" y="135454"/>
                  <a:pt x="115929" y="87759"/>
                </a:cubicBezTo>
                <a:lnTo>
                  <a:pt x="894314" y="87759"/>
                </a:lnTo>
                <a:cubicBezTo>
                  <a:pt x="922931" y="87759"/>
                  <a:pt x="955364" y="139270"/>
                  <a:pt x="955364" y="207951"/>
                </a:cubicBezTo>
                <a:lnTo>
                  <a:pt x="955364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7D4F3068-400A-1AAD-3A7E-E85AD3AB46A7}"/>
              </a:ext>
            </a:extLst>
          </p:cNvPr>
          <p:cNvSpPr/>
          <p:nvPr/>
        </p:nvSpPr>
        <p:spPr>
          <a:xfrm>
            <a:off x="1542647" y="2860037"/>
            <a:ext cx="1764575" cy="1213364"/>
          </a:xfrm>
          <a:custGeom>
            <a:avLst/>
            <a:gdLst>
              <a:gd name="connsiteX0" fmla="*/ 1665296 w 1764575"/>
              <a:gd name="connsiteY0" fmla="*/ 927194 h 1213364"/>
              <a:gd name="connsiteX1" fmla="*/ 1751147 w 1764575"/>
              <a:gd name="connsiteY1" fmla="*/ 717335 h 1213364"/>
              <a:gd name="connsiteX2" fmla="*/ 1751147 w 1764575"/>
              <a:gd name="connsiteY2" fmla="*/ 656285 h 1213364"/>
              <a:gd name="connsiteX3" fmla="*/ 1720622 w 1764575"/>
              <a:gd name="connsiteY3" fmla="*/ 642930 h 1213364"/>
              <a:gd name="connsiteX4" fmla="*/ 1505040 w 1764575"/>
              <a:gd name="connsiteY4" fmla="*/ 642930 h 1213364"/>
              <a:gd name="connsiteX5" fmla="*/ 1505040 w 1764575"/>
              <a:gd name="connsiteY5" fmla="*/ 43880 h 1213364"/>
              <a:gd name="connsiteX6" fmla="*/ 1461161 w 1764575"/>
              <a:gd name="connsiteY6" fmla="*/ 0 h 1213364"/>
              <a:gd name="connsiteX7" fmla="*/ 264966 w 1764575"/>
              <a:gd name="connsiteY7" fmla="*/ 0 h 1213364"/>
              <a:gd name="connsiteX8" fmla="*/ 13136 w 1764575"/>
              <a:gd name="connsiteY8" fmla="*/ 13355 h 1213364"/>
              <a:gd name="connsiteX9" fmla="*/ 7413 w 1764575"/>
              <a:gd name="connsiteY9" fmla="*/ 68681 h 1213364"/>
              <a:gd name="connsiteX10" fmla="*/ 7413 w 1764575"/>
              <a:gd name="connsiteY10" fmla="*/ 662009 h 1213364"/>
              <a:gd name="connsiteX11" fmla="*/ 5505 w 1764575"/>
              <a:gd name="connsiteY11" fmla="*/ 707796 h 1213364"/>
              <a:gd name="connsiteX12" fmla="*/ 43661 w 1764575"/>
              <a:gd name="connsiteY12" fmla="*/ 730690 h 1213364"/>
              <a:gd name="connsiteX13" fmla="*/ 215363 w 1764575"/>
              <a:gd name="connsiteY13" fmla="*/ 730690 h 1213364"/>
              <a:gd name="connsiteX14" fmla="*/ 177207 w 1764575"/>
              <a:gd name="connsiteY14" fmla="*/ 850881 h 1213364"/>
              <a:gd name="connsiteX15" fmla="*/ 177207 w 1764575"/>
              <a:gd name="connsiteY15" fmla="*/ 1005414 h 1213364"/>
              <a:gd name="connsiteX16" fmla="*/ 385158 w 1764575"/>
              <a:gd name="connsiteY16" fmla="*/ 1213364 h 1213364"/>
              <a:gd name="connsiteX17" fmla="*/ 1720622 w 1764575"/>
              <a:gd name="connsiteY17" fmla="*/ 1213364 h 1213364"/>
              <a:gd name="connsiteX18" fmla="*/ 1760686 w 1764575"/>
              <a:gd name="connsiteY18" fmla="*/ 1186655 h 1213364"/>
              <a:gd name="connsiteX19" fmla="*/ 1751147 w 1764575"/>
              <a:gd name="connsiteY19" fmla="*/ 1138960 h 1213364"/>
              <a:gd name="connsiteX20" fmla="*/ 1665296 w 1764575"/>
              <a:gd name="connsiteY20" fmla="*/ 929101 h 1213364"/>
              <a:gd name="connsiteX21" fmla="*/ 160037 w 1764575"/>
              <a:gd name="connsiteY21" fmla="*/ 518923 h 1213364"/>
              <a:gd name="connsiteX22" fmla="*/ 1266565 w 1764575"/>
              <a:gd name="connsiteY22" fmla="*/ 518923 h 1213364"/>
              <a:gd name="connsiteX23" fmla="*/ 1310444 w 1764575"/>
              <a:gd name="connsiteY23" fmla="*/ 475044 h 1213364"/>
              <a:gd name="connsiteX24" fmla="*/ 1266565 w 1764575"/>
              <a:gd name="connsiteY24" fmla="*/ 431164 h 1213364"/>
              <a:gd name="connsiteX25" fmla="*/ 173392 w 1764575"/>
              <a:gd name="connsiteY25" fmla="*/ 431164 h 1213364"/>
              <a:gd name="connsiteX26" fmla="*/ 173392 w 1764575"/>
              <a:gd name="connsiteY26" fmla="*/ 299525 h 1213364"/>
              <a:gd name="connsiteX27" fmla="*/ 1266565 w 1764575"/>
              <a:gd name="connsiteY27" fmla="*/ 299525 h 1213364"/>
              <a:gd name="connsiteX28" fmla="*/ 1310444 w 1764575"/>
              <a:gd name="connsiteY28" fmla="*/ 255646 h 1213364"/>
              <a:gd name="connsiteX29" fmla="*/ 1266565 w 1764575"/>
              <a:gd name="connsiteY29" fmla="*/ 211766 h 1213364"/>
              <a:gd name="connsiteX30" fmla="*/ 160037 w 1764575"/>
              <a:gd name="connsiteY30" fmla="*/ 211766 h 1213364"/>
              <a:gd name="connsiteX31" fmla="*/ 118065 w 1764575"/>
              <a:gd name="connsiteY31" fmla="*/ 87759 h 1213364"/>
              <a:gd name="connsiteX32" fmla="*/ 1417281 w 1764575"/>
              <a:gd name="connsiteY32" fmla="*/ 87759 h 1213364"/>
              <a:gd name="connsiteX33" fmla="*/ 1417281 w 1764575"/>
              <a:gd name="connsiteY33" fmla="*/ 642930 h 1213364"/>
              <a:gd name="connsiteX34" fmla="*/ 118065 w 1764575"/>
              <a:gd name="connsiteY34" fmla="*/ 642930 h 1213364"/>
              <a:gd name="connsiteX35" fmla="*/ 160037 w 1764575"/>
              <a:gd name="connsiteY35" fmla="*/ 518923 h 1213364"/>
              <a:gd name="connsiteX36" fmla="*/ 385158 w 1764575"/>
              <a:gd name="connsiteY36" fmla="*/ 1123698 h 1213364"/>
              <a:gd name="connsiteX37" fmla="*/ 264966 w 1764575"/>
              <a:gd name="connsiteY37" fmla="*/ 1003506 h 1213364"/>
              <a:gd name="connsiteX38" fmla="*/ 264966 w 1764575"/>
              <a:gd name="connsiteY38" fmla="*/ 848973 h 1213364"/>
              <a:gd name="connsiteX39" fmla="*/ 385158 w 1764575"/>
              <a:gd name="connsiteY39" fmla="*/ 728782 h 1213364"/>
              <a:gd name="connsiteX40" fmla="*/ 1632863 w 1764575"/>
              <a:gd name="connsiteY40" fmla="*/ 728782 h 1213364"/>
              <a:gd name="connsiteX41" fmla="*/ 1581353 w 1764575"/>
              <a:gd name="connsiteY41" fmla="*/ 881406 h 1213364"/>
              <a:gd name="connsiteX42" fmla="*/ 484364 w 1764575"/>
              <a:gd name="connsiteY42" fmla="*/ 881406 h 1213364"/>
              <a:gd name="connsiteX43" fmla="*/ 440485 w 1764575"/>
              <a:gd name="connsiteY43" fmla="*/ 925286 h 1213364"/>
              <a:gd name="connsiteX44" fmla="*/ 484364 w 1764575"/>
              <a:gd name="connsiteY44" fmla="*/ 969165 h 1213364"/>
              <a:gd name="connsiteX45" fmla="*/ 1579445 w 1764575"/>
              <a:gd name="connsiteY45" fmla="*/ 969165 h 1213364"/>
              <a:gd name="connsiteX46" fmla="*/ 1630955 w 1764575"/>
              <a:gd name="connsiteY46" fmla="*/ 1121790 h 1213364"/>
              <a:gd name="connsiteX47" fmla="*/ 385158 w 1764575"/>
              <a:gd name="connsiteY47" fmla="*/ 1121790 h 121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764575" h="1213364">
                <a:moveTo>
                  <a:pt x="1665296" y="927194"/>
                </a:moveTo>
                <a:cubicBezTo>
                  <a:pt x="1665296" y="847066"/>
                  <a:pt x="1695821" y="774569"/>
                  <a:pt x="1751147" y="717335"/>
                </a:cubicBezTo>
                <a:cubicBezTo>
                  <a:pt x="1768318" y="700165"/>
                  <a:pt x="1768318" y="673455"/>
                  <a:pt x="1751147" y="656285"/>
                </a:cubicBezTo>
                <a:cubicBezTo>
                  <a:pt x="1743516" y="646746"/>
                  <a:pt x="1732069" y="642930"/>
                  <a:pt x="1720622" y="642930"/>
                </a:cubicBezTo>
                <a:lnTo>
                  <a:pt x="1505040" y="642930"/>
                </a:lnTo>
                <a:lnTo>
                  <a:pt x="1505040" y="43880"/>
                </a:lnTo>
                <a:cubicBezTo>
                  <a:pt x="1505040" y="19078"/>
                  <a:pt x="1485962" y="0"/>
                  <a:pt x="1461161" y="0"/>
                </a:cubicBezTo>
                <a:lnTo>
                  <a:pt x="264966" y="0"/>
                </a:lnTo>
                <a:cubicBezTo>
                  <a:pt x="105983" y="0"/>
                  <a:pt x="22040" y="4452"/>
                  <a:pt x="13136" y="13355"/>
                </a:cubicBezTo>
                <a:cubicBezTo>
                  <a:pt x="-2126" y="28617"/>
                  <a:pt x="-4034" y="51511"/>
                  <a:pt x="7413" y="68681"/>
                </a:cubicBezTo>
                <a:cubicBezTo>
                  <a:pt x="116158" y="232752"/>
                  <a:pt x="116158" y="497937"/>
                  <a:pt x="7413" y="662009"/>
                </a:cubicBezTo>
                <a:cubicBezTo>
                  <a:pt x="-2126" y="675363"/>
                  <a:pt x="-2126" y="692533"/>
                  <a:pt x="5505" y="707796"/>
                </a:cubicBezTo>
                <a:cubicBezTo>
                  <a:pt x="13136" y="721151"/>
                  <a:pt x="28399" y="730690"/>
                  <a:pt x="43661" y="730690"/>
                </a:cubicBezTo>
                <a:lnTo>
                  <a:pt x="215363" y="730690"/>
                </a:lnTo>
                <a:cubicBezTo>
                  <a:pt x="190562" y="765030"/>
                  <a:pt x="177207" y="805094"/>
                  <a:pt x="177207" y="850881"/>
                </a:cubicBezTo>
                <a:lnTo>
                  <a:pt x="177207" y="1005414"/>
                </a:lnTo>
                <a:cubicBezTo>
                  <a:pt x="177207" y="1119882"/>
                  <a:pt x="270690" y="1213364"/>
                  <a:pt x="385158" y="1213364"/>
                </a:cubicBezTo>
                <a:lnTo>
                  <a:pt x="1720622" y="1213364"/>
                </a:lnTo>
                <a:cubicBezTo>
                  <a:pt x="1737793" y="1213364"/>
                  <a:pt x="1754963" y="1203825"/>
                  <a:pt x="1760686" y="1186655"/>
                </a:cubicBezTo>
                <a:cubicBezTo>
                  <a:pt x="1768318" y="1169485"/>
                  <a:pt x="1764502" y="1152315"/>
                  <a:pt x="1751147" y="1138960"/>
                </a:cubicBezTo>
                <a:cubicBezTo>
                  <a:pt x="1695821" y="1083634"/>
                  <a:pt x="1665296" y="1009229"/>
                  <a:pt x="1665296" y="929101"/>
                </a:cubicBezTo>
                <a:close/>
                <a:moveTo>
                  <a:pt x="160037" y="518923"/>
                </a:moveTo>
                <a:lnTo>
                  <a:pt x="1266565" y="518923"/>
                </a:lnTo>
                <a:cubicBezTo>
                  <a:pt x="1291366" y="518923"/>
                  <a:pt x="1310444" y="499845"/>
                  <a:pt x="1310444" y="475044"/>
                </a:cubicBezTo>
                <a:cubicBezTo>
                  <a:pt x="1310444" y="450242"/>
                  <a:pt x="1291366" y="431164"/>
                  <a:pt x="1266565" y="431164"/>
                </a:cubicBezTo>
                <a:lnTo>
                  <a:pt x="173392" y="431164"/>
                </a:lnTo>
                <a:cubicBezTo>
                  <a:pt x="177207" y="387285"/>
                  <a:pt x="177207" y="343405"/>
                  <a:pt x="173392" y="299525"/>
                </a:cubicBezTo>
                <a:lnTo>
                  <a:pt x="1266565" y="299525"/>
                </a:lnTo>
                <a:cubicBezTo>
                  <a:pt x="1291366" y="299525"/>
                  <a:pt x="1310444" y="280447"/>
                  <a:pt x="1310444" y="255646"/>
                </a:cubicBezTo>
                <a:cubicBezTo>
                  <a:pt x="1310444" y="230844"/>
                  <a:pt x="1291366" y="211766"/>
                  <a:pt x="1266565" y="211766"/>
                </a:cubicBezTo>
                <a:lnTo>
                  <a:pt x="160037" y="211766"/>
                </a:lnTo>
                <a:cubicBezTo>
                  <a:pt x="150498" y="167887"/>
                  <a:pt x="137143" y="125915"/>
                  <a:pt x="118065" y="87759"/>
                </a:cubicBezTo>
                <a:lnTo>
                  <a:pt x="1417281" y="87759"/>
                </a:lnTo>
                <a:lnTo>
                  <a:pt x="1417281" y="642930"/>
                </a:lnTo>
                <a:lnTo>
                  <a:pt x="118065" y="642930"/>
                </a:lnTo>
                <a:cubicBezTo>
                  <a:pt x="135236" y="604774"/>
                  <a:pt x="150498" y="562803"/>
                  <a:pt x="160037" y="518923"/>
                </a:cubicBezTo>
                <a:close/>
                <a:moveTo>
                  <a:pt x="385158" y="1123698"/>
                </a:moveTo>
                <a:cubicBezTo>
                  <a:pt x="318385" y="1123698"/>
                  <a:pt x="264966" y="1070279"/>
                  <a:pt x="264966" y="1003506"/>
                </a:cubicBezTo>
                <a:lnTo>
                  <a:pt x="264966" y="848973"/>
                </a:lnTo>
                <a:cubicBezTo>
                  <a:pt x="264966" y="782200"/>
                  <a:pt x="318385" y="728782"/>
                  <a:pt x="385158" y="728782"/>
                </a:cubicBezTo>
                <a:lnTo>
                  <a:pt x="1632863" y="728782"/>
                </a:lnTo>
                <a:cubicBezTo>
                  <a:pt x="1604246" y="774569"/>
                  <a:pt x="1587076" y="827988"/>
                  <a:pt x="1581353" y="881406"/>
                </a:cubicBezTo>
                <a:lnTo>
                  <a:pt x="484364" y="881406"/>
                </a:lnTo>
                <a:cubicBezTo>
                  <a:pt x="459563" y="881406"/>
                  <a:pt x="440485" y="900484"/>
                  <a:pt x="440485" y="925286"/>
                </a:cubicBezTo>
                <a:cubicBezTo>
                  <a:pt x="440485" y="950087"/>
                  <a:pt x="459563" y="969165"/>
                  <a:pt x="484364" y="969165"/>
                </a:cubicBezTo>
                <a:lnTo>
                  <a:pt x="1579445" y="969165"/>
                </a:lnTo>
                <a:cubicBezTo>
                  <a:pt x="1585168" y="1024492"/>
                  <a:pt x="1602338" y="1076002"/>
                  <a:pt x="1630955" y="1121790"/>
                </a:cubicBezTo>
                <a:lnTo>
                  <a:pt x="385158" y="1121790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C604BF-27CC-0AB6-ED8F-4C46731ADF22}"/>
              </a:ext>
            </a:extLst>
          </p:cNvPr>
          <p:cNvSpPr txBox="1"/>
          <p:nvPr/>
        </p:nvSpPr>
        <p:spPr>
          <a:xfrm>
            <a:off x="4009525" y="2673555"/>
            <a:ext cx="4159290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2000" err="1">
                <a:solidFill>
                  <a:schemeClr val="bg1"/>
                </a:solidFill>
              </a:rPr>
              <a:t>Nañez</a:t>
            </a:r>
            <a:r>
              <a:rPr lang="es-MX" sz="2000">
                <a:solidFill>
                  <a:schemeClr val="bg1"/>
                </a:solidFill>
              </a:rPr>
              <a:t> Alonso, S. L., &amp; </a:t>
            </a:r>
            <a:r>
              <a:rPr lang="es-MX" sz="2000" err="1">
                <a:solidFill>
                  <a:schemeClr val="bg1"/>
                </a:solidFill>
              </a:rPr>
              <a:t>Reier</a:t>
            </a:r>
            <a:r>
              <a:rPr lang="es-MX" sz="2000">
                <a:solidFill>
                  <a:schemeClr val="bg1"/>
                </a:solidFill>
              </a:rPr>
              <a:t> </a:t>
            </a:r>
            <a:r>
              <a:rPr lang="es-MX" sz="2000" err="1">
                <a:solidFill>
                  <a:schemeClr val="bg1"/>
                </a:solidFill>
              </a:rPr>
              <a:t>Forradellas</a:t>
            </a:r>
            <a:r>
              <a:rPr lang="es-MX" sz="2000">
                <a:solidFill>
                  <a:schemeClr val="bg1"/>
                </a:solidFill>
              </a:rPr>
              <a:t>, R. F. (2025). Transformación digital y negocios inteligentes: La era de la</a:t>
            </a:r>
          </a:p>
          <a:p>
            <a:pPr algn="just"/>
            <a:r>
              <a:rPr lang="es-MX" sz="2000">
                <a:solidFill>
                  <a:schemeClr val="bg1"/>
                </a:solidFill>
              </a:rPr>
              <a:t>inteligencia artificial. Dykinson.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D7F5F4-A574-CA23-2CDF-5BDAAF16B18E}"/>
              </a:ext>
            </a:extLst>
          </p:cNvPr>
          <p:cNvSpPr/>
          <p:nvPr/>
        </p:nvSpPr>
        <p:spPr>
          <a:xfrm>
            <a:off x="1446049" y="184224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E4696E-CA28-96BB-4B35-22F4027C4739}"/>
              </a:ext>
            </a:extLst>
          </p:cNvPr>
          <p:cNvSpPr txBox="1"/>
          <p:nvPr/>
        </p:nvSpPr>
        <p:spPr>
          <a:xfrm>
            <a:off x="1355464" y="1193601"/>
            <a:ext cx="7411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s-AR" sz="3600" b="1">
                <a:solidFill>
                  <a:schemeClr val="bg1"/>
                </a:solidFill>
              </a:rPr>
              <a:t>Bibliografía </a:t>
            </a:r>
            <a:r>
              <a:rPr lang="es-AR" sz="3600">
                <a:solidFill>
                  <a:schemeClr val="bg1"/>
                </a:solidFill>
              </a:rPr>
              <a:t>utilizada para este recurso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C11561-5277-DDC7-0B64-90992CBE1AA7}"/>
              </a:ext>
            </a:extLst>
          </p:cNvPr>
          <p:cNvSpPr/>
          <p:nvPr/>
        </p:nvSpPr>
        <p:spPr>
          <a:xfrm>
            <a:off x="6465665" y="559716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9819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>
                <a:solidFill>
                  <a:schemeClr val="bg1"/>
                </a:solidFill>
                <a:effectLst/>
              </a:rPr>
              <a:t>¡Muchas gracias!</a:t>
            </a:r>
            <a:r>
              <a:rPr lang="es-AR" sz="6600" b="0" i="0">
                <a:solidFill>
                  <a:schemeClr val="bg1"/>
                </a:solidFill>
                <a:effectLst/>
              </a:rPr>
              <a:t>​</a:t>
            </a:r>
            <a:endParaRPr lang="es-AR" sz="6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64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RT - PPT">
      <a:dk1>
        <a:srgbClr val="494847"/>
      </a:dk1>
      <a:lt1>
        <a:srgbClr val="FFFFFF"/>
      </a:lt1>
      <a:dk2>
        <a:srgbClr val="62A730"/>
      </a:dk2>
      <a:lt2>
        <a:srgbClr val="0E1B2B"/>
      </a:lt2>
      <a:accent1>
        <a:srgbClr val="04A4CA"/>
      </a:accent1>
      <a:accent2>
        <a:srgbClr val="9F79AE"/>
      </a:accent2>
      <a:accent3>
        <a:srgbClr val="CC122B"/>
      </a:accent3>
      <a:accent4>
        <a:srgbClr val="E96920"/>
      </a:accent4>
      <a:accent5>
        <a:srgbClr val="F1A20D"/>
      </a:accent5>
      <a:accent6>
        <a:srgbClr val="FFFFFF"/>
      </a:accent6>
      <a:hlink>
        <a:srgbClr val="C9122A"/>
      </a:hlink>
      <a:folHlink>
        <a:srgbClr val="494A49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F098A7DE-A46E-344A-A14C-BAD293D7C40B}"/>
    </a:ext>
  </a:extLst>
</a:theme>
</file>

<file path=ppt/theme/theme2.xml><?xml version="1.0" encoding="utf-8"?>
<a:theme xmlns:a="http://schemas.openxmlformats.org/drawingml/2006/main" name="1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1BB692B7-E3C2-4F4B-AB4D-F7A92AB8677F}"/>
    </a:ext>
  </a:extLst>
</a:theme>
</file>

<file path=ppt/theme/theme3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9B9474BEF22F47BAE5D86E57E44D93" ma:contentTypeVersion="7" ma:contentTypeDescription="Crear nuevo documento." ma:contentTypeScope="" ma:versionID="99c3e8c60ec31a6dc59e1e32d3fb19f4">
  <xsd:schema xmlns:xsd="http://www.w3.org/2001/XMLSchema" xmlns:xs="http://www.w3.org/2001/XMLSchema" xmlns:p="http://schemas.microsoft.com/office/2006/metadata/properties" xmlns:ns2="60bc6ba5-2bdc-4a59-89fa-f2f7f634d055" targetNamespace="http://schemas.microsoft.com/office/2006/metadata/properties" ma:root="true" ma:fieldsID="f2293d8dde8a3b0f7894d6a5fa6650df" ns2:_="">
    <xsd:import namespace="60bc6ba5-2bdc-4a59-89fa-f2f7f634d0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bc6ba5-2bdc-4a59-89fa-f2f7f634d0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1803CA-FEBB-4A0D-BD4D-E9503F1B167C}">
  <ds:schemaRefs>
    <ds:schemaRef ds:uri="232756c5-2869-4da6-aa3d-6ef32daae75e"/>
    <ds:schemaRef ds:uri="b5f0631a-2ac1-434a-9e75-b23938e5739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138D084-BA7E-443E-A554-F8A46FD7CB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C73BF3-492C-4C23-9CE2-A97E68A16BDA}">
  <ds:schemaRefs>
    <ds:schemaRef ds:uri="60bc6ba5-2bdc-4a59-89fa-f2f7f634d05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344979d0-d31d-4c57-8ba0-491aff4acaed}" enabled="0" method="" siteId="{344979d0-d31d-4c57-8ba0-491aff4acae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Application>Microsoft Office PowerPoint</Application>
  <PresentationFormat>Widescreen</PresentationFormat>
  <Slides>38</Slides>
  <Notes>3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Tema de Office</vt:lpstr>
      <vt:lpstr>1_Office Theme</vt:lpstr>
      <vt:lpstr>Faceta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RODRIGUEZ SOFIA MERCEDES</dc:creator>
  <cp:revision>1</cp:revision>
  <dcterms:created xsi:type="dcterms:W3CDTF">2022-08-30T18:57:15Z</dcterms:created>
  <dcterms:modified xsi:type="dcterms:W3CDTF">2026-08-10T21:50:19Z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0x010100019B9474BEF22F47BAE5D86E57E44D93</vt:lpwstr>
  </property>
  <property fmtid="{D5CDD505-2E9C-101B-9397-08002B2CF9AE}" pid="3" name="MediaServiceImageTags">
    <vt:lpwstr/>
  </property>
</Properties>
</file>