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5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6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4"/>
    <p:sldMasterId id="2147483720" r:id="rId5"/>
    <p:sldMasterId id="2147483660" r:id="rId6"/>
  </p:sldMasterIdLst>
  <p:notesMasterIdLst>
    <p:notesMasterId r:id="rId19"/>
  </p:notesMasterIdLst>
  <p:handoutMasterIdLst>
    <p:handoutMasterId r:id="rId20"/>
  </p:handoutMasterIdLst>
  <p:sldIdLst>
    <p:sldId id="344" r:id="rId7"/>
    <p:sldId id="346" r:id="rId8"/>
    <p:sldId id="258" r:id="rId9"/>
    <p:sldId id="326" r:id="rId10"/>
    <p:sldId id="385" r:id="rId11"/>
    <p:sldId id="452" r:id="rId12"/>
    <p:sldId id="453" r:id="rId13"/>
    <p:sldId id="465" r:id="rId14"/>
    <p:sldId id="464" r:id="rId15"/>
    <p:sldId id="422" r:id="rId16"/>
    <p:sldId id="316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62F96D9-971B-6D8E-A80A-74D16742802A}" name="RUIZ MATIAS GABRIEL" initials="RG" userId="S::matruiz@uade.edu.ar::72c12a3b-a710-4b0e-ab01-ac5c42c63442" providerId="AD"/>
  <p188:author id="{DD719EE8-DDFC-16A4-4674-DD58E045D250}" name="ADDESSO CAMILA" initials="CA" userId="S::caddesso@uade.edu.ar::efb615f5-46de-4cfe-a24f-17ca13fe304d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F7F7F"/>
    <a:srgbClr val="CF102D"/>
    <a:srgbClr val="62A72F"/>
    <a:srgbClr val="A57EB2"/>
    <a:srgbClr val="E1E1DF"/>
    <a:srgbClr val="F6A610"/>
    <a:srgbClr val="4C4C4C"/>
    <a:srgbClr val="0EA6CF"/>
    <a:srgbClr val="ED6B20"/>
    <a:srgbClr val="0C1C2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5CC59D1-E74C-425F-AF2B-747F6C894499}" v="2" dt="2026-08-31T21:55:17.89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24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theme" Target="theme/theme1.xml"/><Relationship Id="rId10" Type="http://schemas.openxmlformats.org/officeDocument/2006/relationships/slide" Target="slides/slide4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viewProps" Target="viewProps.xml"/><Relationship Id="rId27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DDESSO CAMILA" userId="efb615f5-46de-4cfe-a24f-17ca13fe304d" providerId="ADAL" clId="{18F6699D-DEFB-49AC-819A-C0B1742DA39D}"/>
    <pc:docChg chg="modSld">
      <pc:chgData name="ADDESSO CAMILA" userId="efb615f5-46de-4cfe-a24f-17ca13fe304d" providerId="ADAL" clId="{18F6699D-DEFB-49AC-819A-C0B1742DA39D}" dt="2025-10-06T12:26:00.560" v="55" actId="1035"/>
      <pc:docMkLst>
        <pc:docMk/>
      </pc:docMkLst>
      <pc:sldChg chg="modSp mod">
        <pc:chgData name="ADDESSO CAMILA" userId="efb615f5-46de-4cfe-a24f-17ca13fe304d" providerId="ADAL" clId="{18F6699D-DEFB-49AC-819A-C0B1742DA39D}" dt="2025-10-06T12:25:08.706" v="1" actId="207"/>
        <pc:sldMkLst>
          <pc:docMk/>
          <pc:sldMk cId="1594981986" sldId="316"/>
        </pc:sldMkLst>
        <pc:spChg chg="mod">
          <ac:chgData name="ADDESSO CAMILA" userId="efb615f5-46de-4cfe-a24f-17ca13fe304d" providerId="ADAL" clId="{18F6699D-DEFB-49AC-819A-C0B1742DA39D}" dt="2025-10-06T12:25:08.706" v="1" actId="207"/>
          <ac:spMkLst>
            <pc:docMk/>
            <pc:sldMk cId="1594981986" sldId="316"/>
            <ac:spMk id="26" creationId="{A4C604BF-27CC-0AB6-ED8F-4C46731ADF22}"/>
          </ac:spMkLst>
        </pc:spChg>
      </pc:sldChg>
      <pc:sldChg chg="modSp mod">
        <pc:chgData name="ADDESSO CAMILA" userId="efb615f5-46de-4cfe-a24f-17ca13fe304d" providerId="ADAL" clId="{18F6699D-DEFB-49AC-819A-C0B1742DA39D}" dt="2025-10-06T12:26:00.560" v="55" actId="1035"/>
        <pc:sldMkLst>
          <pc:docMk/>
          <pc:sldMk cId="2905289349" sldId="424"/>
        </pc:sldMkLst>
        <pc:spChg chg="mod">
          <ac:chgData name="ADDESSO CAMILA" userId="efb615f5-46de-4cfe-a24f-17ca13fe304d" providerId="ADAL" clId="{18F6699D-DEFB-49AC-819A-C0B1742DA39D}" dt="2025-10-06T12:25:48.069" v="39" actId="1036"/>
          <ac:spMkLst>
            <pc:docMk/>
            <pc:sldMk cId="2905289349" sldId="424"/>
            <ac:spMk id="2" creationId="{0F8C1AAA-FC86-4C32-5441-2CA3A5477F5D}"/>
          </ac:spMkLst>
        </pc:spChg>
        <pc:spChg chg="mod">
          <ac:chgData name="ADDESSO CAMILA" userId="efb615f5-46de-4cfe-a24f-17ca13fe304d" providerId="ADAL" clId="{18F6699D-DEFB-49AC-819A-C0B1742DA39D}" dt="2025-10-06T12:25:55.795" v="44" actId="1036"/>
          <ac:spMkLst>
            <pc:docMk/>
            <pc:sldMk cId="2905289349" sldId="424"/>
            <ac:spMk id="3" creationId="{7AFB0DFD-EC4E-4CBE-7682-74FED155901D}"/>
          </ac:spMkLst>
        </pc:spChg>
        <pc:spChg chg="mod">
          <ac:chgData name="ADDESSO CAMILA" userId="efb615f5-46de-4cfe-a24f-17ca13fe304d" providerId="ADAL" clId="{18F6699D-DEFB-49AC-819A-C0B1742DA39D}" dt="2025-10-06T12:25:58.632" v="53" actId="1035"/>
          <ac:spMkLst>
            <pc:docMk/>
            <pc:sldMk cId="2905289349" sldId="424"/>
            <ac:spMk id="25" creationId="{2291CA9D-96EE-9C50-7D18-F4806101C33C}"/>
          </ac:spMkLst>
        </pc:spChg>
        <pc:spChg chg="mod">
          <ac:chgData name="ADDESSO CAMILA" userId="efb615f5-46de-4cfe-a24f-17ca13fe304d" providerId="ADAL" clId="{18F6699D-DEFB-49AC-819A-C0B1742DA39D}" dt="2025-10-06T12:26:00.560" v="55" actId="1035"/>
          <ac:spMkLst>
            <pc:docMk/>
            <pc:sldMk cId="2905289349" sldId="424"/>
            <ac:spMk id="26" creationId="{BAC8143B-50E3-7C18-F9F8-D90CA2ABE25E}"/>
          </ac:spMkLst>
        </pc:spChg>
      </pc:sldChg>
    </pc:docChg>
  </pc:docChgLst>
  <pc:docChgLst>
    <pc:chgData name="RUIZ MATIAS GABRIEL" userId="S::matruiz@uade.edu.ar::72c12a3b-a710-4b0e-ab01-ac5c42c63442" providerId="AD" clId="Web-{D7D0A950-B310-0D0D-9649-60F20031FD0A}"/>
    <pc:docChg chg="modSld">
      <pc:chgData name="RUIZ MATIAS GABRIEL" userId="S::matruiz@uade.edu.ar::72c12a3b-a710-4b0e-ab01-ac5c42c63442" providerId="AD" clId="Web-{D7D0A950-B310-0D0D-9649-60F20031FD0A}" dt="2025-10-01T18:47:30.793" v="21" actId="1076"/>
      <pc:docMkLst>
        <pc:docMk/>
      </pc:docMkLst>
      <pc:sldChg chg="modSp">
        <pc:chgData name="RUIZ MATIAS GABRIEL" userId="S::matruiz@uade.edu.ar::72c12a3b-a710-4b0e-ab01-ac5c42c63442" providerId="AD" clId="Web-{D7D0A950-B310-0D0D-9649-60F20031FD0A}" dt="2025-10-01T18:41:47.183" v="2" actId="20577"/>
        <pc:sldMkLst>
          <pc:docMk/>
          <pc:sldMk cId="1594981986" sldId="316"/>
        </pc:sldMkLst>
        <pc:spChg chg="mod">
          <ac:chgData name="RUIZ MATIAS GABRIEL" userId="S::matruiz@uade.edu.ar::72c12a3b-a710-4b0e-ab01-ac5c42c63442" providerId="AD" clId="Web-{D7D0A950-B310-0D0D-9649-60F20031FD0A}" dt="2025-10-01T18:41:47.183" v="2" actId="20577"/>
          <ac:spMkLst>
            <pc:docMk/>
            <pc:sldMk cId="1594981986" sldId="316"/>
            <ac:spMk id="26" creationId="{A4C604BF-27CC-0AB6-ED8F-4C46731ADF22}"/>
          </ac:spMkLst>
        </pc:spChg>
      </pc:sldChg>
      <pc:sldChg chg="addSp modSp">
        <pc:chgData name="RUIZ MATIAS GABRIEL" userId="S::matruiz@uade.edu.ar::72c12a3b-a710-4b0e-ab01-ac5c42c63442" providerId="AD" clId="Web-{D7D0A950-B310-0D0D-9649-60F20031FD0A}" dt="2025-10-01T18:47:30.793" v="21" actId="1076"/>
        <pc:sldMkLst>
          <pc:docMk/>
          <pc:sldMk cId="2905289349" sldId="424"/>
        </pc:sldMkLst>
        <pc:spChg chg="mod">
          <ac:chgData name="RUIZ MATIAS GABRIEL" userId="S::matruiz@uade.edu.ar::72c12a3b-a710-4b0e-ab01-ac5c42c63442" providerId="AD" clId="Web-{D7D0A950-B310-0D0D-9649-60F20031FD0A}" dt="2025-10-01T18:47:16.105" v="18" actId="20577"/>
          <ac:spMkLst>
            <pc:docMk/>
            <pc:sldMk cId="2905289349" sldId="424"/>
            <ac:spMk id="2" creationId="{0F8C1AAA-FC86-4C32-5441-2CA3A5477F5D}"/>
          </ac:spMkLst>
        </pc:spChg>
        <pc:spChg chg="add mod">
          <ac:chgData name="RUIZ MATIAS GABRIEL" userId="S::matruiz@uade.edu.ar::72c12a3b-a710-4b0e-ab01-ac5c42c63442" providerId="AD" clId="Web-{D7D0A950-B310-0D0D-9649-60F20031FD0A}" dt="2025-10-01T18:47:30.793" v="21" actId="1076"/>
          <ac:spMkLst>
            <pc:docMk/>
            <pc:sldMk cId="2905289349" sldId="424"/>
            <ac:spMk id="3" creationId="{7AFB0DFD-EC4E-4CBE-7682-74FED155901D}"/>
          </ac:spMkLst>
        </pc:spChg>
        <pc:spChg chg="mod">
          <ac:chgData name="RUIZ MATIAS GABRIEL" userId="S::matruiz@uade.edu.ar::72c12a3b-a710-4b0e-ab01-ac5c42c63442" providerId="AD" clId="Web-{D7D0A950-B310-0D0D-9649-60F20031FD0A}" dt="2025-10-01T18:47:23.699" v="19" actId="1076"/>
          <ac:spMkLst>
            <pc:docMk/>
            <pc:sldMk cId="2905289349" sldId="424"/>
            <ac:spMk id="25" creationId="{2291CA9D-96EE-9C50-7D18-F4806101C33C}"/>
          </ac:spMkLst>
        </pc:spChg>
      </pc:sldChg>
    </pc:docChg>
  </pc:docChgLst>
  <pc:docChgLst>
    <pc:chgData name="BORBEA MICAELA" userId="e6e66b8f-9190-44e4-8e31-9bcb26ec819d" providerId="ADAL" clId="{84C07EBB-53D8-4FEA-AA73-761B19FB957E}"/>
    <pc:docChg chg="modSld">
      <pc:chgData name="BORBEA MICAELA" userId="e6e66b8f-9190-44e4-8e31-9bcb26ec819d" providerId="ADAL" clId="{84C07EBB-53D8-4FEA-AA73-761B19FB957E}" dt="2026-08-31T21:55:17.895" v="1" actId="1076"/>
      <pc:docMkLst>
        <pc:docMk/>
      </pc:docMkLst>
      <pc:sldChg chg="modSp mod">
        <pc:chgData name="BORBEA MICAELA" userId="e6e66b8f-9190-44e4-8e31-9bcb26ec819d" providerId="ADAL" clId="{84C07EBB-53D8-4FEA-AA73-761B19FB957E}" dt="2026-08-31T21:54:36.274" v="0" actId="1076"/>
        <pc:sldMkLst>
          <pc:docMk/>
          <pc:sldMk cId="2193058122" sldId="452"/>
        </pc:sldMkLst>
        <pc:spChg chg="mod">
          <ac:chgData name="BORBEA MICAELA" userId="e6e66b8f-9190-44e4-8e31-9bcb26ec819d" providerId="ADAL" clId="{84C07EBB-53D8-4FEA-AA73-761B19FB957E}" dt="2026-08-31T21:54:36.274" v="0" actId="1076"/>
          <ac:spMkLst>
            <pc:docMk/>
            <pc:sldMk cId="2193058122" sldId="452"/>
            <ac:spMk id="5" creationId="{73DD29CE-55CF-B6A2-F68A-C263C8F8B18D}"/>
          </ac:spMkLst>
        </pc:spChg>
      </pc:sldChg>
      <pc:sldChg chg="modSp mod">
        <pc:chgData name="BORBEA MICAELA" userId="e6e66b8f-9190-44e4-8e31-9bcb26ec819d" providerId="ADAL" clId="{84C07EBB-53D8-4FEA-AA73-761B19FB957E}" dt="2026-08-31T21:55:17.895" v="1" actId="1076"/>
        <pc:sldMkLst>
          <pc:docMk/>
          <pc:sldMk cId="3863560796" sldId="453"/>
        </pc:sldMkLst>
        <pc:spChg chg="mod">
          <ac:chgData name="BORBEA MICAELA" userId="e6e66b8f-9190-44e4-8e31-9bcb26ec819d" providerId="ADAL" clId="{84C07EBB-53D8-4FEA-AA73-761B19FB957E}" dt="2026-08-31T21:55:17.895" v="1" actId="1076"/>
          <ac:spMkLst>
            <pc:docMk/>
            <pc:sldMk cId="3863560796" sldId="453"/>
            <ac:spMk id="3" creationId="{F62099F9-BCE0-EAE6-7045-86760B6F128E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#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#3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#4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#5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BACDE59-5DF1-435E-BA93-577C7093427A}" type="doc">
      <dgm:prSet loTypeId="urn:microsoft.com/office/officeart/2005/8/layout/vList2" loCatId="list" qsTypeId="urn:microsoft.com/office/officeart/2005/8/quickstyle/simple1#3" qsCatId="simple" csTypeId="urn:microsoft.com/office/officeart/2005/8/colors/accent1_2#1" csCatId="accent1" phldr="1"/>
      <dgm:spPr/>
      <dgm:t>
        <a:bodyPr/>
        <a:lstStyle/>
        <a:p>
          <a:endParaRPr lang="es-AR"/>
        </a:p>
      </dgm:t>
    </dgm:pt>
    <dgm:pt modelId="{9A935F43-1A8E-41C3-A872-EBE5AE5F6DA3}">
      <dgm:prSet phldrT="[Texto]" custT="1"/>
      <dgm:spPr/>
      <dgm:t>
        <a:bodyPr/>
        <a:lstStyle/>
        <a:p>
          <a:pPr algn="just">
            <a:buClr>
              <a:schemeClr val="accent1"/>
            </a:buClr>
          </a:pPr>
          <a:r>
            <a:rPr lang="es-MX" sz="3200"/>
            <a:t>¿Qué significa “productividad con IA”?</a:t>
          </a:r>
          <a:endParaRPr lang="es-AR" sz="3200"/>
        </a:p>
      </dgm:t>
    </dgm:pt>
    <dgm:pt modelId="{592E1CB0-35A1-4FEE-A9F9-683EEC41A5A4}" type="parTrans" cxnId="{C8881BDF-6C32-4B87-BB91-9C40E8B9D855}">
      <dgm:prSet/>
      <dgm:spPr/>
      <dgm:t>
        <a:bodyPr/>
        <a:lstStyle/>
        <a:p>
          <a:pPr algn="just"/>
          <a:endParaRPr lang="es-AR"/>
        </a:p>
      </dgm:t>
    </dgm:pt>
    <dgm:pt modelId="{A09E7C5F-5A01-45D2-A4BE-301CB68F798C}" type="sibTrans" cxnId="{C8881BDF-6C32-4B87-BB91-9C40E8B9D855}">
      <dgm:prSet/>
      <dgm:spPr/>
      <dgm:t>
        <a:bodyPr/>
        <a:lstStyle/>
        <a:p>
          <a:pPr algn="just"/>
          <a:endParaRPr lang="es-AR"/>
        </a:p>
      </dgm:t>
    </dgm:pt>
    <dgm:pt modelId="{32BBD7B0-9E99-4B9A-9C89-2FA418EAC14F}">
      <dgm:prSet phldrT="[Texto]" custT="1"/>
      <dgm:spPr/>
      <dgm:t>
        <a:bodyPr/>
        <a:lstStyle/>
        <a:p>
          <a:pPr algn="just">
            <a:buClr>
              <a:schemeClr val="accent1"/>
            </a:buClr>
            <a:buFont typeface="Arial" panose="020B0604020202020204" pitchFamily="34" charset="0"/>
            <a:buChar char="•"/>
          </a:pPr>
          <a:endParaRPr lang="es-AR" sz="1800" b="0"/>
        </a:p>
      </dgm:t>
    </dgm:pt>
    <dgm:pt modelId="{886281FC-2151-401E-92C5-B1FC8376C394}" type="parTrans" cxnId="{8D8574B4-1223-4EB0-83D1-B0838F5DB0A7}">
      <dgm:prSet/>
      <dgm:spPr/>
      <dgm:t>
        <a:bodyPr/>
        <a:lstStyle/>
        <a:p>
          <a:pPr algn="just"/>
          <a:endParaRPr lang="es-AR"/>
        </a:p>
      </dgm:t>
    </dgm:pt>
    <dgm:pt modelId="{BFD967B7-7368-4D6E-9701-F2A58E7EDF50}" type="sibTrans" cxnId="{8D8574B4-1223-4EB0-83D1-B0838F5DB0A7}">
      <dgm:prSet/>
      <dgm:spPr/>
      <dgm:t>
        <a:bodyPr/>
        <a:lstStyle/>
        <a:p>
          <a:pPr algn="just"/>
          <a:endParaRPr lang="es-AR"/>
        </a:p>
      </dgm:t>
    </dgm:pt>
    <dgm:pt modelId="{C8309DD6-B96F-4266-B049-704FB4C81ACD}">
      <dgm:prSet/>
      <dgm:spPr/>
      <dgm:t>
        <a:bodyPr/>
        <a:lstStyle/>
        <a:p>
          <a:pPr>
            <a:buNone/>
          </a:pPr>
          <a:endParaRPr lang="es-MX" sz="1900"/>
        </a:p>
      </dgm:t>
    </dgm:pt>
    <dgm:pt modelId="{58635E1A-1E1D-46DE-86A7-7EA283C9BF30}" type="parTrans" cxnId="{189D7694-8B66-4CA5-9090-FB096683CFEE}">
      <dgm:prSet/>
      <dgm:spPr/>
      <dgm:t>
        <a:bodyPr/>
        <a:lstStyle/>
        <a:p>
          <a:endParaRPr lang="es-AR"/>
        </a:p>
      </dgm:t>
    </dgm:pt>
    <dgm:pt modelId="{3E50D4AA-049B-47E4-A633-05158678CC56}" type="sibTrans" cxnId="{189D7694-8B66-4CA5-9090-FB096683CFEE}">
      <dgm:prSet/>
      <dgm:spPr/>
      <dgm:t>
        <a:bodyPr/>
        <a:lstStyle/>
        <a:p>
          <a:endParaRPr lang="es-AR"/>
        </a:p>
      </dgm:t>
    </dgm:pt>
    <dgm:pt modelId="{F3B69FCA-D607-4A29-92EE-2DA8E0AE814A}" type="pres">
      <dgm:prSet presAssocID="{2BACDE59-5DF1-435E-BA93-577C7093427A}" presName="linear" presStyleCnt="0">
        <dgm:presLayoutVars>
          <dgm:animLvl val="lvl"/>
          <dgm:resizeHandles val="exact"/>
        </dgm:presLayoutVars>
      </dgm:prSet>
      <dgm:spPr/>
    </dgm:pt>
    <dgm:pt modelId="{CB86745B-351A-4631-9A13-C55B07E76ADE}" type="pres">
      <dgm:prSet presAssocID="{9A935F43-1A8E-41C3-A872-EBE5AE5F6DA3}" presName="parentText" presStyleLbl="node1" presStyleIdx="0" presStyleCnt="1" custLinFactNeighborX="-824" custLinFactNeighborY="-69504">
        <dgm:presLayoutVars>
          <dgm:chMax val="0"/>
          <dgm:bulletEnabled val="1"/>
        </dgm:presLayoutVars>
      </dgm:prSet>
      <dgm:spPr/>
    </dgm:pt>
    <dgm:pt modelId="{EEB1F71B-C36D-495B-81C0-9546D425EC51}" type="pres">
      <dgm:prSet presAssocID="{9A935F43-1A8E-41C3-A872-EBE5AE5F6DA3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67F8D90E-093E-4A33-BD03-B2B9743F058C}" type="presOf" srcId="{32BBD7B0-9E99-4B9A-9C89-2FA418EAC14F}" destId="{EEB1F71B-C36D-495B-81C0-9546D425EC51}" srcOrd="0" destOrd="0" presId="urn:microsoft.com/office/officeart/2005/8/layout/vList2"/>
    <dgm:cxn modelId="{09022026-FA2A-468D-820D-640AC4D07793}" type="presOf" srcId="{9A935F43-1A8E-41C3-A872-EBE5AE5F6DA3}" destId="{CB86745B-351A-4631-9A13-C55B07E76ADE}" srcOrd="0" destOrd="0" presId="urn:microsoft.com/office/officeart/2005/8/layout/vList2"/>
    <dgm:cxn modelId="{189D7694-8B66-4CA5-9090-FB096683CFEE}" srcId="{9A935F43-1A8E-41C3-A872-EBE5AE5F6DA3}" destId="{C8309DD6-B96F-4266-B049-704FB4C81ACD}" srcOrd="1" destOrd="0" parTransId="{58635E1A-1E1D-46DE-86A7-7EA283C9BF30}" sibTransId="{3E50D4AA-049B-47E4-A633-05158678CC56}"/>
    <dgm:cxn modelId="{CA9E68A3-CD17-4C6D-A80F-121687F404D7}" type="presOf" srcId="{C8309DD6-B96F-4266-B049-704FB4C81ACD}" destId="{EEB1F71B-C36D-495B-81C0-9546D425EC51}" srcOrd="0" destOrd="1" presId="urn:microsoft.com/office/officeart/2005/8/layout/vList2"/>
    <dgm:cxn modelId="{AB7F0BAD-21E8-4BDD-B001-C3B54AC0545E}" type="presOf" srcId="{2BACDE59-5DF1-435E-BA93-577C7093427A}" destId="{F3B69FCA-D607-4A29-92EE-2DA8E0AE814A}" srcOrd="0" destOrd="0" presId="urn:microsoft.com/office/officeart/2005/8/layout/vList2"/>
    <dgm:cxn modelId="{8D8574B4-1223-4EB0-83D1-B0838F5DB0A7}" srcId="{9A935F43-1A8E-41C3-A872-EBE5AE5F6DA3}" destId="{32BBD7B0-9E99-4B9A-9C89-2FA418EAC14F}" srcOrd="0" destOrd="0" parTransId="{886281FC-2151-401E-92C5-B1FC8376C394}" sibTransId="{BFD967B7-7368-4D6E-9701-F2A58E7EDF50}"/>
    <dgm:cxn modelId="{C8881BDF-6C32-4B87-BB91-9C40E8B9D855}" srcId="{2BACDE59-5DF1-435E-BA93-577C7093427A}" destId="{9A935F43-1A8E-41C3-A872-EBE5AE5F6DA3}" srcOrd="0" destOrd="0" parTransId="{592E1CB0-35A1-4FEE-A9F9-683EEC41A5A4}" sibTransId="{A09E7C5F-5A01-45D2-A4BE-301CB68F798C}"/>
    <dgm:cxn modelId="{8D7E05FC-C793-4B08-AA07-D86034B86D48}" type="presParOf" srcId="{F3B69FCA-D607-4A29-92EE-2DA8E0AE814A}" destId="{CB86745B-351A-4631-9A13-C55B07E76ADE}" srcOrd="0" destOrd="0" presId="urn:microsoft.com/office/officeart/2005/8/layout/vList2"/>
    <dgm:cxn modelId="{627A7FF4-1E3F-4856-A837-4C78DC43673A}" type="presParOf" srcId="{F3B69FCA-D607-4A29-92EE-2DA8E0AE814A}" destId="{EEB1F71B-C36D-495B-81C0-9546D425EC51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BACDE59-5DF1-435E-BA93-577C7093427A}" type="doc">
      <dgm:prSet loTypeId="urn:microsoft.com/office/officeart/2005/8/layout/vList2" loCatId="list" qsTypeId="urn:microsoft.com/office/officeart/2005/8/quickstyle/simple1#4" qsCatId="simple" csTypeId="urn:microsoft.com/office/officeart/2005/8/colors/accent1_2#2" csCatId="accent1" phldr="1"/>
      <dgm:spPr/>
      <dgm:t>
        <a:bodyPr/>
        <a:lstStyle/>
        <a:p>
          <a:endParaRPr lang="es-AR"/>
        </a:p>
      </dgm:t>
    </dgm:pt>
    <dgm:pt modelId="{5CC48EC2-B517-47C1-A65C-4F6760EDAA18}">
      <dgm:prSet custT="1"/>
      <dgm:spPr/>
      <dgm:t>
        <a:bodyPr/>
        <a:lstStyle/>
        <a:p>
          <a:r>
            <a:rPr lang="es-AR" sz="2800"/>
            <a:t>Tipos de herramientas</a:t>
          </a:r>
        </a:p>
      </dgm:t>
    </dgm:pt>
    <dgm:pt modelId="{81FFF608-E0FD-410B-B24B-C3E4B1F0DC48}" type="parTrans" cxnId="{A162E29A-3738-41F7-8996-22ABF217874E}">
      <dgm:prSet/>
      <dgm:spPr/>
      <dgm:t>
        <a:bodyPr/>
        <a:lstStyle/>
        <a:p>
          <a:endParaRPr lang="es-AR"/>
        </a:p>
      </dgm:t>
    </dgm:pt>
    <dgm:pt modelId="{D10AA346-A7B7-47CA-8287-DAAAA6CF2CAD}" type="sibTrans" cxnId="{A162E29A-3738-41F7-8996-22ABF217874E}">
      <dgm:prSet/>
      <dgm:spPr/>
      <dgm:t>
        <a:bodyPr/>
        <a:lstStyle/>
        <a:p>
          <a:endParaRPr lang="es-AR"/>
        </a:p>
      </dgm:t>
    </dgm:pt>
    <dgm:pt modelId="{F3B69FCA-D607-4A29-92EE-2DA8E0AE814A}" type="pres">
      <dgm:prSet presAssocID="{2BACDE59-5DF1-435E-BA93-577C7093427A}" presName="linear" presStyleCnt="0">
        <dgm:presLayoutVars>
          <dgm:animLvl val="lvl"/>
          <dgm:resizeHandles val="exact"/>
        </dgm:presLayoutVars>
      </dgm:prSet>
      <dgm:spPr/>
    </dgm:pt>
    <dgm:pt modelId="{A88CF8E7-61F2-4C7D-B043-946D6E17BE8F}" type="pres">
      <dgm:prSet presAssocID="{5CC48EC2-B517-47C1-A65C-4F6760EDAA18}" presName="parentText" presStyleLbl="node1" presStyleIdx="0" presStyleCnt="1" custLinFactY="-68586" custLinFactNeighborX="-824" custLinFactNeighborY="-100000">
        <dgm:presLayoutVars>
          <dgm:chMax val="0"/>
          <dgm:bulletEnabled val="1"/>
        </dgm:presLayoutVars>
      </dgm:prSet>
      <dgm:spPr/>
    </dgm:pt>
  </dgm:ptLst>
  <dgm:cxnLst>
    <dgm:cxn modelId="{A162E29A-3738-41F7-8996-22ABF217874E}" srcId="{2BACDE59-5DF1-435E-BA93-577C7093427A}" destId="{5CC48EC2-B517-47C1-A65C-4F6760EDAA18}" srcOrd="0" destOrd="0" parTransId="{81FFF608-E0FD-410B-B24B-C3E4B1F0DC48}" sibTransId="{D10AA346-A7B7-47CA-8287-DAAAA6CF2CAD}"/>
    <dgm:cxn modelId="{F72AF7A9-B4F5-4297-92FC-CE535B1CFF11}" type="presOf" srcId="{5CC48EC2-B517-47C1-A65C-4F6760EDAA18}" destId="{A88CF8E7-61F2-4C7D-B043-946D6E17BE8F}" srcOrd="0" destOrd="0" presId="urn:microsoft.com/office/officeart/2005/8/layout/vList2"/>
    <dgm:cxn modelId="{AB7F0BAD-21E8-4BDD-B001-C3B54AC0545E}" type="presOf" srcId="{2BACDE59-5DF1-435E-BA93-577C7093427A}" destId="{F3B69FCA-D607-4A29-92EE-2DA8E0AE814A}" srcOrd="0" destOrd="0" presId="urn:microsoft.com/office/officeart/2005/8/layout/vList2"/>
    <dgm:cxn modelId="{F6424B22-B93B-4545-BDA8-0CA677066DB3}" type="presParOf" srcId="{F3B69FCA-D607-4A29-92EE-2DA8E0AE814A}" destId="{A88CF8E7-61F2-4C7D-B043-946D6E17BE8F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BACDE59-5DF1-435E-BA93-577C7093427A}" type="doc">
      <dgm:prSet loTypeId="urn:microsoft.com/office/officeart/2005/8/layout/vList2" loCatId="list" qsTypeId="urn:microsoft.com/office/officeart/2005/8/quickstyle/simple1#5" qsCatId="simple" csTypeId="urn:microsoft.com/office/officeart/2005/8/colors/accent1_2#3" csCatId="accent1" phldr="1"/>
      <dgm:spPr/>
      <dgm:t>
        <a:bodyPr/>
        <a:lstStyle/>
        <a:p>
          <a:endParaRPr lang="es-AR"/>
        </a:p>
      </dgm:t>
    </dgm:pt>
    <dgm:pt modelId="{9A935F43-1A8E-41C3-A872-EBE5AE5F6DA3}">
      <dgm:prSet phldrT="[Texto]" custT="1"/>
      <dgm:spPr/>
      <dgm:t>
        <a:bodyPr/>
        <a:lstStyle/>
        <a:p>
          <a:pPr algn="just">
            <a:buClr>
              <a:schemeClr val="accent1"/>
            </a:buClr>
          </a:pPr>
          <a:r>
            <a:rPr lang="es-AR" sz="3200"/>
            <a:t>¿Dónde generan valor?</a:t>
          </a:r>
        </a:p>
      </dgm:t>
    </dgm:pt>
    <dgm:pt modelId="{592E1CB0-35A1-4FEE-A9F9-683EEC41A5A4}" type="parTrans" cxnId="{C8881BDF-6C32-4B87-BB91-9C40E8B9D855}">
      <dgm:prSet/>
      <dgm:spPr/>
      <dgm:t>
        <a:bodyPr/>
        <a:lstStyle/>
        <a:p>
          <a:pPr algn="just"/>
          <a:endParaRPr lang="es-AR"/>
        </a:p>
      </dgm:t>
    </dgm:pt>
    <dgm:pt modelId="{A09E7C5F-5A01-45D2-A4BE-301CB68F798C}" type="sibTrans" cxnId="{C8881BDF-6C32-4B87-BB91-9C40E8B9D855}">
      <dgm:prSet/>
      <dgm:spPr/>
      <dgm:t>
        <a:bodyPr/>
        <a:lstStyle/>
        <a:p>
          <a:pPr algn="just"/>
          <a:endParaRPr lang="es-AR"/>
        </a:p>
      </dgm:t>
    </dgm:pt>
    <dgm:pt modelId="{32BBD7B0-9E99-4B9A-9C89-2FA418EAC14F}">
      <dgm:prSet phldrT="[Texto]" custT="1"/>
      <dgm:spPr/>
      <dgm:t>
        <a:bodyPr/>
        <a:lstStyle/>
        <a:p>
          <a:pPr algn="just">
            <a:buClr>
              <a:schemeClr val="accent1"/>
            </a:buClr>
            <a:buFont typeface="Arial" panose="020B0604020202020204" pitchFamily="34" charset="0"/>
            <a:buChar char="•"/>
          </a:pPr>
          <a:endParaRPr lang="es-AR" sz="1800" b="0"/>
        </a:p>
      </dgm:t>
    </dgm:pt>
    <dgm:pt modelId="{886281FC-2151-401E-92C5-B1FC8376C394}" type="parTrans" cxnId="{8D8574B4-1223-4EB0-83D1-B0838F5DB0A7}">
      <dgm:prSet/>
      <dgm:spPr/>
      <dgm:t>
        <a:bodyPr/>
        <a:lstStyle/>
        <a:p>
          <a:pPr algn="just"/>
          <a:endParaRPr lang="es-AR"/>
        </a:p>
      </dgm:t>
    </dgm:pt>
    <dgm:pt modelId="{BFD967B7-7368-4D6E-9701-F2A58E7EDF50}" type="sibTrans" cxnId="{8D8574B4-1223-4EB0-83D1-B0838F5DB0A7}">
      <dgm:prSet/>
      <dgm:spPr/>
      <dgm:t>
        <a:bodyPr/>
        <a:lstStyle/>
        <a:p>
          <a:pPr algn="just"/>
          <a:endParaRPr lang="es-AR"/>
        </a:p>
      </dgm:t>
    </dgm:pt>
    <dgm:pt modelId="{C8309DD6-B96F-4266-B049-704FB4C81ACD}">
      <dgm:prSet/>
      <dgm:spPr/>
      <dgm:t>
        <a:bodyPr/>
        <a:lstStyle/>
        <a:p>
          <a:pPr>
            <a:buNone/>
          </a:pPr>
          <a:endParaRPr lang="es-MX" sz="1900"/>
        </a:p>
      </dgm:t>
    </dgm:pt>
    <dgm:pt modelId="{58635E1A-1E1D-46DE-86A7-7EA283C9BF30}" type="parTrans" cxnId="{189D7694-8B66-4CA5-9090-FB096683CFEE}">
      <dgm:prSet/>
      <dgm:spPr/>
      <dgm:t>
        <a:bodyPr/>
        <a:lstStyle/>
        <a:p>
          <a:endParaRPr lang="es-AR"/>
        </a:p>
      </dgm:t>
    </dgm:pt>
    <dgm:pt modelId="{3E50D4AA-049B-47E4-A633-05158678CC56}" type="sibTrans" cxnId="{189D7694-8B66-4CA5-9090-FB096683CFEE}">
      <dgm:prSet/>
      <dgm:spPr/>
      <dgm:t>
        <a:bodyPr/>
        <a:lstStyle/>
        <a:p>
          <a:endParaRPr lang="es-AR"/>
        </a:p>
      </dgm:t>
    </dgm:pt>
    <dgm:pt modelId="{F3B69FCA-D607-4A29-92EE-2DA8E0AE814A}" type="pres">
      <dgm:prSet presAssocID="{2BACDE59-5DF1-435E-BA93-577C7093427A}" presName="linear" presStyleCnt="0">
        <dgm:presLayoutVars>
          <dgm:animLvl val="lvl"/>
          <dgm:resizeHandles val="exact"/>
        </dgm:presLayoutVars>
      </dgm:prSet>
      <dgm:spPr/>
    </dgm:pt>
    <dgm:pt modelId="{CB86745B-351A-4631-9A13-C55B07E76ADE}" type="pres">
      <dgm:prSet presAssocID="{9A935F43-1A8E-41C3-A872-EBE5AE5F6DA3}" presName="parentText" presStyleLbl="node1" presStyleIdx="0" presStyleCnt="1" custLinFactNeighborX="-824" custLinFactNeighborY="-69504">
        <dgm:presLayoutVars>
          <dgm:chMax val="0"/>
          <dgm:bulletEnabled val="1"/>
        </dgm:presLayoutVars>
      </dgm:prSet>
      <dgm:spPr/>
    </dgm:pt>
    <dgm:pt modelId="{EEB1F71B-C36D-495B-81C0-9546D425EC51}" type="pres">
      <dgm:prSet presAssocID="{9A935F43-1A8E-41C3-A872-EBE5AE5F6DA3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67F8D90E-093E-4A33-BD03-B2B9743F058C}" type="presOf" srcId="{32BBD7B0-9E99-4B9A-9C89-2FA418EAC14F}" destId="{EEB1F71B-C36D-495B-81C0-9546D425EC51}" srcOrd="0" destOrd="0" presId="urn:microsoft.com/office/officeart/2005/8/layout/vList2"/>
    <dgm:cxn modelId="{09022026-FA2A-468D-820D-640AC4D07793}" type="presOf" srcId="{9A935F43-1A8E-41C3-A872-EBE5AE5F6DA3}" destId="{CB86745B-351A-4631-9A13-C55B07E76ADE}" srcOrd="0" destOrd="0" presId="urn:microsoft.com/office/officeart/2005/8/layout/vList2"/>
    <dgm:cxn modelId="{189D7694-8B66-4CA5-9090-FB096683CFEE}" srcId="{9A935F43-1A8E-41C3-A872-EBE5AE5F6DA3}" destId="{C8309DD6-B96F-4266-B049-704FB4C81ACD}" srcOrd="1" destOrd="0" parTransId="{58635E1A-1E1D-46DE-86A7-7EA283C9BF30}" sibTransId="{3E50D4AA-049B-47E4-A633-05158678CC56}"/>
    <dgm:cxn modelId="{CA9E68A3-CD17-4C6D-A80F-121687F404D7}" type="presOf" srcId="{C8309DD6-B96F-4266-B049-704FB4C81ACD}" destId="{EEB1F71B-C36D-495B-81C0-9546D425EC51}" srcOrd="0" destOrd="1" presId="urn:microsoft.com/office/officeart/2005/8/layout/vList2"/>
    <dgm:cxn modelId="{AB7F0BAD-21E8-4BDD-B001-C3B54AC0545E}" type="presOf" srcId="{2BACDE59-5DF1-435E-BA93-577C7093427A}" destId="{F3B69FCA-D607-4A29-92EE-2DA8E0AE814A}" srcOrd="0" destOrd="0" presId="urn:microsoft.com/office/officeart/2005/8/layout/vList2"/>
    <dgm:cxn modelId="{8D8574B4-1223-4EB0-83D1-B0838F5DB0A7}" srcId="{9A935F43-1A8E-41C3-A872-EBE5AE5F6DA3}" destId="{32BBD7B0-9E99-4B9A-9C89-2FA418EAC14F}" srcOrd="0" destOrd="0" parTransId="{886281FC-2151-401E-92C5-B1FC8376C394}" sibTransId="{BFD967B7-7368-4D6E-9701-F2A58E7EDF50}"/>
    <dgm:cxn modelId="{C8881BDF-6C32-4B87-BB91-9C40E8B9D855}" srcId="{2BACDE59-5DF1-435E-BA93-577C7093427A}" destId="{9A935F43-1A8E-41C3-A872-EBE5AE5F6DA3}" srcOrd="0" destOrd="0" parTransId="{592E1CB0-35A1-4FEE-A9F9-683EEC41A5A4}" sibTransId="{A09E7C5F-5A01-45D2-A4BE-301CB68F798C}"/>
    <dgm:cxn modelId="{8D7E05FC-C793-4B08-AA07-D86034B86D48}" type="presParOf" srcId="{F3B69FCA-D607-4A29-92EE-2DA8E0AE814A}" destId="{CB86745B-351A-4631-9A13-C55B07E76ADE}" srcOrd="0" destOrd="0" presId="urn:microsoft.com/office/officeart/2005/8/layout/vList2"/>
    <dgm:cxn modelId="{627A7FF4-1E3F-4856-A837-4C78DC43673A}" type="presParOf" srcId="{F3B69FCA-D607-4A29-92EE-2DA8E0AE814A}" destId="{EEB1F71B-C36D-495B-81C0-9546D425EC51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BACDE59-5DF1-435E-BA93-577C7093427A}" type="doc">
      <dgm:prSet loTypeId="urn:microsoft.com/office/officeart/2005/8/layout/vList2" loCatId="list" qsTypeId="urn:microsoft.com/office/officeart/2005/8/quickstyle/simple1#6" qsCatId="simple" csTypeId="urn:microsoft.com/office/officeart/2005/8/colors/accent1_2#4" csCatId="accent1" phldr="1"/>
      <dgm:spPr/>
      <dgm:t>
        <a:bodyPr/>
        <a:lstStyle/>
        <a:p>
          <a:endParaRPr lang="es-AR"/>
        </a:p>
      </dgm:t>
    </dgm:pt>
    <dgm:pt modelId="{9A935F43-1A8E-41C3-A872-EBE5AE5F6DA3}">
      <dgm:prSet phldrT="[Texto]" custT="1"/>
      <dgm:spPr/>
      <dgm:t>
        <a:bodyPr/>
        <a:lstStyle/>
        <a:p>
          <a:pPr algn="just">
            <a:buClr>
              <a:schemeClr val="accent1"/>
            </a:buClr>
          </a:pPr>
          <a:r>
            <a:rPr lang="es-AR" sz="3200"/>
            <a:t>Límites y riesgos</a:t>
          </a:r>
        </a:p>
      </dgm:t>
    </dgm:pt>
    <dgm:pt modelId="{592E1CB0-35A1-4FEE-A9F9-683EEC41A5A4}" type="parTrans" cxnId="{C8881BDF-6C32-4B87-BB91-9C40E8B9D855}">
      <dgm:prSet/>
      <dgm:spPr/>
      <dgm:t>
        <a:bodyPr/>
        <a:lstStyle/>
        <a:p>
          <a:pPr algn="just"/>
          <a:endParaRPr lang="es-AR"/>
        </a:p>
      </dgm:t>
    </dgm:pt>
    <dgm:pt modelId="{A09E7C5F-5A01-45D2-A4BE-301CB68F798C}" type="sibTrans" cxnId="{C8881BDF-6C32-4B87-BB91-9C40E8B9D855}">
      <dgm:prSet/>
      <dgm:spPr/>
      <dgm:t>
        <a:bodyPr/>
        <a:lstStyle/>
        <a:p>
          <a:pPr algn="just"/>
          <a:endParaRPr lang="es-AR"/>
        </a:p>
      </dgm:t>
    </dgm:pt>
    <dgm:pt modelId="{32BBD7B0-9E99-4B9A-9C89-2FA418EAC14F}">
      <dgm:prSet phldrT="[Texto]" custT="1"/>
      <dgm:spPr/>
      <dgm:t>
        <a:bodyPr/>
        <a:lstStyle/>
        <a:p>
          <a:pPr algn="just">
            <a:buClr>
              <a:schemeClr val="accent1"/>
            </a:buClr>
            <a:buFont typeface="Arial" panose="020B0604020202020204" pitchFamily="34" charset="0"/>
            <a:buChar char="•"/>
          </a:pPr>
          <a:endParaRPr lang="es-AR" sz="1800" b="0"/>
        </a:p>
      </dgm:t>
    </dgm:pt>
    <dgm:pt modelId="{886281FC-2151-401E-92C5-B1FC8376C394}" type="parTrans" cxnId="{8D8574B4-1223-4EB0-83D1-B0838F5DB0A7}">
      <dgm:prSet/>
      <dgm:spPr/>
      <dgm:t>
        <a:bodyPr/>
        <a:lstStyle/>
        <a:p>
          <a:pPr algn="just"/>
          <a:endParaRPr lang="es-AR"/>
        </a:p>
      </dgm:t>
    </dgm:pt>
    <dgm:pt modelId="{BFD967B7-7368-4D6E-9701-F2A58E7EDF50}" type="sibTrans" cxnId="{8D8574B4-1223-4EB0-83D1-B0838F5DB0A7}">
      <dgm:prSet/>
      <dgm:spPr/>
      <dgm:t>
        <a:bodyPr/>
        <a:lstStyle/>
        <a:p>
          <a:pPr algn="just"/>
          <a:endParaRPr lang="es-AR"/>
        </a:p>
      </dgm:t>
    </dgm:pt>
    <dgm:pt modelId="{C8309DD6-B96F-4266-B049-704FB4C81ACD}">
      <dgm:prSet/>
      <dgm:spPr/>
      <dgm:t>
        <a:bodyPr/>
        <a:lstStyle/>
        <a:p>
          <a:pPr>
            <a:buNone/>
          </a:pPr>
          <a:endParaRPr lang="es-MX" sz="1900"/>
        </a:p>
      </dgm:t>
    </dgm:pt>
    <dgm:pt modelId="{58635E1A-1E1D-46DE-86A7-7EA283C9BF30}" type="parTrans" cxnId="{189D7694-8B66-4CA5-9090-FB096683CFEE}">
      <dgm:prSet/>
      <dgm:spPr/>
      <dgm:t>
        <a:bodyPr/>
        <a:lstStyle/>
        <a:p>
          <a:endParaRPr lang="es-AR"/>
        </a:p>
      </dgm:t>
    </dgm:pt>
    <dgm:pt modelId="{3E50D4AA-049B-47E4-A633-05158678CC56}" type="sibTrans" cxnId="{189D7694-8B66-4CA5-9090-FB096683CFEE}">
      <dgm:prSet/>
      <dgm:spPr/>
      <dgm:t>
        <a:bodyPr/>
        <a:lstStyle/>
        <a:p>
          <a:endParaRPr lang="es-AR"/>
        </a:p>
      </dgm:t>
    </dgm:pt>
    <dgm:pt modelId="{F3B69FCA-D607-4A29-92EE-2DA8E0AE814A}" type="pres">
      <dgm:prSet presAssocID="{2BACDE59-5DF1-435E-BA93-577C7093427A}" presName="linear" presStyleCnt="0">
        <dgm:presLayoutVars>
          <dgm:animLvl val="lvl"/>
          <dgm:resizeHandles val="exact"/>
        </dgm:presLayoutVars>
      </dgm:prSet>
      <dgm:spPr/>
    </dgm:pt>
    <dgm:pt modelId="{CB86745B-351A-4631-9A13-C55B07E76ADE}" type="pres">
      <dgm:prSet presAssocID="{9A935F43-1A8E-41C3-A872-EBE5AE5F6DA3}" presName="parentText" presStyleLbl="node1" presStyleIdx="0" presStyleCnt="1" custLinFactNeighborX="-824" custLinFactNeighborY="-69504">
        <dgm:presLayoutVars>
          <dgm:chMax val="0"/>
          <dgm:bulletEnabled val="1"/>
        </dgm:presLayoutVars>
      </dgm:prSet>
      <dgm:spPr/>
    </dgm:pt>
    <dgm:pt modelId="{EEB1F71B-C36D-495B-81C0-9546D425EC51}" type="pres">
      <dgm:prSet presAssocID="{9A935F43-1A8E-41C3-A872-EBE5AE5F6DA3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67F8D90E-093E-4A33-BD03-B2B9743F058C}" type="presOf" srcId="{32BBD7B0-9E99-4B9A-9C89-2FA418EAC14F}" destId="{EEB1F71B-C36D-495B-81C0-9546D425EC51}" srcOrd="0" destOrd="0" presId="urn:microsoft.com/office/officeart/2005/8/layout/vList2"/>
    <dgm:cxn modelId="{09022026-FA2A-468D-820D-640AC4D07793}" type="presOf" srcId="{9A935F43-1A8E-41C3-A872-EBE5AE5F6DA3}" destId="{CB86745B-351A-4631-9A13-C55B07E76ADE}" srcOrd="0" destOrd="0" presId="urn:microsoft.com/office/officeart/2005/8/layout/vList2"/>
    <dgm:cxn modelId="{189D7694-8B66-4CA5-9090-FB096683CFEE}" srcId="{9A935F43-1A8E-41C3-A872-EBE5AE5F6DA3}" destId="{C8309DD6-B96F-4266-B049-704FB4C81ACD}" srcOrd="1" destOrd="0" parTransId="{58635E1A-1E1D-46DE-86A7-7EA283C9BF30}" sibTransId="{3E50D4AA-049B-47E4-A633-05158678CC56}"/>
    <dgm:cxn modelId="{CA9E68A3-CD17-4C6D-A80F-121687F404D7}" type="presOf" srcId="{C8309DD6-B96F-4266-B049-704FB4C81ACD}" destId="{EEB1F71B-C36D-495B-81C0-9546D425EC51}" srcOrd="0" destOrd="1" presId="urn:microsoft.com/office/officeart/2005/8/layout/vList2"/>
    <dgm:cxn modelId="{AB7F0BAD-21E8-4BDD-B001-C3B54AC0545E}" type="presOf" srcId="{2BACDE59-5DF1-435E-BA93-577C7093427A}" destId="{F3B69FCA-D607-4A29-92EE-2DA8E0AE814A}" srcOrd="0" destOrd="0" presId="urn:microsoft.com/office/officeart/2005/8/layout/vList2"/>
    <dgm:cxn modelId="{8D8574B4-1223-4EB0-83D1-B0838F5DB0A7}" srcId="{9A935F43-1A8E-41C3-A872-EBE5AE5F6DA3}" destId="{32BBD7B0-9E99-4B9A-9C89-2FA418EAC14F}" srcOrd="0" destOrd="0" parTransId="{886281FC-2151-401E-92C5-B1FC8376C394}" sibTransId="{BFD967B7-7368-4D6E-9701-F2A58E7EDF50}"/>
    <dgm:cxn modelId="{C8881BDF-6C32-4B87-BB91-9C40E8B9D855}" srcId="{2BACDE59-5DF1-435E-BA93-577C7093427A}" destId="{9A935F43-1A8E-41C3-A872-EBE5AE5F6DA3}" srcOrd="0" destOrd="0" parTransId="{592E1CB0-35A1-4FEE-A9F9-683EEC41A5A4}" sibTransId="{A09E7C5F-5A01-45D2-A4BE-301CB68F798C}"/>
    <dgm:cxn modelId="{8D7E05FC-C793-4B08-AA07-D86034B86D48}" type="presParOf" srcId="{F3B69FCA-D607-4A29-92EE-2DA8E0AE814A}" destId="{CB86745B-351A-4631-9A13-C55B07E76ADE}" srcOrd="0" destOrd="0" presId="urn:microsoft.com/office/officeart/2005/8/layout/vList2"/>
    <dgm:cxn modelId="{627A7FF4-1E3F-4856-A837-4C78DC43673A}" type="presParOf" srcId="{F3B69FCA-D607-4A29-92EE-2DA8E0AE814A}" destId="{EEB1F71B-C36D-495B-81C0-9546D425EC51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2BACDE59-5DF1-435E-BA93-577C7093427A}" type="doc">
      <dgm:prSet loTypeId="urn:microsoft.com/office/officeart/2005/8/layout/vList2" loCatId="list" qsTypeId="urn:microsoft.com/office/officeart/2005/8/quickstyle/simple1#7" qsCatId="simple" csTypeId="urn:microsoft.com/office/officeart/2005/8/colors/accent1_2#5" csCatId="accent1" phldr="1"/>
      <dgm:spPr/>
      <dgm:t>
        <a:bodyPr/>
        <a:lstStyle/>
        <a:p>
          <a:endParaRPr lang="es-AR"/>
        </a:p>
      </dgm:t>
    </dgm:pt>
    <dgm:pt modelId="{9A935F43-1A8E-41C3-A872-EBE5AE5F6DA3}">
      <dgm:prSet phldrT="[Texto]" custT="1"/>
      <dgm:spPr/>
      <dgm:t>
        <a:bodyPr/>
        <a:lstStyle/>
        <a:p>
          <a:pPr algn="just">
            <a:buNone/>
          </a:pPr>
          <a:r>
            <a:rPr lang="es-AR" sz="2400"/>
            <a:t>La productividad no aumenta por usar IA…
aumenta por usarla correctamente.</a:t>
          </a:r>
        </a:p>
      </dgm:t>
    </dgm:pt>
    <dgm:pt modelId="{592E1CB0-35A1-4FEE-A9F9-683EEC41A5A4}" type="parTrans" cxnId="{C8881BDF-6C32-4B87-BB91-9C40E8B9D855}">
      <dgm:prSet/>
      <dgm:spPr/>
      <dgm:t>
        <a:bodyPr/>
        <a:lstStyle/>
        <a:p>
          <a:pPr algn="just"/>
          <a:endParaRPr lang="es-AR"/>
        </a:p>
      </dgm:t>
    </dgm:pt>
    <dgm:pt modelId="{A09E7C5F-5A01-45D2-A4BE-301CB68F798C}" type="sibTrans" cxnId="{C8881BDF-6C32-4B87-BB91-9C40E8B9D855}">
      <dgm:prSet/>
      <dgm:spPr/>
      <dgm:t>
        <a:bodyPr/>
        <a:lstStyle/>
        <a:p>
          <a:pPr algn="just"/>
          <a:endParaRPr lang="es-AR"/>
        </a:p>
      </dgm:t>
    </dgm:pt>
    <dgm:pt modelId="{32BBD7B0-9E99-4B9A-9C89-2FA418EAC14F}">
      <dgm:prSet phldrT="[Texto]" custT="1"/>
      <dgm:spPr/>
      <dgm:t>
        <a:bodyPr/>
        <a:lstStyle/>
        <a:p>
          <a:pPr algn="just">
            <a:buFont typeface="Arial" panose="020B0604020202020204" pitchFamily="34" charset="0"/>
            <a:buChar char="•"/>
          </a:pPr>
          <a:endParaRPr lang="es-AR" sz="2400" b="0"/>
        </a:p>
      </dgm:t>
    </dgm:pt>
    <dgm:pt modelId="{886281FC-2151-401E-92C5-B1FC8376C394}" type="parTrans" cxnId="{8D8574B4-1223-4EB0-83D1-B0838F5DB0A7}">
      <dgm:prSet/>
      <dgm:spPr/>
      <dgm:t>
        <a:bodyPr/>
        <a:lstStyle/>
        <a:p>
          <a:pPr algn="just"/>
          <a:endParaRPr lang="es-AR"/>
        </a:p>
      </dgm:t>
    </dgm:pt>
    <dgm:pt modelId="{BFD967B7-7368-4D6E-9701-F2A58E7EDF50}" type="sibTrans" cxnId="{8D8574B4-1223-4EB0-83D1-B0838F5DB0A7}">
      <dgm:prSet/>
      <dgm:spPr/>
      <dgm:t>
        <a:bodyPr/>
        <a:lstStyle/>
        <a:p>
          <a:pPr algn="just"/>
          <a:endParaRPr lang="es-AR"/>
        </a:p>
      </dgm:t>
    </dgm:pt>
    <dgm:pt modelId="{59102271-4994-4725-8E91-F8911CF39A95}">
      <dgm:prSet phldrT="[Texto]" custT="1"/>
      <dgm:spPr/>
      <dgm:t>
        <a:bodyPr/>
        <a:lstStyle/>
        <a:p>
          <a:pPr algn="just">
            <a:buNone/>
          </a:pPr>
          <a:endParaRPr lang="es-AR" sz="2400" b="0"/>
        </a:p>
      </dgm:t>
    </dgm:pt>
    <dgm:pt modelId="{84A8431A-72A0-49F3-BA47-E68196DE8F08}" type="parTrans" cxnId="{73D48EFC-2D15-4628-B3D0-E2B019F94DED}">
      <dgm:prSet/>
      <dgm:spPr/>
      <dgm:t>
        <a:bodyPr/>
        <a:lstStyle/>
        <a:p>
          <a:endParaRPr lang="es-AR"/>
        </a:p>
      </dgm:t>
    </dgm:pt>
    <dgm:pt modelId="{A222B930-82BB-4C66-8093-A3950186D5EA}" type="sibTrans" cxnId="{73D48EFC-2D15-4628-B3D0-E2B019F94DED}">
      <dgm:prSet/>
      <dgm:spPr/>
      <dgm:t>
        <a:bodyPr/>
        <a:lstStyle/>
        <a:p>
          <a:endParaRPr lang="es-AR"/>
        </a:p>
      </dgm:t>
    </dgm:pt>
    <dgm:pt modelId="{93121D22-F592-4D8B-8262-45403BE40FB2}">
      <dgm:prSet phldrT="[Texto]" custT="1"/>
      <dgm:spPr/>
      <dgm:t>
        <a:bodyPr/>
        <a:lstStyle/>
        <a:p>
          <a:pPr algn="just">
            <a:buNone/>
          </a:pPr>
          <a:r>
            <a:rPr lang="es-MX" sz="2400"/>
            <a:t>¿Qué tarea de tu día podrías automatizar hoy con IA?</a:t>
          </a:r>
          <a:endParaRPr lang="es-AR" sz="2400" b="0"/>
        </a:p>
      </dgm:t>
    </dgm:pt>
    <dgm:pt modelId="{1EFEAD30-B68D-4D7D-B937-69806279674A}" type="parTrans" cxnId="{231C87D5-BCB3-44E1-8A3E-9105F19F67FA}">
      <dgm:prSet/>
      <dgm:spPr/>
      <dgm:t>
        <a:bodyPr/>
        <a:lstStyle/>
        <a:p>
          <a:endParaRPr lang="es-AR"/>
        </a:p>
      </dgm:t>
    </dgm:pt>
    <dgm:pt modelId="{78C0D6B4-F238-4F84-A1CE-B97632EC5FF8}" type="sibTrans" cxnId="{231C87D5-BCB3-44E1-8A3E-9105F19F67FA}">
      <dgm:prSet/>
      <dgm:spPr/>
      <dgm:t>
        <a:bodyPr/>
        <a:lstStyle/>
        <a:p>
          <a:endParaRPr lang="es-AR"/>
        </a:p>
      </dgm:t>
    </dgm:pt>
    <dgm:pt modelId="{F3B69FCA-D607-4A29-92EE-2DA8E0AE814A}" type="pres">
      <dgm:prSet presAssocID="{2BACDE59-5DF1-435E-BA93-577C7093427A}" presName="linear" presStyleCnt="0">
        <dgm:presLayoutVars>
          <dgm:animLvl val="lvl"/>
          <dgm:resizeHandles val="exact"/>
        </dgm:presLayoutVars>
      </dgm:prSet>
      <dgm:spPr/>
    </dgm:pt>
    <dgm:pt modelId="{CB86745B-351A-4631-9A13-C55B07E76ADE}" type="pres">
      <dgm:prSet presAssocID="{9A935F43-1A8E-41C3-A872-EBE5AE5F6DA3}" presName="parentText" presStyleLbl="node1" presStyleIdx="0" presStyleCnt="1" custLinFactNeighborX="918" custLinFactNeighborY="4553">
        <dgm:presLayoutVars>
          <dgm:chMax val="0"/>
          <dgm:bulletEnabled val="1"/>
        </dgm:presLayoutVars>
      </dgm:prSet>
      <dgm:spPr/>
    </dgm:pt>
    <dgm:pt modelId="{EEB1F71B-C36D-495B-81C0-9546D425EC51}" type="pres">
      <dgm:prSet presAssocID="{9A935F43-1A8E-41C3-A872-EBE5AE5F6DA3}" presName="childText" presStyleLbl="revTx" presStyleIdx="0" presStyleCnt="1" custLinFactNeighborX="-792" custLinFactNeighborY="-43419">
        <dgm:presLayoutVars>
          <dgm:bulletEnabled val="1"/>
        </dgm:presLayoutVars>
      </dgm:prSet>
      <dgm:spPr/>
    </dgm:pt>
  </dgm:ptLst>
  <dgm:cxnLst>
    <dgm:cxn modelId="{67F8D90E-093E-4A33-BD03-B2B9743F058C}" type="presOf" srcId="{32BBD7B0-9E99-4B9A-9C89-2FA418EAC14F}" destId="{EEB1F71B-C36D-495B-81C0-9546D425EC51}" srcOrd="0" destOrd="0" presId="urn:microsoft.com/office/officeart/2005/8/layout/vList2"/>
    <dgm:cxn modelId="{09022026-FA2A-468D-820D-640AC4D07793}" type="presOf" srcId="{9A935F43-1A8E-41C3-A872-EBE5AE5F6DA3}" destId="{CB86745B-351A-4631-9A13-C55B07E76ADE}" srcOrd="0" destOrd="0" presId="urn:microsoft.com/office/officeart/2005/8/layout/vList2"/>
    <dgm:cxn modelId="{7176A77A-2C33-4D44-A755-0DF991C4D702}" type="presOf" srcId="{93121D22-F592-4D8B-8262-45403BE40FB2}" destId="{EEB1F71B-C36D-495B-81C0-9546D425EC51}" srcOrd="0" destOrd="2" presId="urn:microsoft.com/office/officeart/2005/8/layout/vList2"/>
    <dgm:cxn modelId="{AA660482-FE77-4DD3-9342-9BB3C1ACFAAF}" type="presOf" srcId="{59102271-4994-4725-8E91-F8911CF39A95}" destId="{EEB1F71B-C36D-495B-81C0-9546D425EC51}" srcOrd="0" destOrd="1" presId="urn:microsoft.com/office/officeart/2005/8/layout/vList2"/>
    <dgm:cxn modelId="{AB7F0BAD-21E8-4BDD-B001-C3B54AC0545E}" type="presOf" srcId="{2BACDE59-5DF1-435E-BA93-577C7093427A}" destId="{F3B69FCA-D607-4A29-92EE-2DA8E0AE814A}" srcOrd="0" destOrd="0" presId="urn:microsoft.com/office/officeart/2005/8/layout/vList2"/>
    <dgm:cxn modelId="{8D8574B4-1223-4EB0-83D1-B0838F5DB0A7}" srcId="{9A935F43-1A8E-41C3-A872-EBE5AE5F6DA3}" destId="{32BBD7B0-9E99-4B9A-9C89-2FA418EAC14F}" srcOrd="0" destOrd="0" parTransId="{886281FC-2151-401E-92C5-B1FC8376C394}" sibTransId="{BFD967B7-7368-4D6E-9701-F2A58E7EDF50}"/>
    <dgm:cxn modelId="{231C87D5-BCB3-44E1-8A3E-9105F19F67FA}" srcId="{9A935F43-1A8E-41C3-A872-EBE5AE5F6DA3}" destId="{93121D22-F592-4D8B-8262-45403BE40FB2}" srcOrd="2" destOrd="0" parTransId="{1EFEAD30-B68D-4D7D-B937-69806279674A}" sibTransId="{78C0D6B4-F238-4F84-A1CE-B97632EC5FF8}"/>
    <dgm:cxn modelId="{C8881BDF-6C32-4B87-BB91-9C40E8B9D855}" srcId="{2BACDE59-5DF1-435E-BA93-577C7093427A}" destId="{9A935F43-1A8E-41C3-A872-EBE5AE5F6DA3}" srcOrd="0" destOrd="0" parTransId="{592E1CB0-35A1-4FEE-A9F9-683EEC41A5A4}" sibTransId="{A09E7C5F-5A01-45D2-A4BE-301CB68F798C}"/>
    <dgm:cxn modelId="{73D48EFC-2D15-4628-B3D0-E2B019F94DED}" srcId="{9A935F43-1A8E-41C3-A872-EBE5AE5F6DA3}" destId="{59102271-4994-4725-8E91-F8911CF39A95}" srcOrd="1" destOrd="0" parTransId="{84A8431A-72A0-49F3-BA47-E68196DE8F08}" sibTransId="{A222B930-82BB-4C66-8093-A3950186D5EA}"/>
    <dgm:cxn modelId="{8D7E05FC-C793-4B08-AA07-D86034B86D48}" type="presParOf" srcId="{F3B69FCA-D607-4A29-92EE-2DA8E0AE814A}" destId="{CB86745B-351A-4631-9A13-C55B07E76ADE}" srcOrd="0" destOrd="0" presId="urn:microsoft.com/office/officeart/2005/8/layout/vList2"/>
    <dgm:cxn modelId="{627A7FF4-1E3F-4856-A837-4C78DC43673A}" type="presParOf" srcId="{F3B69FCA-D607-4A29-92EE-2DA8E0AE814A}" destId="{EEB1F71B-C36D-495B-81C0-9546D425EC51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86745B-351A-4631-9A13-C55B07E76ADE}">
      <dsp:nvSpPr>
        <dsp:cNvPr id="0" name=""/>
        <dsp:cNvSpPr/>
      </dsp:nvSpPr>
      <dsp:spPr>
        <a:xfrm>
          <a:off x="0" y="769297"/>
          <a:ext cx="8515685" cy="1216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just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chemeClr val="accent1"/>
            </a:buClr>
            <a:buNone/>
          </a:pPr>
          <a:r>
            <a:rPr lang="es-MX" sz="3200" kern="1200"/>
            <a:t>¿Qué significa “productividad con IA”?</a:t>
          </a:r>
          <a:endParaRPr lang="es-AR" sz="3200" kern="1200"/>
        </a:p>
      </dsp:txBody>
      <dsp:txXfrm>
        <a:off x="59399" y="828696"/>
        <a:ext cx="8396887" cy="1098002"/>
      </dsp:txXfrm>
    </dsp:sp>
    <dsp:sp modelId="{EEB1F71B-C36D-495B-81C0-9546D425EC51}">
      <dsp:nvSpPr>
        <dsp:cNvPr id="0" name=""/>
        <dsp:cNvSpPr/>
      </dsp:nvSpPr>
      <dsp:spPr>
        <a:xfrm>
          <a:off x="0" y="2734238"/>
          <a:ext cx="8515685" cy="10764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0373" tIns="22860" rIns="128016" bIns="22860" numCol="1" spcCol="1270" anchor="t" anchorCtr="0">
          <a:noAutofit/>
        </a:bodyPr>
        <a:lstStyle/>
        <a:p>
          <a:pPr marL="171450" lvl="1" indent="-171450" algn="just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lr>
              <a:schemeClr val="accent1"/>
            </a:buClr>
            <a:buFont typeface="Arial" panose="020B0604020202020204" pitchFamily="34" charset="0"/>
            <a:buChar char="•"/>
          </a:pPr>
          <a:endParaRPr lang="es-AR" sz="1800" b="0" kern="120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endParaRPr lang="es-MX" sz="1900" kern="1200"/>
        </a:p>
      </dsp:txBody>
      <dsp:txXfrm>
        <a:off x="0" y="2734238"/>
        <a:ext cx="8515685" cy="10764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88CF8E7-61F2-4C7D-B043-946D6E17BE8F}">
      <dsp:nvSpPr>
        <dsp:cNvPr id="0" name=""/>
        <dsp:cNvSpPr/>
      </dsp:nvSpPr>
      <dsp:spPr>
        <a:xfrm>
          <a:off x="0" y="125727"/>
          <a:ext cx="8515685" cy="1216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2800" kern="1200"/>
            <a:t>Tipos de herramientas</a:t>
          </a:r>
        </a:p>
      </dsp:txBody>
      <dsp:txXfrm>
        <a:off x="59399" y="185126"/>
        <a:ext cx="8396887" cy="109800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86745B-351A-4631-9A13-C55B07E76ADE}">
      <dsp:nvSpPr>
        <dsp:cNvPr id="0" name=""/>
        <dsp:cNvSpPr/>
      </dsp:nvSpPr>
      <dsp:spPr>
        <a:xfrm>
          <a:off x="0" y="135698"/>
          <a:ext cx="8515685" cy="1216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just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chemeClr val="accent1"/>
            </a:buClr>
            <a:buNone/>
          </a:pPr>
          <a:r>
            <a:rPr lang="es-AR" sz="3200" kern="1200"/>
            <a:t>¿Dónde generan valor?</a:t>
          </a:r>
        </a:p>
      </dsp:txBody>
      <dsp:txXfrm>
        <a:off x="59399" y="195097"/>
        <a:ext cx="8396887" cy="1098002"/>
      </dsp:txXfrm>
    </dsp:sp>
    <dsp:sp modelId="{EEB1F71B-C36D-495B-81C0-9546D425EC51}">
      <dsp:nvSpPr>
        <dsp:cNvPr id="0" name=""/>
        <dsp:cNvSpPr/>
      </dsp:nvSpPr>
      <dsp:spPr>
        <a:xfrm>
          <a:off x="0" y="2100640"/>
          <a:ext cx="8515685" cy="10764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0373" tIns="22860" rIns="128016" bIns="22860" numCol="1" spcCol="1270" anchor="t" anchorCtr="0">
          <a:noAutofit/>
        </a:bodyPr>
        <a:lstStyle/>
        <a:p>
          <a:pPr marL="171450" lvl="1" indent="-171450" algn="just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lr>
              <a:schemeClr val="accent1"/>
            </a:buClr>
            <a:buFont typeface="Arial" panose="020B0604020202020204" pitchFamily="34" charset="0"/>
            <a:buChar char="•"/>
          </a:pPr>
          <a:endParaRPr lang="es-AR" sz="1800" b="0" kern="120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endParaRPr lang="es-MX" sz="1900" kern="1200"/>
        </a:p>
      </dsp:txBody>
      <dsp:txXfrm>
        <a:off x="0" y="2100640"/>
        <a:ext cx="8515685" cy="10764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86745B-351A-4631-9A13-C55B07E76ADE}">
      <dsp:nvSpPr>
        <dsp:cNvPr id="0" name=""/>
        <dsp:cNvSpPr/>
      </dsp:nvSpPr>
      <dsp:spPr>
        <a:xfrm>
          <a:off x="0" y="135698"/>
          <a:ext cx="8515685" cy="1216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just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chemeClr val="accent1"/>
            </a:buClr>
            <a:buNone/>
          </a:pPr>
          <a:r>
            <a:rPr lang="es-AR" sz="3200" kern="1200"/>
            <a:t>Límites y riesgos</a:t>
          </a:r>
        </a:p>
      </dsp:txBody>
      <dsp:txXfrm>
        <a:off x="59399" y="195097"/>
        <a:ext cx="8396887" cy="1098002"/>
      </dsp:txXfrm>
    </dsp:sp>
    <dsp:sp modelId="{EEB1F71B-C36D-495B-81C0-9546D425EC51}">
      <dsp:nvSpPr>
        <dsp:cNvPr id="0" name=""/>
        <dsp:cNvSpPr/>
      </dsp:nvSpPr>
      <dsp:spPr>
        <a:xfrm>
          <a:off x="0" y="2100640"/>
          <a:ext cx="8515685" cy="10764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0373" tIns="22860" rIns="128016" bIns="22860" numCol="1" spcCol="1270" anchor="t" anchorCtr="0">
          <a:noAutofit/>
        </a:bodyPr>
        <a:lstStyle/>
        <a:p>
          <a:pPr marL="171450" lvl="1" indent="-171450" algn="just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lr>
              <a:schemeClr val="accent1"/>
            </a:buClr>
            <a:buFont typeface="Arial" panose="020B0604020202020204" pitchFamily="34" charset="0"/>
            <a:buChar char="•"/>
          </a:pPr>
          <a:endParaRPr lang="es-AR" sz="1800" b="0" kern="120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endParaRPr lang="es-MX" sz="1900" kern="1200"/>
        </a:p>
      </dsp:txBody>
      <dsp:txXfrm>
        <a:off x="0" y="2100640"/>
        <a:ext cx="8515685" cy="107640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86745B-351A-4631-9A13-C55B07E76ADE}">
      <dsp:nvSpPr>
        <dsp:cNvPr id="0" name=""/>
        <dsp:cNvSpPr/>
      </dsp:nvSpPr>
      <dsp:spPr>
        <a:xfrm>
          <a:off x="0" y="1555574"/>
          <a:ext cx="8853639" cy="1216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just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2400" kern="1200"/>
            <a:t>La productividad no aumenta por usar IA…
aumenta por usarla correctamente.</a:t>
          </a:r>
        </a:p>
      </dsp:txBody>
      <dsp:txXfrm>
        <a:off x="59399" y="1614973"/>
        <a:ext cx="8734841" cy="1098002"/>
      </dsp:txXfrm>
    </dsp:sp>
    <dsp:sp modelId="{EEB1F71B-C36D-495B-81C0-9546D425EC51}">
      <dsp:nvSpPr>
        <dsp:cNvPr id="0" name=""/>
        <dsp:cNvSpPr/>
      </dsp:nvSpPr>
      <dsp:spPr>
        <a:xfrm>
          <a:off x="0" y="2187385"/>
          <a:ext cx="8853639" cy="12445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81103" tIns="30480" rIns="170688" bIns="30480" numCol="1" spcCol="1270" anchor="t" anchorCtr="0">
          <a:noAutofit/>
        </a:bodyPr>
        <a:lstStyle/>
        <a:p>
          <a:pPr marL="228600" lvl="1" indent="-228600" algn="just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endParaRPr lang="es-AR" sz="2400" b="0" kern="1200"/>
        </a:p>
        <a:p>
          <a:pPr marL="228600" lvl="1" indent="-228600" algn="just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endParaRPr lang="es-AR" sz="2400" b="0" kern="1200"/>
        </a:p>
        <a:p>
          <a:pPr marL="228600" lvl="1" indent="-228600" algn="just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s-MX" sz="2400" kern="1200"/>
            <a:t>¿Qué tarea de tu día podrías automatizar hoy con IA?</a:t>
          </a:r>
          <a:endParaRPr lang="es-AR" sz="2400" b="0" kern="1200"/>
        </a:p>
      </dsp:txBody>
      <dsp:txXfrm>
        <a:off x="0" y="2187385"/>
        <a:ext cx="8853639" cy="124458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3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#4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#5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#6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#7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E19318D9-1C74-894A-82B9-08234547CBA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25A90431-346B-FF4F-90F3-5C33DDFC0EA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452339-5F8B-F640-A005-4EDA3E12CECF}" type="datetimeFigureOut">
              <a:rPr lang="es-AR" smtClean="0"/>
              <a:t>31/8/2026</a:t>
            </a:fld>
            <a:endParaRPr lang="es-AR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257D341-252F-154F-BCD0-0D80E26497D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543607C-91C9-DD4A-88B2-E4B0E7C4C03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016872-CFF9-7043-9FD8-7CAAB38F38F3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4675552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94448C-68AB-41ED-9AA1-623600B6A404}" type="datetimeFigureOut">
              <a:rPr lang="es-AR" smtClean="0"/>
              <a:t>31/8/2026</a:t>
            </a:fld>
            <a:endParaRPr lang="es-AR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AR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D0DE57-D832-4C0E-B844-2BC9C8865DC9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8297747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D0DE57-D832-4C0E-B844-2BC9C8865DC9}" type="slidenum">
              <a:rPr lang="es-AR" smtClean="0"/>
              <a:t>1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3807376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D0DE57-D832-4C0E-B844-2BC9C8865DC9}" type="slidenum">
              <a:rPr lang="es-AR" smtClean="0"/>
              <a:t>3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9718909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/>
              <a:t>Hoy no vamos a ver solo una herramienta. Vamos a ver una forma de trabajar con IA.</a:t>
            </a:r>
            <a:endParaRPr lang="es-AR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D0DE57-D832-4C0E-B844-2BC9C8865DC9}" type="slidenum">
              <a:rPr lang="es-AR" smtClean="0"/>
              <a:t>4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9358802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err="1"/>
              <a:t>OpenAI</a:t>
            </a:r>
            <a:r>
              <a:rPr lang="es-MX"/>
              <a:t> describe </a:t>
            </a:r>
            <a:r>
              <a:rPr lang="es-MX" b="1" err="1"/>
              <a:t>deep</a:t>
            </a:r>
            <a:r>
              <a:rPr lang="es-MX" b="1"/>
              <a:t> </a:t>
            </a:r>
            <a:r>
              <a:rPr lang="es-MX" b="1" err="1"/>
              <a:t>research</a:t>
            </a:r>
            <a:r>
              <a:rPr lang="es-MX"/>
              <a:t> como una capacidad para buscar, analizar y sintetizar información de múltiples fuentes, y sus notas recientes indican mejoras de control y gestión del proceso; también describe </a:t>
            </a:r>
            <a:r>
              <a:rPr lang="es-MX" b="1"/>
              <a:t>Codex</a:t>
            </a:r>
            <a:r>
              <a:rPr lang="es-MX"/>
              <a:t> como una experiencia enfocada en flujos de trabajo de código, revisión y comprensión de proyectos. </a:t>
            </a:r>
            <a:endParaRPr lang="es-AR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D0DE57-D832-4C0E-B844-2BC9C8865DC9}" type="slidenum">
              <a:rPr lang="es-AR" smtClean="0"/>
              <a:t>7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3958719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F3F28F-6F51-170E-6394-62AC0A3D42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C98AD55-41A6-5366-D9FE-C153FDEF71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C3F1A71-1822-2505-6A61-6A477905F4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9372B41-9020-8340-F8A3-BE01E45AEC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D0DE57-D832-4C0E-B844-2BC9C8865DC9}" type="slidenum">
              <a:rPr lang="es-AR" smtClean="0"/>
              <a:t>8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0230935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AR"/>
              <a:t>“Si solo </a:t>
            </a:r>
            <a:r>
              <a:rPr lang="es-AR" err="1"/>
              <a:t>sabés</a:t>
            </a:r>
            <a:r>
              <a:rPr lang="es-AR"/>
              <a:t> usar </a:t>
            </a:r>
            <a:r>
              <a:rPr lang="es-AR" err="1"/>
              <a:t>prompts</a:t>
            </a:r>
            <a:r>
              <a:rPr lang="es-AR"/>
              <a:t>, </a:t>
            </a:r>
            <a:r>
              <a:rPr lang="es-AR" err="1"/>
              <a:t>sos</a:t>
            </a:r>
            <a:r>
              <a:rPr lang="es-AR"/>
              <a:t> </a:t>
            </a:r>
            <a:r>
              <a:rPr lang="es-AR" err="1"/>
              <a:t>usuario.Si</a:t>
            </a:r>
            <a:r>
              <a:rPr lang="es-AR"/>
              <a:t> </a:t>
            </a:r>
            <a:r>
              <a:rPr lang="es-AR" err="1"/>
              <a:t>entendés</a:t>
            </a:r>
            <a:r>
              <a:rPr lang="es-AR"/>
              <a:t> esto, </a:t>
            </a:r>
            <a:r>
              <a:rPr lang="es-AR" err="1"/>
              <a:t>empezás</a:t>
            </a:r>
            <a:r>
              <a:rPr lang="es-AR"/>
              <a:t> a ser arquitecto de IA.”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D0DE57-D832-4C0E-B844-2BC9C8865DC9}" type="slidenum">
              <a:rPr lang="es-AR" smtClean="0"/>
              <a:t>9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852938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Calendario&#10;&#10;Descripción generada automáticamente con confianza media">
            <a:extLst>
              <a:ext uri="{FF2B5EF4-FFF2-40B4-BE49-F238E27FC236}">
                <a16:creationId xmlns:a16="http://schemas.microsoft.com/office/drawing/2014/main" id="{7F535B13-CD10-974C-BF7B-B8EA82EEA5D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282"/>
            <a:ext cx="12221084" cy="6841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2887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Forma&#10;&#10;Descripción generada automáticamente">
            <a:extLst>
              <a:ext uri="{FF2B5EF4-FFF2-40B4-BE49-F238E27FC236}">
                <a16:creationId xmlns:a16="http://schemas.microsoft.com/office/drawing/2014/main" id="{FCADEDCF-DA7F-C84B-9E3A-D37447BC1E9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5016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08212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 descr="Forma&#10;&#10;Descripción generada automáticamente">
            <a:extLst>
              <a:ext uri="{FF2B5EF4-FFF2-40B4-BE49-F238E27FC236}">
                <a16:creationId xmlns:a16="http://schemas.microsoft.com/office/drawing/2014/main" id="{6BB30792-84BC-5645-AFE5-6C1B6C31C00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9084" y="0"/>
            <a:ext cx="1225016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94597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Forma&#10;&#10;Descripción generada automáticamente">
            <a:extLst>
              <a:ext uri="{FF2B5EF4-FFF2-40B4-BE49-F238E27FC236}">
                <a16:creationId xmlns:a16="http://schemas.microsoft.com/office/drawing/2014/main" id="{85B58F2E-6ABC-6141-8351-A9667E5A270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282"/>
            <a:ext cx="12221084" cy="6841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95976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 descr="Forma&#10;&#10;Descripción generada automáticamente con confianza media">
            <a:extLst>
              <a:ext uri="{FF2B5EF4-FFF2-40B4-BE49-F238E27FC236}">
                <a16:creationId xmlns:a16="http://schemas.microsoft.com/office/drawing/2014/main" id="{B77A4838-F1DD-9046-91FC-E45F8062347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5016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60935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Forma&#10;&#10;Descripción generada automáticamente">
            <a:extLst>
              <a:ext uri="{FF2B5EF4-FFF2-40B4-BE49-F238E27FC236}">
                <a16:creationId xmlns:a16="http://schemas.microsoft.com/office/drawing/2014/main" id="{BFD4B215-CC6C-F747-BEB2-F42A821CE9C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9084" y="0"/>
            <a:ext cx="1225016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00958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 descr="Forma&#10;&#10;Descripción generada automáticamente">
            <a:extLst>
              <a:ext uri="{FF2B5EF4-FFF2-40B4-BE49-F238E27FC236}">
                <a16:creationId xmlns:a16="http://schemas.microsoft.com/office/drawing/2014/main" id="{3CD84CC3-4E28-3146-BFE5-F7C65E952CC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282"/>
            <a:ext cx="12221084" cy="6841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8155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magen que contiene Gráfico de líneas&#10;&#10;Descripción generada automáticamente">
            <a:extLst>
              <a:ext uri="{FF2B5EF4-FFF2-40B4-BE49-F238E27FC236}">
                <a16:creationId xmlns:a16="http://schemas.microsoft.com/office/drawing/2014/main" id="{91430346-03E4-0841-B9CE-876C88D5472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9084" y="0"/>
            <a:ext cx="1225016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34645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magen que contiene Interfaz de usuario gráfica&#10;&#10;Descripción generada automáticamente">
            <a:extLst>
              <a:ext uri="{FF2B5EF4-FFF2-40B4-BE49-F238E27FC236}">
                <a16:creationId xmlns:a16="http://schemas.microsoft.com/office/drawing/2014/main" id="{783FC83D-79C1-104A-AB7A-0137336B08D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9084" y="0"/>
            <a:ext cx="1225016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35166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321573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6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 descr="Forma&#10;&#10;Descripción generada automáticamente">
            <a:extLst>
              <a:ext uri="{FF2B5EF4-FFF2-40B4-BE49-F238E27FC236}">
                <a16:creationId xmlns:a16="http://schemas.microsoft.com/office/drawing/2014/main" id="{21EE62C8-D1C0-584A-83CF-E72D8255CA0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615"/>
            <a:ext cx="12192000" cy="682677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7124" y="467602"/>
            <a:ext cx="8518635" cy="74778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Ubuntu" panose="020B0504030602030204" pitchFamily="34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8353097" cy="43513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latin typeface="Ubuntu" panose="020B0504030602030204" pitchFamily="34" charset="0"/>
              </a:defRPr>
            </a:lvl1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30697373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28B92-081D-4E46-9117-5C5CBD7921D1}" type="datetimeFigureOut">
              <a:rPr lang="es-AR" smtClean="0"/>
              <a:t>31/8/2026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B3CAF-4838-4752-A64A-D86CFD53E9DF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5665639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28B92-081D-4E46-9117-5C5CBD7921D1}" type="datetimeFigureOut">
              <a:rPr lang="es-AR" smtClean="0"/>
              <a:t>31/8/2026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B3CAF-4838-4752-A64A-D86CFD53E9DF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1817369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28B92-081D-4E46-9117-5C5CBD7921D1}" type="datetimeFigureOut">
              <a:rPr lang="es-AR" smtClean="0"/>
              <a:t>31/8/2026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B3CAF-4838-4752-A64A-D86CFD53E9DF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25201559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28B92-081D-4E46-9117-5C5CBD7921D1}" type="datetimeFigureOut">
              <a:rPr lang="es-AR" smtClean="0"/>
              <a:t>31/8/2026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B3CAF-4838-4752-A64A-D86CFD53E9DF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0468107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28B92-081D-4E46-9117-5C5CBD7921D1}" type="datetimeFigureOut">
              <a:rPr lang="es-AR" smtClean="0"/>
              <a:t>31/8/2026</a:t>
            </a:fld>
            <a:endParaRPr lang="es-A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B3CAF-4838-4752-A64A-D86CFD53E9DF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00251202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28B92-081D-4E46-9117-5C5CBD7921D1}" type="datetimeFigureOut">
              <a:rPr lang="es-AR" smtClean="0"/>
              <a:t>31/8/2026</a:t>
            </a:fld>
            <a:endParaRPr lang="es-A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B3CAF-4838-4752-A64A-D86CFD53E9DF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59166114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28B92-081D-4E46-9117-5C5CBD7921D1}" type="datetimeFigureOut">
              <a:rPr lang="es-AR" smtClean="0"/>
              <a:t>31/8/2026</a:t>
            </a:fld>
            <a:endParaRPr lang="es-A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B3CAF-4838-4752-A64A-D86CFD53E9DF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76922203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28B92-081D-4E46-9117-5C5CBD7921D1}" type="datetimeFigureOut">
              <a:rPr lang="es-AR" smtClean="0"/>
              <a:t>31/8/2026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B3CAF-4838-4752-A64A-D86CFD53E9DF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22139789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28B92-081D-4E46-9117-5C5CBD7921D1}" type="datetimeFigureOut">
              <a:rPr lang="es-AR" smtClean="0"/>
              <a:t>31/8/2026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B3CAF-4838-4752-A64A-D86CFD53E9DF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50081241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28B92-081D-4E46-9117-5C5CBD7921D1}" type="datetimeFigureOut">
              <a:rPr lang="es-AR" smtClean="0"/>
              <a:t>31/8/2026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B3CAF-4838-4752-A64A-D86CFD53E9DF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62420459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28B92-081D-4E46-9117-5C5CBD7921D1}" type="datetimeFigureOut">
              <a:rPr lang="es-AR" smtClean="0"/>
              <a:t>31/8/2026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B3CAF-4838-4752-A64A-D86CFD53E9DF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93549369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441F7-0A78-4297-9737-0443242114E2}" type="datetimeFigureOut">
              <a:rPr lang="es-AR" smtClean="0"/>
              <a:t>31/8/2026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BA32B-691B-46E8-8163-E2FBFCC2E1E7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7525461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65326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32" r:id="rId3"/>
    <p:sldLayoutId id="2147483733" r:id="rId4"/>
    <p:sldLayoutId id="2147483734" r:id="rId5"/>
    <p:sldLayoutId id="2147483735" r:id="rId6"/>
    <p:sldLayoutId id="2147483736" r:id="rId7"/>
    <p:sldLayoutId id="2147483737" r:id="rId8"/>
    <p:sldLayoutId id="2147483738" r:id="rId9"/>
    <p:sldLayoutId id="2147483715" r:id="rId10"/>
    <p:sldLayoutId id="214748373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128B92-081D-4E46-9117-5C5CBD7921D1}" type="datetimeFigureOut">
              <a:rPr lang="es-AR" smtClean="0"/>
              <a:t>31/8/2026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AB3CAF-4838-4752-A64A-D86CFD53E9DF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239758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AR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AR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AR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AR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AR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AR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AR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AR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A441F7-0A78-4297-9737-0443242114E2}" type="datetimeFigureOut">
              <a:rPr lang="es-AR" smtClean="0"/>
              <a:t>31/8/2026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B26BA32B-691B-46E8-8163-E2FBFCC2E1E7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5865558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424750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80648473-4FFD-CE1E-214E-D8C7C7EF7807}"/>
              </a:ext>
            </a:extLst>
          </p:cNvPr>
          <p:cNvSpPr txBox="1"/>
          <p:nvPr/>
        </p:nvSpPr>
        <p:spPr>
          <a:xfrm>
            <a:off x="1517797" y="2876920"/>
            <a:ext cx="915640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sz="6600" b="1">
                <a:solidFill>
                  <a:schemeClr val="bg1"/>
                </a:solidFill>
              </a:rPr>
              <a:t>Exposición de experto</a:t>
            </a:r>
            <a:endParaRPr lang="es-AR" sz="6600" b="1"/>
          </a:p>
        </p:txBody>
      </p:sp>
    </p:spTree>
    <p:extLst>
      <p:ext uri="{BB962C8B-B14F-4D97-AF65-F5344CB8AC3E}">
        <p14:creationId xmlns:p14="http://schemas.microsoft.com/office/powerpoint/2010/main" val="33166811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8F01C925-114A-F6F9-FBBC-211C761E04C0}"/>
              </a:ext>
            </a:extLst>
          </p:cNvPr>
          <p:cNvSpPr txBox="1">
            <a:spLocks/>
          </p:cNvSpPr>
          <p:nvPr/>
        </p:nvSpPr>
        <p:spPr>
          <a:xfrm>
            <a:off x="579740" y="635719"/>
            <a:ext cx="6719776" cy="574158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AR" sz="4000" b="1">
                <a:solidFill>
                  <a:schemeClr val="bg1"/>
                </a:solidFill>
              </a:rPr>
              <a:t>Temas a desarrollar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22DCF6E0-E765-EB34-0B46-747DB290138B}"/>
              </a:ext>
            </a:extLst>
          </p:cNvPr>
          <p:cNvSpPr txBox="1"/>
          <p:nvPr/>
        </p:nvSpPr>
        <p:spPr>
          <a:xfrm>
            <a:off x="1170260" y="1862750"/>
            <a:ext cx="6738207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s-MX" sz="2400" b="1"/>
              <a:t>El ecosistema real de la </a:t>
            </a:r>
            <a:r>
              <a:rPr lang="es-MX" sz="2400" b="1" err="1"/>
              <a:t>GenAI</a:t>
            </a:r>
            <a:endParaRPr lang="es-MX" sz="2400" b="1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781D4304-08BD-C2C7-9E4F-2B70114F4BFB}"/>
              </a:ext>
            </a:extLst>
          </p:cNvPr>
          <p:cNvSpPr txBox="1"/>
          <p:nvPr/>
        </p:nvSpPr>
        <p:spPr>
          <a:xfrm>
            <a:off x="1170260" y="2467537"/>
            <a:ext cx="6738211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MX" sz="2400" b="1">
                <a:solidFill>
                  <a:srgbClr val="7F7F7F"/>
                </a:solidFill>
                <a:ea typeface="+mn-lt"/>
                <a:cs typeface="+mn-lt"/>
              </a:rPr>
              <a:t>Los 5 pilares del ecosistema</a:t>
            </a:r>
          </a:p>
        </p:txBody>
      </p:sp>
      <p:sp>
        <p:nvSpPr>
          <p:cNvPr id="25" name="Elipse 24">
            <a:extLst>
              <a:ext uri="{FF2B5EF4-FFF2-40B4-BE49-F238E27FC236}">
                <a16:creationId xmlns:a16="http://schemas.microsoft.com/office/drawing/2014/main" id="{3C1FE7AD-CB70-1C35-44BF-DF78403ACA9C}"/>
              </a:ext>
            </a:extLst>
          </p:cNvPr>
          <p:cNvSpPr/>
          <p:nvPr/>
        </p:nvSpPr>
        <p:spPr>
          <a:xfrm>
            <a:off x="711551" y="2033367"/>
            <a:ext cx="130628" cy="130628"/>
          </a:xfrm>
          <a:prstGeom prst="ellipse">
            <a:avLst/>
          </a:prstGeom>
          <a:solidFill>
            <a:srgbClr val="A57E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6" name="Elipse 25">
            <a:extLst>
              <a:ext uri="{FF2B5EF4-FFF2-40B4-BE49-F238E27FC236}">
                <a16:creationId xmlns:a16="http://schemas.microsoft.com/office/drawing/2014/main" id="{82FE8D8F-B960-6CDE-91B5-04B0CE3126F1}"/>
              </a:ext>
            </a:extLst>
          </p:cNvPr>
          <p:cNvSpPr/>
          <p:nvPr/>
        </p:nvSpPr>
        <p:spPr>
          <a:xfrm>
            <a:off x="711551" y="2611837"/>
            <a:ext cx="130628" cy="130628"/>
          </a:xfrm>
          <a:prstGeom prst="ellipse">
            <a:avLst/>
          </a:prstGeom>
          <a:solidFill>
            <a:srgbClr val="CF10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D01315BB-3AE3-6BE0-1C63-221465855AC1}"/>
              </a:ext>
            </a:extLst>
          </p:cNvPr>
          <p:cNvSpPr txBox="1"/>
          <p:nvPr/>
        </p:nvSpPr>
        <p:spPr>
          <a:xfrm>
            <a:off x="1170260" y="3072324"/>
            <a:ext cx="6738211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MX" sz="2400" b="1">
                <a:solidFill>
                  <a:srgbClr val="7F7F7F"/>
                </a:solidFill>
                <a:ea typeface="+mn-lt"/>
                <a:cs typeface="+mn-lt"/>
              </a:rPr>
              <a:t>IA TRADICIONAL vs GENERATIVA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EB068E0E-9CF0-B4FC-ED97-F7EC9440D599}"/>
              </a:ext>
            </a:extLst>
          </p:cNvPr>
          <p:cNvSpPr txBox="1"/>
          <p:nvPr/>
        </p:nvSpPr>
        <p:spPr>
          <a:xfrm>
            <a:off x="1170260" y="3677111"/>
            <a:ext cx="6738211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2400" b="1">
                <a:solidFill>
                  <a:srgbClr val="7F7F7F"/>
                </a:solidFill>
                <a:ea typeface="+mn-lt"/>
                <a:cs typeface="+mn-lt"/>
              </a:rPr>
              <a:t>MODELOS FUNDACIONALES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70742F4-8C20-AE82-5150-26D517757930}"/>
              </a:ext>
            </a:extLst>
          </p:cNvPr>
          <p:cNvSpPr txBox="1"/>
          <p:nvPr/>
        </p:nvSpPr>
        <p:spPr>
          <a:xfrm>
            <a:off x="1170261" y="4934010"/>
            <a:ext cx="1167498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>
              <a:defRPr sz="3200" b="1">
                <a:solidFill>
                  <a:srgbClr val="7F7F7F"/>
                </a:solidFill>
                <a:ea typeface="+mn-lt"/>
                <a:cs typeface="+mn-lt"/>
              </a:defRPr>
            </a:lvl1pPr>
          </a:lstStyle>
          <a:p>
            <a:r>
              <a:rPr lang="es-AR" sz="2400"/>
              <a:t>Cierre</a:t>
            </a:r>
            <a:endParaRPr lang="es-ES" sz="2400"/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3DF4373C-5003-0704-D3A0-391203C50DBE}"/>
              </a:ext>
            </a:extLst>
          </p:cNvPr>
          <p:cNvSpPr/>
          <p:nvPr/>
        </p:nvSpPr>
        <p:spPr>
          <a:xfrm>
            <a:off x="711551" y="3212862"/>
            <a:ext cx="130628" cy="13062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9A922C06-282C-697B-C92A-58FDC35C877A}"/>
              </a:ext>
            </a:extLst>
          </p:cNvPr>
          <p:cNvSpPr/>
          <p:nvPr/>
        </p:nvSpPr>
        <p:spPr>
          <a:xfrm>
            <a:off x="711551" y="3851700"/>
            <a:ext cx="130628" cy="130628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53FE7EB9-DE21-FC73-CDF6-4761F1485A78}"/>
              </a:ext>
            </a:extLst>
          </p:cNvPr>
          <p:cNvSpPr/>
          <p:nvPr/>
        </p:nvSpPr>
        <p:spPr>
          <a:xfrm>
            <a:off x="711551" y="4617989"/>
            <a:ext cx="130628" cy="130628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8880669B-F695-23AA-1C71-ED7A872326F9}"/>
              </a:ext>
            </a:extLst>
          </p:cNvPr>
          <p:cNvSpPr txBox="1"/>
          <p:nvPr/>
        </p:nvSpPr>
        <p:spPr>
          <a:xfrm>
            <a:off x="1170260" y="4420977"/>
            <a:ext cx="2570467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>
              <a:defRPr sz="3200" b="1">
                <a:solidFill>
                  <a:srgbClr val="7F7F7F"/>
                </a:solidFill>
                <a:ea typeface="+mn-lt"/>
                <a:cs typeface="+mn-lt"/>
              </a:defRPr>
            </a:lvl1pPr>
          </a:lstStyle>
          <a:p>
            <a:r>
              <a:rPr lang="es-MX" sz="2400"/>
              <a:t>Actividades</a:t>
            </a:r>
            <a:endParaRPr lang="es-ES" sz="2400"/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42E78C5A-69CA-4F05-9FD2-16B5A9FFDAB5}"/>
              </a:ext>
            </a:extLst>
          </p:cNvPr>
          <p:cNvSpPr/>
          <p:nvPr/>
        </p:nvSpPr>
        <p:spPr>
          <a:xfrm>
            <a:off x="711551" y="5139050"/>
            <a:ext cx="130628" cy="130628"/>
          </a:xfrm>
          <a:prstGeom prst="ellipse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3941744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80648473-4FFD-CE1E-214E-D8C7C7EF7807}"/>
              </a:ext>
            </a:extLst>
          </p:cNvPr>
          <p:cNvSpPr txBox="1"/>
          <p:nvPr/>
        </p:nvSpPr>
        <p:spPr>
          <a:xfrm>
            <a:off x="1377238" y="2367002"/>
            <a:ext cx="9156405" cy="212365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defRPr/>
            </a:pPr>
            <a:r>
              <a:rPr lang="es-MX" sz="6600" b="1">
                <a:solidFill>
                  <a:prstClr val="white"/>
                </a:solidFill>
              </a:rPr>
              <a:t>Herramientas de IA para la productividad</a:t>
            </a:r>
            <a:endParaRPr lang="es-E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39594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3526DC-2717-F603-0CD3-111F267351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5E53520E-E094-012D-E50E-C04CC9367609}"/>
              </a:ext>
            </a:extLst>
          </p:cNvPr>
          <p:cNvSpPr txBox="1"/>
          <p:nvPr/>
        </p:nvSpPr>
        <p:spPr>
          <a:xfrm>
            <a:off x="453893" y="579150"/>
            <a:ext cx="9156405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s-MX" sz="4000" b="1">
                <a:solidFill>
                  <a:prstClr val="white"/>
                </a:solidFill>
              </a:rPr>
              <a:t>Herramientas de IA para la productividad</a:t>
            </a:r>
          </a:p>
        </p:txBody>
      </p:sp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C074DD9C-7D58-7A0E-ED57-C3336A14D30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74998122"/>
              </p:ext>
            </p:extLst>
          </p:nvPr>
        </p:nvGraphicFramePr>
        <p:xfrm>
          <a:off x="524041" y="1287035"/>
          <a:ext cx="8515685" cy="53280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CuadroTexto 2">
            <a:extLst>
              <a:ext uri="{FF2B5EF4-FFF2-40B4-BE49-F238E27FC236}">
                <a16:creationId xmlns:a16="http://schemas.microsoft.com/office/drawing/2014/main" id="{25244B09-6578-2E83-3721-2135195EB54B}"/>
              </a:ext>
            </a:extLst>
          </p:cNvPr>
          <p:cNvSpPr txBox="1"/>
          <p:nvPr/>
        </p:nvSpPr>
        <p:spPr>
          <a:xfrm>
            <a:off x="705872" y="3494722"/>
            <a:ext cx="8118088" cy="2831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/>
              <a:t>Uso de herramientas de IA para: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MX" sz="3200" b="1"/>
              <a:t>reducir tiempo</a:t>
            </a:r>
            <a:r>
              <a:rPr lang="es-MX" sz="3200"/>
              <a:t> en tareas repetitivas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MX" sz="3200" b="1"/>
              <a:t>mejorar la calidad</a:t>
            </a:r>
            <a:r>
              <a:rPr lang="es-MX" sz="3200"/>
              <a:t> de resultados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MX" sz="3200" b="1"/>
              <a:t>automatizar procesos</a:t>
            </a:r>
            <a:r>
              <a:rPr lang="es-MX" sz="3200"/>
              <a:t>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MX" sz="3200" b="1"/>
              <a:t>asistir en la toma de decisiones</a:t>
            </a:r>
            <a:endParaRPr lang="es-MX" sz="3200"/>
          </a:p>
          <a:p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3418239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A61DF7-5637-C6F6-2634-4B6EC25EEF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41356D6C-CCAE-8856-4FAB-5F96944447CB}"/>
              </a:ext>
            </a:extLst>
          </p:cNvPr>
          <p:cNvSpPr txBox="1"/>
          <p:nvPr/>
        </p:nvSpPr>
        <p:spPr>
          <a:xfrm>
            <a:off x="453893" y="579150"/>
            <a:ext cx="9156405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s-MX" sz="3600" b="1">
                <a:solidFill>
                  <a:prstClr val="white"/>
                </a:solidFill>
              </a:rPr>
              <a:t>Herramientas de IA para la productividad</a:t>
            </a:r>
          </a:p>
        </p:txBody>
      </p:sp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D57FCCBC-8206-0D8A-3590-4CD52734838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92152328"/>
              </p:ext>
            </p:extLst>
          </p:nvPr>
        </p:nvGraphicFramePr>
        <p:xfrm>
          <a:off x="524041" y="1287036"/>
          <a:ext cx="8515685" cy="55709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CuadroTexto 4">
            <a:extLst>
              <a:ext uri="{FF2B5EF4-FFF2-40B4-BE49-F238E27FC236}">
                <a16:creationId xmlns:a16="http://schemas.microsoft.com/office/drawing/2014/main" id="{73DD29CE-55CF-B6A2-F68A-C263C8F8B18D}"/>
              </a:ext>
            </a:extLst>
          </p:cNvPr>
          <p:cNvSpPr txBox="1"/>
          <p:nvPr/>
        </p:nvSpPr>
        <p:spPr>
          <a:xfrm>
            <a:off x="1719163" y="2703864"/>
            <a:ext cx="612544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2400" b="1"/>
              <a:t>Asistentes conversacionales</a:t>
            </a:r>
            <a:endParaRPr lang="es-AR" sz="2400"/>
          </a:p>
          <a:p>
            <a:r>
              <a:rPr lang="es-AR" sz="2400" err="1"/>
              <a:t>ChatGPT</a:t>
            </a:r>
            <a:r>
              <a:rPr lang="es-AR" sz="2400"/>
              <a:t>, Gemini, </a:t>
            </a:r>
            <a:r>
              <a:rPr lang="es-AR" sz="2400" err="1"/>
              <a:t>Copilot</a:t>
            </a:r>
            <a:r>
              <a:rPr lang="es-AR" sz="2400"/>
              <a:t> </a:t>
            </a:r>
          </a:p>
          <a:p>
            <a:r>
              <a:rPr lang="es-AR" sz="2400" b="1"/>
              <a:t>Generación de contenido</a:t>
            </a:r>
            <a:endParaRPr lang="es-AR" sz="2400"/>
          </a:p>
          <a:p>
            <a:r>
              <a:rPr lang="es-AR" sz="2400"/>
              <a:t>texto, imágenes, código </a:t>
            </a:r>
          </a:p>
          <a:p>
            <a:r>
              <a:rPr lang="es-AR" sz="2400" b="1"/>
              <a:t>Análisis y síntesis</a:t>
            </a:r>
            <a:endParaRPr lang="es-AR" sz="2400"/>
          </a:p>
          <a:p>
            <a:r>
              <a:rPr lang="es-AR" sz="2400"/>
              <a:t>resúmenes, </a:t>
            </a:r>
            <a:r>
              <a:rPr lang="es-AR" sz="2400" err="1"/>
              <a:t>insights</a:t>
            </a:r>
            <a:r>
              <a:rPr lang="es-AR" sz="2400"/>
              <a:t>, comparaciones </a:t>
            </a:r>
          </a:p>
          <a:p>
            <a:r>
              <a:rPr lang="es-AR" sz="2400" b="1"/>
              <a:t>Automatización</a:t>
            </a:r>
            <a:endParaRPr lang="es-AR" sz="2400"/>
          </a:p>
          <a:p>
            <a:r>
              <a:rPr lang="es-AR" sz="2400"/>
              <a:t>flujos de trabajo (</a:t>
            </a:r>
            <a:r>
              <a:rPr lang="es-AR" sz="2400" err="1"/>
              <a:t>Zapier</a:t>
            </a:r>
            <a:r>
              <a:rPr lang="es-AR" sz="2400"/>
              <a:t>, </a:t>
            </a:r>
            <a:r>
              <a:rPr lang="es-AR" sz="2400" err="1"/>
              <a:t>Make</a:t>
            </a:r>
            <a:r>
              <a:rPr lang="es-AR" sz="2400"/>
              <a:t>, n8n) </a:t>
            </a:r>
          </a:p>
          <a:p>
            <a:r>
              <a:rPr lang="es-AR" sz="2400" b="1"/>
              <a:t>Investigación asistida</a:t>
            </a:r>
            <a:endParaRPr lang="es-AR" sz="2400"/>
          </a:p>
          <a:p>
            <a:r>
              <a:rPr lang="es-AR" sz="2400"/>
              <a:t>búsqueda + síntesis (</a:t>
            </a:r>
            <a:r>
              <a:rPr lang="es-AR" sz="2400" err="1"/>
              <a:t>deep</a:t>
            </a:r>
            <a:r>
              <a:rPr lang="es-AR" sz="2400"/>
              <a:t> </a:t>
            </a:r>
            <a:r>
              <a:rPr lang="es-AR" sz="2400" err="1"/>
              <a:t>research</a:t>
            </a:r>
            <a:r>
              <a:rPr lang="es-AR" sz="240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1930581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997905-9883-81B9-F112-E4C00870F0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32014E5E-9087-7116-F0B9-FDE76E1B915E}"/>
              </a:ext>
            </a:extLst>
          </p:cNvPr>
          <p:cNvSpPr txBox="1"/>
          <p:nvPr/>
        </p:nvSpPr>
        <p:spPr>
          <a:xfrm>
            <a:off x="453893" y="579150"/>
            <a:ext cx="9156405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s-MX" sz="3600" b="1">
                <a:solidFill>
                  <a:prstClr val="white"/>
                </a:solidFill>
              </a:rPr>
              <a:t>Herramientas de IA para la productividad</a:t>
            </a:r>
          </a:p>
        </p:txBody>
      </p:sp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66285045-A920-2593-B89D-C36DE93A0CA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23668360"/>
              </p:ext>
            </p:extLst>
          </p:nvPr>
        </p:nvGraphicFramePr>
        <p:xfrm>
          <a:off x="524041" y="1287036"/>
          <a:ext cx="8515685" cy="40608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CuadroTexto 2">
            <a:extLst>
              <a:ext uri="{FF2B5EF4-FFF2-40B4-BE49-F238E27FC236}">
                <a16:creationId xmlns:a16="http://schemas.microsoft.com/office/drawing/2014/main" id="{F62099F9-BCE0-EAE6-7045-86760B6F128E}"/>
              </a:ext>
            </a:extLst>
          </p:cNvPr>
          <p:cNvSpPr txBox="1"/>
          <p:nvPr/>
        </p:nvSpPr>
        <p:spPr>
          <a:xfrm>
            <a:off x="3181888" y="3463805"/>
            <a:ext cx="5300528" cy="2831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3200"/>
              <a:t>estudio y aprendizaje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3200"/>
              <a:t>trabajo profesional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3200"/>
              <a:t>desarrollo de software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3200"/>
              <a:t>marketing y contenido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3200"/>
              <a:t>análisis de información</a:t>
            </a:r>
            <a:endParaRPr lang="es-AR" sz="3200"/>
          </a:p>
          <a:p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8635607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21E093-6993-574A-8ED7-46935CE288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3C74EE92-49B4-9F3D-F189-06911A48892F}"/>
              </a:ext>
            </a:extLst>
          </p:cNvPr>
          <p:cNvSpPr txBox="1"/>
          <p:nvPr/>
        </p:nvSpPr>
        <p:spPr>
          <a:xfrm>
            <a:off x="453893" y="579150"/>
            <a:ext cx="9156405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s-MX" sz="3600" b="1">
                <a:solidFill>
                  <a:prstClr val="white"/>
                </a:solidFill>
              </a:rPr>
              <a:t>Herramientas de IA para la productividad</a:t>
            </a:r>
          </a:p>
        </p:txBody>
      </p:sp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374B2EE3-8889-82E7-0151-53AE4EEFBAB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57636878"/>
              </p:ext>
            </p:extLst>
          </p:nvPr>
        </p:nvGraphicFramePr>
        <p:xfrm>
          <a:off x="524041" y="1287036"/>
          <a:ext cx="8515685" cy="40608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9136466A-6374-0AFA-413C-9E345CE414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642" y="3101147"/>
            <a:ext cx="7319632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AR" altLang="es-AR" sz="3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respuestas incorrectas o incompletas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AR" altLang="es-AR" sz="3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AR" altLang="es-AR" sz="32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dependenia</a:t>
            </a:r>
            <a:r>
              <a:rPr kumimoji="0" lang="es-AR" altLang="es-AR" sz="3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excesiva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AR" altLang="es-AR" sz="3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sesgos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AR" altLang="es-AR" sz="3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uso sin validación </a:t>
            </a:r>
          </a:p>
        </p:txBody>
      </p:sp>
    </p:spTree>
    <p:extLst>
      <p:ext uri="{BB962C8B-B14F-4D97-AF65-F5344CB8AC3E}">
        <p14:creationId xmlns:p14="http://schemas.microsoft.com/office/powerpoint/2010/main" val="38088016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3BD824-C8DE-DDC4-7F40-66F4F05170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B45CA851-0237-CDA0-9662-A76D42C4254B}"/>
              </a:ext>
            </a:extLst>
          </p:cNvPr>
          <p:cNvSpPr txBox="1"/>
          <p:nvPr/>
        </p:nvSpPr>
        <p:spPr>
          <a:xfrm>
            <a:off x="453893" y="579150"/>
            <a:ext cx="9156405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s-AR" sz="4000" b="1">
                <a:solidFill>
                  <a:schemeClr val="bg1"/>
                </a:solidFill>
              </a:rPr>
              <a:t>Idea clave</a:t>
            </a:r>
          </a:p>
        </p:txBody>
      </p:sp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AC57EF58-E8D3-A60A-C914-B5B25143F2C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04751300"/>
              </p:ext>
            </p:extLst>
          </p:nvPr>
        </p:nvGraphicFramePr>
        <p:xfrm>
          <a:off x="524041" y="1287036"/>
          <a:ext cx="8853639" cy="54592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883081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01A48A-6CAB-C7DC-D1BC-C9E5F2C0F6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347972BE-7075-A8DE-0552-741F45FE3C75}"/>
              </a:ext>
            </a:extLst>
          </p:cNvPr>
          <p:cNvSpPr txBox="1"/>
          <p:nvPr/>
        </p:nvSpPr>
        <p:spPr>
          <a:xfrm>
            <a:off x="319217" y="2409176"/>
            <a:ext cx="1155356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sz="6600" b="1" i="0" u="none" strike="noStrike">
                <a:solidFill>
                  <a:schemeClr val="bg1"/>
                </a:solidFill>
                <a:effectLst/>
              </a:rPr>
              <a:t>¿Preguntas?</a:t>
            </a:r>
            <a:endParaRPr lang="es-AR" sz="66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37227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>
            <a:extLst>
              <a:ext uri="{FF2B5EF4-FFF2-40B4-BE49-F238E27FC236}">
                <a16:creationId xmlns:a16="http://schemas.microsoft.com/office/drawing/2014/main" id="{8DD8B87C-C830-682A-4B7B-E9BA46DAD953}"/>
              </a:ext>
            </a:extLst>
          </p:cNvPr>
          <p:cNvSpPr/>
          <p:nvPr/>
        </p:nvSpPr>
        <p:spPr>
          <a:xfrm>
            <a:off x="-30822" y="0"/>
            <a:ext cx="5377970" cy="6858002"/>
          </a:xfrm>
          <a:prstGeom prst="rect">
            <a:avLst/>
          </a:prstGeom>
          <a:solidFill>
            <a:srgbClr val="E1E1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0FF60EDB-6267-EFDB-1380-1704C3E894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827" b="14827"/>
          <a:stretch/>
        </p:blipFill>
        <p:spPr>
          <a:xfrm rot="16200000">
            <a:off x="3918106" y="1020714"/>
            <a:ext cx="6858001" cy="4816573"/>
          </a:xfrm>
          <a:prstGeom prst="rect">
            <a:avLst/>
          </a:prstGeom>
        </p:spPr>
      </p:pic>
      <p:sp>
        <p:nvSpPr>
          <p:cNvPr id="9" name="Rectángulo 8">
            <a:extLst>
              <a:ext uri="{FF2B5EF4-FFF2-40B4-BE49-F238E27FC236}">
                <a16:creationId xmlns:a16="http://schemas.microsoft.com/office/drawing/2014/main" id="{EB3135A7-4C40-FBEB-0B4B-542FE662277F}"/>
              </a:ext>
            </a:extLst>
          </p:cNvPr>
          <p:cNvSpPr/>
          <p:nvPr/>
        </p:nvSpPr>
        <p:spPr>
          <a:xfrm>
            <a:off x="711200" y="769257"/>
            <a:ext cx="8302171" cy="5384800"/>
          </a:xfrm>
          <a:prstGeom prst="rect">
            <a:avLst/>
          </a:prstGeom>
          <a:solidFill>
            <a:srgbClr val="4C4C4C">
              <a:alpha val="88000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1AB98000-0149-1801-9ECA-D5A25455BCCA}"/>
              </a:ext>
            </a:extLst>
          </p:cNvPr>
          <p:cNvSpPr/>
          <p:nvPr/>
        </p:nvSpPr>
        <p:spPr>
          <a:xfrm>
            <a:off x="711200" y="769257"/>
            <a:ext cx="8302171" cy="5384800"/>
          </a:xfrm>
          <a:prstGeom prst="rect">
            <a:avLst/>
          </a:prstGeom>
          <a:noFill/>
          <a:ln w="76200">
            <a:solidFill>
              <a:srgbClr val="F6A61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7" name="Forma libre: forma 6">
            <a:extLst>
              <a:ext uri="{FF2B5EF4-FFF2-40B4-BE49-F238E27FC236}">
                <a16:creationId xmlns:a16="http://schemas.microsoft.com/office/drawing/2014/main" id="{5BA26AD5-71CC-52AB-7D6C-4601C5C16AD7}"/>
              </a:ext>
            </a:extLst>
          </p:cNvPr>
          <p:cNvSpPr/>
          <p:nvPr/>
        </p:nvSpPr>
        <p:spPr>
          <a:xfrm>
            <a:off x="2109047" y="3983734"/>
            <a:ext cx="1493811" cy="568526"/>
          </a:xfrm>
          <a:custGeom>
            <a:avLst/>
            <a:gdLst>
              <a:gd name="connsiteX0" fmla="*/ 1346911 w 1493811"/>
              <a:gd name="connsiteY0" fmla="*/ 0 h 568526"/>
              <a:gd name="connsiteX1" fmla="*/ 43879 w 1493811"/>
              <a:gd name="connsiteY1" fmla="*/ 0 h 568526"/>
              <a:gd name="connsiteX2" fmla="*/ 0 w 1493811"/>
              <a:gd name="connsiteY2" fmla="*/ 43880 h 568526"/>
              <a:gd name="connsiteX3" fmla="*/ 0 w 1493811"/>
              <a:gd name="connsiteY3" fmla="*/ 524647 h 568526"/>
              <a:gd name="connsiteX4" fmla="*/ 13355 w 1493811"/>
              <a:gd name="connsiteY4" fmla="*/ 555172 h 568526"/>
              <a:gd name="connsiteX5" fmla="*/ 43879 w 1493811"/>
              <a:gd name="connsiteY5" fmla="*/ 568526 h 568526"/>
              <a:gd name="connsiteX6" fmla="*/ 1346911 w 1493811"/>
              <a:gd name="connsiteY6" fmla="*/ 568526 h 568526"/>
              <a:gd name="connsiteX7" fmla="*/ 1493812 w 1493811"/>
              <a:gd name="connsiteY7" fmla="*/ 360575 h 568526"/>
              <a:gd name="connsiteX8" fmla="*/ 1493812 w 1493811"/>
              <a:gd name="connsiteY8" fmla="*/ 207951 h 568526"/>
              <a:gd name="connsiteX9" fmla="*/ 1346911 w 1493811"/>
              <a:gd name="connsiteY9" fmla="*/ 0 h 568526"/>
              <a:gd name="connsiteX10" fmla="*/ 1066464 w 1493811"/>
              <a:gd name="connsiteY10" fmla="*/ 87759 h 568526"/>
              <a:gd name="connsiteX11" fmla="*/ 1127513 w 1493811"/>
              <a:gd name="connsiteY11" fmla="*/ 207951 h 568526"/>
              <a:gd name="connsiteX12" fmla="*/ 1127513 w 1493811"/>
              <a:gd name="connsiteY12" fmla="*/ 360575 h 568526"/>
              <a:gd name="connsiteX13" fmla="*/ 1066464 w 1493811"/>
              <a:gd name="connsiteY13" fmla="*/ 480767 h 568526"/>
              <a:gd name="connsiteX14" fmla="*/ 908116 w 1493811"/>
              <a:gd name="connsiteY14" fmla="*/ 480767 h 568526"/>
              <a:gd name="connsiteX15" fmla="*/ 934825 w 1493811"/>
              <a:gd name="connsiteY15" fmla="*/ 360575 h 568526"/>
              <a:gd name="connsiteX16" fmla="*/ 934825 w 1493811"/>
              <a:gd name="connsiteY16" fmla="*/ 207951 h 568526"/>
              <a:gd name="connsiteX17" fmla="*/ 908116 w 1493811"/>
              <a:gd name="connsiteY17" fmla="*/ 87759 h 568526"/>
              <a:gd name="connsiteX18" fmla="*/ 1066464 w 1493811"/>
              <a:gd name="connsiteY18" fmla="*/ 87759 h 568526"/>
              <a:gd name="connsiteX19" fmla="*/ 87759 w 1493811"/>
              <a:gd name="connsiteY19" fmla="*/ 87759 h 568526"/>
              <a:gd name="connsiteX20" fmla="*/ 787924 w 1493811"/>
              <a:gd name="connsiteY20" fmla="*/ 87759 h 568526"/>
              <a:gd name="connsiteX21" fmla="*/ 847066 w 1493811"/>
              <a:gd name="connsiteY21" fmla="*/ 207951 h 568526"/>
              <a:gd name="connsiteX22" fmla="*/ 847066 w 1493811"/>
              <a:gd name="connsiteY22" fmla="*/ 360575 h 568526"/>
              <a:gd name="connsiteX23" fmla="*/ 787924 w 1493811"/>
              <a:gd name="connsiteY23" fmla="*/ 480767 h 568526"/>
              <a:gd name="connsiteX24" fmla="*/ 87759 w 1493811"/>
              <a:gd name="connsiteY24" fmla="*/ 480767 h 568526"/>
              <a:gd name="connsiteX25" fmla="*/ 87759 w 1493811"/>
              <a:gd name="connsiteY25" fmla="*/ 87759 h 568526"/>
              <a:gd name="connsiteX26" fmla="*/ 1407961 w 1493811"/>
              <a:gd name="connsiteY26" fmla="*/ 360575 h 568526"/>
              <a:gd name="connsiteX27" fmla="*/ 1346911 w 1493811"/>
              <a:gd name="connsiteY27" fmla="*/ 480767 h 568526"/>
              <a:gd name="connsiteX28" fmla="*/ 1188563 w 1493811"/>
              <a:gd name="connsiteY28" fmla="*/ 480767 h 568526"/>
              <a:gd name="connsiteX29" fmla="*/ 1215272 w 1493811"/>
              <a:gd name="connsiteY29" fmla="*/ 360575 h 568526"/>
              <a:gd name="connsiteX30" fmla="*/ 1215272 w 1493811"/>
              <a:gd name="connsiteY30" fmla="*/ 207951 h 568526"/>
              <a:gd name="connsiteX31" fmla="*/ 1188563 w 1493811"/>
              <a:gd name="connsiteY31" fmla="*/ 87759 h 568526"/>
              <a:gd name="connsiteX32" fmla="*/ 1346911 w 1493811"/>
              <a:gd name="connsiteY32" fmla="*/ 87759 h 568526"/>
              <a:gd name="connsiteX33" fmla="*/ 1407961 w 1493811"/>
              <a:gd name="connsiteY33" fmla="*/ 207951 h 568526"/>
              <a:gd name="connsiteX34" fmla="*/ 1407961 w 1493811"/>
              <a:gd name="connsiteY34" fmla="*/ 360575 h 5685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493811" h="568526">
                <a:moveTo>
                  <a:pt x="1346911" y="0"/>
                </a:moveTo>
                <a:lnTo>
                  <a:pt x="43879" y="0"/>
                </a:lnTo>
                <a:cubicBezTo>
                  <a:pt x="19078" y="0"/>
                  <a:pt x="0" y="19078"/>
                  <a:pt x="0" y="43880"/>
                </a:cubicBezTo>
                <a:lnTo>
                  <a:pt x="0" y="524647"/>
                </a:lnTo>
                <a:cubicBezTo>
                  <a:pt x="0" y="536093"/>
                  <a:pt x="3816" y="547540"/>
                  <a:pt x="13355" y="555172"/>
                </a:cubicBezTo>
                <a:cubicBezTo>
                  <a:pt x="20986" y="562803"/>
                  <a:pt x="32433" y="568526"/>
                  <a:pt x="43879" y="568526"/>
                </a:cubicBezTo>
                <a:lnTo>
                  <a:pt x="1346911" y="568526"/>
                </a:lnTo>
                <a:cubicBezTo>
                  <a:pt x="1428947" y="568526"/>
                  <a:pt x="1493812" y="476951"/>
                  <a:pt x="1493812" y="360575"/>
                </a:cubicBezTo>
                <a:lnTo>
                  <a:pt x="1493812" y="207951"/>
                </a:lnTo>
                <a:cubicBezTo>
                  <a:pt x="1493812" y="91575"/>
                  <a:pt x="1428947" y="0"/>
                  <a:pt x="1346911" y="0"/>
                </a:cubicBezTo>
                <a:close/>
                <a:moveTo>
                  <a:pt x="1066464" y="87759"/>
                </a:moveTo>
                <a:cubicBezTo>
                  <a:pt x="1095081" y="87759"/>
                  <a:pt x="1127513" y="139270"/>
                  <a:pt x="1127513" y="207951"/>
                </a:cubicBezTo>
                <a:lnTo>
                  <a:pt x="1127513" y="360575"/>
                </a:lnTo>
                <a:cubicBezTo>
                  <a:pt x="1127513" y="427349"/>
                  <a:pt x="1095081" y="480767"/>
                  <a:pt x="1066464" y="480767"/>
                </a:cubicBezTo>
                <a:lnTo>
                  <a:pt x="908116" y="480767"/>
                </a:lnTo>
                <a:cubicBezTo>
                  <a:pt x="925286" y="446426"/>
                  <a:pt x="934825" y="406363"/>
                  <a:pt x="934825" y="360575"/>
                </a:cubicBezTo>
                <a:lnTo>
                  <a:pt x="934825" y="207951"/>
                </a:lnTo>
                <a:cubicBezTo>
                  <a:pt x="934825" y="162163"/>
                  <a:pt x="925286" y="122100"/>
                  <a:pt x="908116" y="87759"/>
                </a:cubicBezTo>
                <a:lnTo>
                  <a:pt x="1066464" y="87759"/>
                </a:lnTo>
                <a:close/>
                <a:moveTo>
                  <a:pt x="87759" y="87759"/>
                </a:moveTo>
                <a:lnTo>
                  <a:pt x="787924" y="87759"/>
                </a:lnTo>
                <a:cubicBezTo>
                  <a:pt x="816541" y="87759"/>
                  <a:pt x="847066" y="139270"/>
                  <a:pt x="847066" y="207951"/>
                </a:cubicBezTo>
                <a:lnTo>
                  <a:pt x="847066" y="360575"/>
                </a:lnTo>
                <a:cubicBezTo>
                  <a:pt x="847066" y="427349"/>
                  <a:pt x="814633" y="480767"/>
                  <a:pt x="787924" y="480767"/>
                </a:cubicBezTo>
                <a:lnTo>
                  <a:pt x="87759" y="480767"/>
                </a:lnTo>
                <a:lnTo>
                  <a:pt x="87759" y="87759"/>
                </a:lnTo>
                <a:close/>
                <a:moveTo>
                  <a:pt x="1407961" y="360575"/>
                </a:moveTo>
                <a:cubicBezTo>
                  <a:pt x="1407961" y="427349"/>
                  <a:pt x="1375528" y="480767"/>
                  <a:pt x="1346911" y="480767"/>
                </a:cubicBezTo>
                <a:lnTo>
                  <a:pt x="1188563" y="480767"/>
                </a:lnTo>
                <a:cubicBezTo>
                  <a:pt x="1205733" y="446426"/>
                  <a:pt x="1215272" y="406363"/>
                  <a:pt x="1215272" y="360575"/>
                </a:cubicBezTo>
                <a:lnTo>
                  <a:pt x="1215272" y="207951"/>
                </a:lnTo>
                <a:cubicBezTo>
                  <a:pt x="1215272" y="162163"/>
                  <a:pt x="1205733" y="122100"/>
                  <a:pt x="1188563" y="87759"/>
                </a:cubicBezTo>
                <a:lnTo>
                  <a:pt x="1346911" y="87759"/>
                </a:lnTo>
                <a:cubicBezTo>
                  <a:pt x="1375528" y="87759"/>
                  <a:pt x="1407961" y="139270"/>
                  <a:pt x="1407961" y="207951"/>
                </a:cubicBezTo>
                <a:lnTo>
                  <a:pt x="1407961" y="360575"/>
                </a:lnTo>
                <a:close/>
              </a:path>
            </a:pathLst>
          </a:custGeom>
          <a:solidFill>
            <a:srgbClr val="F6A610"/>
          </a:solidFill>
          <a:ln w="190500" cap="flat">
            <a:noFill/>
            <a:prstDash val="solid"/>
            <a:miter/>
          </a:ln>
        </p:spPr>
        <p:txBody>
          <a:bodyPr rtlCol="0" anchor="ctr"/>
          <a:lstStyle/>
          <a:p>
            <a:endParaRPr lang="es-AR"/>
          </a:p>
        </p:txBody>
      </p:sp>
      <p:sp>
        <p:nvSpPr>
          <p:cNvPr id="10" name="Forma libre: forma 9">
            <a:extLst>
              <a:ext uri="{FF2B5EF4-FFF2-40B4-BE49-F238E27FC236}">
                <a16:creationId xmlns:a16="http://schemas.microsoft.com/office/drawing/2014/main" id="{D21CB0E9-B92C-3A4A-B769-17DA7A04C7AC}"/>
              </a:ext>
            </a:extLst>
          </p:cNvPr>
          <p:cNvSpPr/>
          <p:nvPr/>
        </p:nvSpPr>
        <p:spPr>
          <a:xfrm>
            <a:off x="1354003" y="3983734"/>
            <a:ext cx="1041214" cy="570433"/>
          </a:xfrm>
          <a:custGeom>
            <a:avLst/>
            <a:gdLst>
              <a:gd name="connsiteX0" fmla="*/ 894314 w 1041214"/>
              <a:gd name="connsiteY0" fmla="*/ 0 h 570433"/>
              <a:gd name="connsiteX1" fmla="*/ 45340 w 1041214"/>
              <a:gd name="connsiteY1" fmla="*/ 0 h 570433"/>
              <a:gd name="connsiteX2" fmla="*/ 7184 w 1041214"/>
              <a:gd name="connsiteY2" fmla="*/ 22894 h 570433"/>
              <a:gd name="connsiteX3" fmla="*/ 7184 w 1041214"/>
              <a:gd name="connsiteY3" fmla="*/ 66773 h 570433"/>
              <a:gd name="connsiteX4" fmla="*/ 7184 w 1041214"/>
              <a:gd name="connsiteY4" fmla="*/ 501753 h 570433"/>
              <a:gd name="connsiteX5" fmla="*/ 20539 w 1041214"/>
              <a:gd name="connsiteY5" fmla="*/ 562803 h 570433"/>
              <a:gd name="connsiteX6" fmla="*/ 43432 w 1041214"/>
              <a:gd name="connsiteY6" fmla="*/ 570434 h 570433"/>
              <a:gd name="connsiteX7" fmla="*/ 894314 w 1041214"/>
              <a:gd name="connsiteY7" fmla="*/ 570434 h 570433"/>
              <a:gd name="connsiteX8" fmla="*/ 1041215 w 1041214"/>
              <a:gd name="connsiteY8" fmla="*/ 362483 h 570433"/>
              <a:gd name="connsiteX9" fmla="*/ 1041215 w 1041214"/>
              <a:gd name="connsiteY9" fmla="*/ 209859 h 570433"/>
              <a:gd name="connsiteX10" fmla="*/ 894314 w 1041214"/>
              <a:gd name="connsiteY10" fmla="*/ 1908 h 570433"/>
              <a:gd name="connsiteX11" fmla="*/ 955364 w 1041214"/>
              <a:gd name="connsiteY11" fmla="*/ 360575 h 570433"/>
              <a:gd name="connsiteX12" fmla="*/ 894314 w 1041214"/>
              <a:gd name="connsiteY12" fmla="*/ 480767 h 570433"/>
              <a:gd name="connsiteX13" fmla="*/ 115929 w 1041214"/>
              <a:gd name="connsiteY13" fmla="*/ 480767 h 570433"/>
              <a:gd name="connsiteX14" fmla="*/ 150269 w 1041214"/>
              <a:gd name="connsiteY14" fmla="*/ 328143 h 570433"/>
              <a:gd name="connsiteX15" fmla="*/ 774122 w 1041214"/>
              <a:gd name="connsiteY15" fmla="*/ 328143 h 570433"/>
              <a:gd name="connsiteX16" fmla="*/ 818002 w 1041214"/>
              <a:gd name="connsiteY16" fmla="*/ 284263 h 570433"/>
              <a:gd name="connsiteX17" fmla="*/ 774122 w 1041214"/>
              <a:gd name="connsiteY17" fmla="*/ 240384 h 570433"/>
              <a:gd name="connsiteX18" fmla="*/ 150269 w 1041214"/>
              <a:gd name="connsiteY18" fmla="*/ 240384 h 570433"/>
              <a:gd name="connsiteX19" fmla="*/ 115929 w 1041214"/>
              <a:gd name="connsiteY19" fmla="*/ 87759 h 570433"/>
              <a:gd name="connsiteX20" fmla="*/ 894314 w 1041214"/>
              <a:gd name="connsiteY20" fmla="*/ 87759 h 570433"/>
              <a:gd name="connsiteX21" fmla="*/ 955364 w 1041214"/>
              <a:gd name="connsiteY21" fmla="*/ 207951 h 570433"/>
              <a:gd name="connsiteX22" fmla="*/ 955364 w 1041214"/>
              <a:gd name="connsiteY22" fmla="*/ 360575 h 5704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041214" h="570433">
                <a:moveTo>
                  <a:pt x="894314" y="0"/>
                </a:moveTo>
                <a:lnTo>
                  <a:pt x="45340" y="0"/>
                </a:lnTo>
                <a:cubicBezTo>
                  <a:pt x="30078" y="0"/>
                  <a:pt x="14815" y="9539"/>
                  <a:pt x="7184" y="22894"/>
                </a:cubicBezTo>
                <a:cubicBezTo>
                  <a:pt x="-447" y="36248"/>
                  <a:pt x="-447" y="53419"/>
                  <a:pt x="7184" y="66773"/>
                </a:cubicBezTo>
                <a:cubicBezTo>
                  <a:pt x="81588" y="185057"/>
                  <a:pt x="81588" y="383469"/>
                  <a:pt x="7184" y="501753"/>
                </a:cubicBezTo>
                <a:cubicBezTo>
                  <a:pt x="-6171" y="522739"/>
                  <a:pt x="-447" y="549448"/>
                  <a:pt x="20539" y="562803"/>
                </a:cubicBezTo>
                <a:cubicBezTo>
                  <a:pt x="28170" y="566618"/>
                  <a:pt x="35801" y="570434"/>
                  <a:pt x="43432" y="570434"/>
                </a:cubicBezTo>
                <a:lnTo>
                  <a:pt x="894314" y="570434"/>
                </a:lnTo>
                <a:cubicBezTo>
                  <a:pt x="976349" y="570434"/>
                  <a:pt x="1041215" y="478859"/>
                  <a:pt x="1041215" y="362483"/>
                </a:cubicBezTo>
                <a:lnTo>
                  <a:pt x="1041215" y="209859"/>
                </a:lnTo>
                <a:cubicBezTo>
                  <a:pt x="1041215" y="93483"/>
                  <a:pt x="976349" y="1908"/>
                  <a:pt x="894314" y="1908"/>
                </a:cubicBezTo>
                <a:close/>
                <a:moveTo>
                  <a:pt x="955364" y="360575"/>
                </a:moveTo>
                <a:cubicBezTo>
                  <a:pt x="955364" y="427349"/>
                  <a:pt x="922931" y="480767"/>
                  <a:pt x="894314" y="480767"/>
                </a:cubicBezTo>
                <a:lnTo>
                  <a:pt x="115929" y="480767"/>
                </a:lnTo>
                <a:cubicBezTo>
                  <a:pt x="135007" y="433072"/>
                  <a:pt x="146454" y="381561"/>
                  <a:pt x="150269" y="328143"/>
                </a:cubicBezTo>
                <a:lnTo>
                  <a:pt x="774122" y="328143"/>
                </a:lnTo>
                <a:cubicBezTo>
                  <a:pt x="798923" y="328143"/>
                  <a:pt x="818002" y="309065"/>
                  <a:pt x="818002" y="284263"/>
                </a:cubicBezTo>
                <a:cubicBezTo>
                  <a:pt x="818002" y="259462"/>
                  <a:pt x="798923" y="240384"/>
                  <a:pt x="774122" y="240384"/>
                </a:cubicBezTo>
                <a:lnTo>
                  <a:pt x="150269" y="240384"/>
                </a:lnTo>
                <a:cubicBezTo>
                  <a:pt x="146454" y="186965"/>
                  <a:pt x="135007" y="135454"/>
                  <a:pt x="115929" y="87759"/>
                </a:cubicBezTo>
                <a:lnTo>
                  <a:pt x="894314" y="87759"/>
                </a:lnTo>
                <a:cubicBezTo>
                  <a:pt x="922931" y="87759"/>
                  <a:pt x="955364" y="139270"/>
                  <a:pt x="955364" y="207951"/>
                </a:cubicBezTo>
                <a:lnTo>
                  <a:pt x="955364" y="360575"/>
                </a:lnTo>
                <a:close/>
              </a:path>
            </a:pathLst>
          </a:custGeom>
          <a:solidFill>
            <a:srgbClr val="F6A610"/>
          </a:solidFill>
          <a:ln w="190500" cap="flat">
            <a:noFill/>
            <a:prstDash val="solid"/>
            <a:miter/>
          </a:ln>
        </p:spPr>
        <p:txBody>
          <a:bodyPr rtlCol="0" anchor="ctr"/>
          <a:lstStyle/>
          <a:p>
            <a:endParaRPr lang="es-AR"/>
          </a:p>
        </p:txBody>
      </p:sp>
      <p:sp>
        <p:nvSpPr>
          <p:cNvPr id="11" name="Forma libre: forma 10">
            <a:extLst>
              <a:ext uri="{FF2B5EF4-FFF2-40B4-BE49-F238E27FC236}">
                <a16:creationId xmlns:a16="http://schemas.microsoft.com/office/drawing/2014/main" id="{7D4F3068-400A-1AAD-3A7E-E85AD3AB46A7}"/>
              </a:ext>
            </a:extLst>
          </p:cNvPr>
          <p:cNvSpPr/>
          <p:nvPr/>
        </p:nvSpPr>
        <p:spPr>
          <a:xfrm>
            <a:off x="1542647" y="2860037"/>
            <a:ext cx="1764575" cy="1213364"/>
          </a:xfrm>
          <a:custGeom>
            <a:avLst/>
            <a:gdLst>
              <a:gd name="connsiteX0" fmla="*/ 1665296 w 1764575"/>
              <a:gd name="connsiteY0" fmla="*/ 927194 h 1213364"/>
              <a:gd name="connsiteX1" fmla="*/ 1751147 w 1764575"/>
              <a:gd name="connsiteY1" fmla="*/ 717335 h 1213364"/>
              <a:gd name="connsiteX2" fmla="*/ 1751147 w 1764575"/>
              <a:gd name="connsiteY2" fmla="*/ 656285 h 1213364"/>
              <a:gd name="connsiteX3" fmla="*/ 1720622 w 1764575"/>
              <a:gd name="connsiteY3" fmla="*/ 642930 h 1213364"/>
              <a:gd name="connsiteX4" fmla="*/ 1505040 w 1764575"/>
              <a:gd name="connsiteY4" fmla="*/ 642930 h 1213364"/>
              <a:gd name="connsiteX5" fmla="*/ 1505040 w 1764575"/>
              <a:gd name="connsiteY5" fmla="*/ 43880 h 1213364"/>
              <a:gd name="connsiteX6" fmla="*/ 1461161 w 1764575"/>
              <a:gd name="connsiteY6" fmla="*/ 0 h 1213364"/>
              <a:gd name="connsiteX7" fmla="*/ 264966 w 1764575"/>
              <a:gd name="connsiteY7" fmla="*/ 0 h 1213364"/>
              <a:gd name="connsiteX8" fmla="*/ 13136 w 1764575"/>
              <a:gd name="connsiteY8" fmla="*/ 13355 h 1213364"/>
              <a:gd name="connsiteX9" fmla="*/ 7413 w 1764575"/>
              <a:gd name="connsiteY9" fmla="*/ 68681 h 1213364"/>
              <a:gd name="connsiteX10" fmla="*/ 7413 w 1764575"/>
              <a:gd name="connsiteY10" fmla="*/ 662009 h 1213364"/>
              <a:gd name="connsiteX11" fmla="*/ 5505 w 1764575"/>
              <a:gd name="connsiteY11" fmla="*/ 707796 h 1213364"/>
              <a:gd name="connsiteX12" fmla="*/ 43661 w 1764575"/>
              <a:gd name="connsiteY12" fmla="*/ 730690 h 1213364"/>
              <a:gd name="connsiteX13" fmla="*/ 215363 w 1764575"/>
              <a:gd name="connsiteY13" fmla="*/ 730690 h 1213364"/>
              <a:gd name="connsiteX14" fmla="*/ 177207 w 1764575"/>
              <a:gd name="connsiteY14" fmla="*/ 850881 h 1213364"/>
              <a:gd name="connsiteX15" fmla="*/ 177207 w 1764575"/>
              <a:gd name="connsiteY15" fmla="*/ 1005414 h 1213364"/>
              <a:gd name="connsiteX16" fmla="*/ 385158 w 1764575"/>
              <a:gd name="connsiteY16" fmla="*/ 1213364 h 1213364"/>
              <a:gd name="connsiteX17" fmla="*/ 1720622 w 1764575"/>
              <a:gd name="connsiteY17" fmla="*/ 1213364 h 1213364"/>
              <a:gd name="connsiteX18" fmla="*/ 1760686 w 1764575"/>
              <a:gd name="connsiteY18" fmla="*/ 1186655 h 1213364"/>
              <a:gd name="connsiteX19" fmla="*/ 1751147 w 1764575"/>
              <a:gd name="connsiteY19" fmla="*/ 1138960 h 1213364"/>
              <a:gd name="connsiteX20" fmla="*/ 1665296 w 1764575"/>
              <a:gd name="connsiteY20" fmla="*/ 929101 h 1213364"/>
              <a:gd name="connsiteX21" fmla="*/ 160037 w 1764575"/>
              <a:gd name="connsiteY21" fmla="*/ 518923 h 1213364"/>
              <a:gd name="connsiteX22" fmla="*/ 1266565 w 1764575"/>
              <a:gd name="connsiteY22" fmla="*/ 518923 h 1213364"/>
              <a:gd name="connsiteX23" fmla="*/ 1310444 w 1764575"/>
              <a:gd name="connsiteY23" fmla="*/ 475044 h 1213364"/>
              <a:gd name="connsiteX24" fmla="*/ 1266565 w 1764575"/>
              <a:gd name="connsiteY24" fmla="*/ 431164 h 1213364"/>
              <a:gd name="connsiteX25" fmla="*/ 173392 w 1764575"/>
              <a:gd name="connsiteY25" fmla="*/ 431164 h 1213364"/>
              <a:gd name="connsiteX26" fmla="*/ 173392 w 1764575"/>
              <a:gd name="connsiteY26" fmla="*/ 299525 h 1213364"/>
              <a:gd name="connsiteX27" fmla="*/ 1266565 w 1764575"/>
              <a:gd name="connsiteY27" fmla="*/ 299525 h 1213364"/>
              <a:gd name="connsiteX28" fmla="*/ 1310444 w 1764575"/>
              <a:gd name="connsiteY28" fmla="*/ 255646 h 1213364"/>
              <a:gd name="connsiteX29" fmla="*/ 1266565 w 1764575"/>
              <a:gd name="connsiteY29" fmla="*/ 211766 h 1213364"/>
              <a:gd name="connsiteX30" fmla="*/ 160037 w 1764575"/>
              <a:gd name="connsiteY30" fmla="*/ 211766 h 1213364"/>
              <a:gd name="connsiteX31" fmla="*/ 118065 w 1764575"/>
              <a:gd name="connsiteY31" fmla="*/ 87759 h 1213364"/>
              <a:gd name="connsiteX32" fmla="*/ 1417281 w 1764575"/>
              <a:gd name="connsiteY32" fmla="*/ 87759 h 1213364"/>
              <a:gd name="connsiteX33" fmla="*/ 1417281 w 1764575"/>
              <a:gd name="connsiteY33" fmla="*/ 642930 h 1213364"/>
              <a:gd name="connsiteX34" fmla="*/ 118065 w 1764575"/>
              <a:gd name="connsiteY34" fmla="*/ 642930 h 1213364"/>
              <a:gd name="connsiteX35" fmla="*/ 160037 w 1764575"/>
              <a:gd name="connsiteY35" fmla="*/ 518923 h 1213364"/>
              <a:gd name="connsiteX36" fmla="*/ 385158 w 1764575"/>
              <a:gd name="connsiteY36" fmla="*/ 1123698 h 1213364"/>
              <a:gd name="connsiteX37" fmla="*/ 264966 w 1764575"/>
              <a:gd name="connsiteY37" fmla="*/ 1003506 h 1213364"/>
              <a:gd name="connsiteX38" fmla="*/ 264966 w 1764575"/>
              <a:gd name="connsiteY38" fmla="*/ 848973 h 1213364"/>
              <a:gd name="connsiteX39" fmla="*/ 385158 w 1764575"/>
              <a:gd name="connsiteY39" fmla="*/ 728782 h 1213364"/>
              <a:gd name="connsiteX40" fmla="*/ 1632863 w 1764575"/>
              <a:gd name="connsiteY40" fmla="*/ 728782 h 1213364"/>
              <a:gd name="connsiteX41" fmla="*/ 1581353 w 1764575"/>
              <a:gd name="connsiteY41" fmla="*/ 881406 h 1213364"/>
              <a:gd name="connsiteX42" fmla="*/ 484364 w 1764575"/>
              <a:gd name="connsiteY42" fmla="*/ 881406 h 1213364"/>
              <a:gd name="connsiteX43" fmla="*/ 440485 w 1764575"/>
              <a:gd name="connsiteY43" fmla="*/ 925286 h 1213364"/>
              <a:gd name="connsiteX44" fmla="*/ 484364 w 1764575"/>
              <a:gd name="connsiteY44" fmla="*/ 969165 h 1213364"/>
              <a:gd name="connsiteX45" fmla="*/ 1579445 w 1764575"/>
              <a:gd name="connsiteY45" fmla="*/ 969165 h 1213364"/>
              <a:gd name="connsiteX46" fmla="*/ 1630955 w 1764575"/>
              <a:gd name="connsiteY46" fmla="*/ 1121790 h 1213364"/>
              <a:gd name="connsiteX47" fmla="*/ 385158 w 1764575"/>
              <a:gd name="connsiteY47" fmla="*/ 1121790 h 1213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1764575" h="1213364">
                <a:moveTo>
                  <a:pt x="1665296" y="927194"/>
                </a:moveTo>
                <a:cubicBezTo>
                  <a:pt x="1665296" y="847066"/>
                  <a:pt x="1695821" y="774569"/>
                  <a:pt x="1751147" y="717335"/>
                </a:cubicBezTo>
                <a:cubicBezTo>
                  <a:pt x="1768318" y="700165"/>
                  <a:pt x="1768318" y="673455"/>
                  <a:pt x="1751147" y="656285"/>
                </a:cubicBezTo>
                <a:cubicBezTo>
                  <a:pt x="1743516" y="646746"/>
                  <a:pt x="1732069" y="642930"/>
                  <a:pt x="1720622" y="642930"/>
                </a:cubicBezTo>
                <a:lnTo>
                  <a:pt x="1505040" y="642930"/>
                </a:lnTo>
                <a:lnTo>
                  <a:pt x="1505040" y="43880"/>
                </a:lnTo>
                <a:cubicBezTo>
                  <a:pt x="1505040" y="19078"/>
                  <a:pt x="1485962" y="0"/>
                  <a:pt x="1461161" y="0"/>
                </a:cubicBezTo>
                <a:lnTo>
                  <a:pt x="264966" y="0"/>
                </a:lnTo>
                <a:cubicBezTo>
                  <a:pt x="105983" y="0"/>
                  <a:pt x="22040" y="4452"/>
                  <a:pt x="13136" y="13355"/>
                </a:cubicBezTo>
                <a:cubicBezTo>
                  <a:pt x="-2126" y="28617"/>
                  <a:pt x="-4034" y="51511"/>
                  <a:pt x="7413" y="68681"/>
                </a:cubicBezTo>
                <a:cubicBezTo>
                  <a:pt x="116158" y="232752"/>
                  <a:pt x="116158" y="497937"/>
                  <a:pt x="7413" y="662009"/>
                </a:cubicBezTo>
                <a:cubicBezTo>
                  <a:pt x="-2126" y="675363"/>
                  <a:pt x="-2126" y="692533"/>
                  <a:pt x="5505" y="707796"/>
                </a:cubicBezTo>
                <a:cubicBezTo>
                  <a:pt x="13136" y="721151"/>
                  <a:pt x="28399" y="730690"/>
                  <a:pt x="43661" y="730690"/>
                </a:cubicBezTo>
                <a:lnTo>
                  <a:pt x="215363" y="730690"/>
                </a:lnTo>
                <a:cubicBezTo>
                  <a:pt x="190562" y="765030"/>
                  <a:pt x="177207" y="805094"/>
                  <a:pt x="177207" y="850881"/>
                </a:cubicBezTo>
                <a:lnTo>
                  <a:pt x="177207" y="1005414"/>
                </a:lnTo>
                <a:cubicBezTo>
                  <a:pt x="177207" y="1119882"/>
                  <a:pt x="270690" y="1213364"/>
                  <a:pt x="385158" y="1213364"/>
                </a:cubicBezTo>
                <a:lnTo>
                  <a:pt x="1720622" y="1213364"/>
                </a:lnTo>
                <a:cubicBezTo>
                  <a:pt x="1737793" y="1213364"/>
                  <a:pt x="1754963" y="1203825"/>
                  <a:pt x="1760686" y="1186655"/>
                </a:cubicBezTo>
                <a:cubicBezTo>
                  <a:pt x="1768318" y="1169485"/>
                  <a:pt x="1764502" y="1152315"/>
                  <a:pt x="1751147" y="1138960"/>
                </a:cubicBezTo>
                <a:cubicBezTo>
                  <a:pt x="1695821" y="1083634"/>
                  <a:pt x="1665296" y="1009229"/>
                  <a:pt x="1665296" y="929101"/>
                </a:cubicBezTo>
                <a:close/>
                <a:moveTo>
                  <a:pt x="160037" y="518923"/>
                </a:moveTo>
                <a:lnTo>
                  <a:pt x="1266565" y="518923"/>
                </a:lnTo>
                <a:cubicBezTo>
                  <a:pt x="1291366" y="518923"/>
                  <a:pt x="1310444" y="499845"/>
                  <a:pt x="1310444" y="475044"/>
                </a:cubicBezTo>
                <a:cubicBezTo>
                  <a:pt x="1310444" y="450242"/>
                  <a:pt x="1291366" y="431164"/>
                  <a:pt x="1266565" y="431164"/>
                </a:cubicBezTo>
                <a:lnTo>
                  <a:pt x="173392" y="431164"/>
                </a:lnTo>
                <a:cubicBezTo>
                  <a:pt x="177207" y="387285"/>
                  <a:pt x="177207" y="343405"/>
                  <a:pt x="173392" y="299525"/>
                </a:cubicBezTo>
                <a:lnTo>
                  <a:pt x="1266565" y="299525"/>
                </a:lnTo>
                <a:cubicBezTo>
                  <a:pt x="1291366" y="299525"/>
                  <a:pt x="1310444" y="280447"/>
                  <a:pt x="1310444" y="255646"/>
                </a:cubicBezTo>
                <a:cubicBezTo>
                  <a:pt x="1310444" y="230844"/>
                  <a:pt x="1291366" y="211766"/>
                  <a:pt x="1266565" y="211766"/>
                </a:cubicBezTo>
                <a:lnTo>
                  <a:pt x="160037" y="211766"/>
                </a:lnTo>
                <a:cubicBezTo>
                  <a:pt x="150498" y="167887"/>
                  <a:pt x="137143" y="125915"/>
                  <a:pt x="118065" y="87759"/>
                </a:cubicBezTo>
                <a:lnTo>
                  <a:pt x="1417281" y="87759"/>
                </a:lnTo>
                <a:lnTo>
                  <a:pt x="1417281" y="642930"/>
                </a:lnTo>
                <a:lnTo>
                  <a:pt x="118065" y="642930"/>
                </a:lnTo>
                <a:cubicBezTo>
                  <a:pt x="135236" y="604774"/>
                  <a:pt x="150498" y="562803"/>
                  <a:pt x="160037" y="518923"/>
                </a:cubicBezTo>
                <a:close/>
                <a:moveTo>
                  <a:pt x="385158" y="1123698"/>
                </a:moveTo>
                <a:cubicBezTo>
                  <a:pt x="318385" y="1123698"/>
                  <a:pt x="264966" y="1070279"/>
                  <a:pt x="264966" y="1003506"/>
                </a:cubicBezTo>
                <a:lnTo>
                  <a:pt x="264966" y="848973"/>
                </a:lnTo>
                <a:cubicBezTo>
                  <a:pt x="264966" y="782200"/>
                  <a:pt x="318385" y="728782"/>
                  <a:pt x="385158" y="728782"/>
                </a:cubicBezTo>
                <a:lnTo>
                  <a:pt x="1632863" y="728782"/>
                </a:lnTo>
                <a:cubicBezTo>
                  <a:pt x="1604246" y="774569"/>
                  <a:pt x="1587076" y="827988"/>
                  <a:pt x="1581353" y="881406"/>
                </a:cubicBezTo>
                <a:lnTo>
                  <a:pt x="484364" y="881406"/>
                </a:lnTo>
                <a:cubicBezTo>
                  <a:pt x="459563" y="881406"/>
                  <a:pt x="440485" y="900484"/>
                  <a:pt x="440485" y="925286"/>
                </a:cubicBezTo>
                <a:cubicBezTo>
                  <a:pt x="440485" y="950087"/>
                  <a:pt x="459563" y="969165"/>
                  <a:pt x="484364" y="969165"/>
                </a:cubicBezTo>
                <a:lnTo>
                  <a:pt x="1579445" y="969165"/>
                </a:lnTo>
                <a:cubicBezTo>
                  <a:pt x="1585168" y="1024492"/>
                  <a:pt x="1602338" y="1076002"/>
                  <a:pt x="1630955" y="1121790"/>
                </a:cubicBezTo>
                <a:lnTo>
                  <a:pt x="385158" y="1121790"/>
                </a:lnTo>
                <a:close/>
              </a:path>
            </a:pathLst>
          </a:custGeom>
          <a:solidFill>
            <a:srgbClr val="F6A610"/>
          </a:solidFill>
          <a:ln w="190500" cap="flat">
            <a:noFill/>
            <a:prstDash val="solid"/>
            <a:miter/>
          </a:ln>
        </p:spPr>
        <p:txBody>
          <a:bodyPr rtlCol="0" anchor="ctr"/>
          <a:lstStyle/>
          <a:p>
            <a:endParaRPr lang="es-AR"/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A4C604BF-27CC-0AB6-ED8F-4C46731ADF22}"/>
              </a:ext>
            </a:extLst>
          </p:cNvPr>
          <p:cNvSpPr txBox="1"/>
          <p:nvPr/>
        </p:nvSpPr>
        <p:spPr>
          <a:xfrm>
            <a:off x="4009525" y="2673555"/>
            <a:ext cx="4159290" cy="163121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/>
            <a:r>
              <a:rPr lang="es-MX" sz="2000" err="1">
                <a:solidFill>
                  <a:schemeClr val="bg1"/>
                </a:solidFill>
              </a:rPr>
              <a:t>Nañez</a:t>
            </a:r>
            <a:r>
              <a:rPr lang="es-MX" sz="2000">
                <a:solidFill>
                  <a:schemeClr val="bg1"/>
                </a:solidFill>
              </a:rPr>
              <a:t> Alonso, S. L., &amp; </a:t>
            </a:r>
            <a:r>
              <a:rPr lang="es-MX" sz="2000" err="1">
                <a:solidFill>
                  <a:schemeClr val="bg1"/>
                </a:solidFill>
              </a:rPr>
              <a:t>Reier</a:t>
            </a:r>
            <a:r>
              <a:rPr lang="es-MX" sz="2000">
                <a:solidFill>
                  <a:schemeClr val="bg1"/>
                </a:solidFill>
              </a:rPr>
              <a:t> </a:t>
            </a:r>
            <a:r>
              <a:rPr lang="es-MX" sz="2000" err="1">
                <a:solidFill>
                  <a:schemeClr val="bg1"/>
                </a:solidFill>
              </a:rPr>
              <a:t>Forradellas</a:t>
            </a:r>
            <a:r>
              <a:rPr lang="es-MX" sz="2000">
                <a:solidFill>
                  <a:schemeClr val="bg1"/>
                </a:solidFill>
              </a:rPr>
              <a:t>, R. F. (2025). Transformación digital y negocios inteligentes: La era de la</a:t>
            </a:r>
          </a:p>
          <a:p>
            <a:pPr algn="just"/>
            <a:r>
              <a:rPr lang="es-MX" sz="2000">
                <a:solidFill>
                  <a:schemeClr val="bg1"/>
                </a:solidFill>
              </a:rPr>
              <a:t>inteligencia artificial. Dykinson.</a:t>
            </a:r>
            <a:endParaRPr lang="es-ES">
              <a:solidFill>
                <a:schemeClr val="bg1"/>
              </a:solidFill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DED7F5F4-A574-CA23-2CDF-5BDAAF16B18E}"/>
              </a:ext>
            </a:extLst>
          </p:cNvPr>
          <p:cNvSpPr/>
          <p:nvPr/>
        </p:nvSpPr>
        <p:spPr>
          <a:xfrm>
            <a:off x="1446049" y="1842247"/>
            <a:ext cx="2171210" cy="67232"/>
          </a:xfrm>
          <a:prstGeom prst="rect">
            <a:avLst/>
          </a:prstGeom>
          <a:solidFill>
            <a:srgbClr val="F6A61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12E4696E-CA28-96BB-4B35-22F4027C4739}"/>
              </a:ext>
            </a:extLst>
          </p:cNvPr>
          <p:cNvSpPr txBox="1"/>
          <p:nvPr/>
        </p:nvSpPr>
        <p:spPr>
          <a:xfrm>
            <a:off x="1355464" y="1193601"/>
            <a:ext cx="74111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l">
              <a:buNone/>
            </a:pPr>
            <a:r>
              <a:rPr lang="es-AR" sz="3600" b="1">
                <a:solidFill>
                  <a:schemeClr val="bg1"/>
                </a:solidFill>
              </a:rPr>
              <a:t>Bibliografía </a:t>
            </a:r>
            <a:r>
              <a:rPr lang="es-AR" sz="3600">
                <a:solidFill>
                  <a:schemeClr val="bg1"/>
                </a:solidFill>
              </a:rPr>
              <a:t>utilizada para este recurso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C5C11561-5277-DDC7-0B64-90992CBE1AA7}"/>
              </a:ext>
            </a:extLst>
          </p:cNvPr>
          <p:cNvSpPr/>
          <p:nvPr/>
        </p:nvSpPr>
        <p:spPr>
          <a:xfrm>
            <a:off x="6465665" y="5597167"/>
            <a:ext cx="2171210" cy="67232"/>
          </a:xfrm>
          <a:prstGeom prst="rect">
            <a:avLst/>
          </a:prstGeom>
          <a:solidFill>
            <a:srgbClr val="F6A61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5949819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80648473-4FFD-CE1E-214E-D8C7C7EF7807}"/>
              </a:ext>
            </a:extLst>
          </p:cNvPr>
          <p:cNvSpPr txBox="1"/>
          <p:nvPr/>
        </p:nvSpPr>
        <p:spPr>
          <a:xfrm>
            <a:off x="319217" y="2875002"/>
            <a:ext cx="1155356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sz="6600" b="1" i="0" u="none" strike="noStrike">
                <a:solidFill>
                  <a:schemeClr val="bg1"/>
                </a:solidFill>
                <a:effectLst/>
              </a:rPr>
              <a:t>¡Muchas gracias!</a:t>
            </a:r>
            <a:r>
              <a:rPr lang="es-AR" sz="6600" b="0" i="0">
                <a:solidFill>
                  <a:schemeClr val="bg1"/>
                </a:solidFill>
                <a:effectLst/>
              </a:rPr>
              <a:t>​</a:t>
            </a:r>
            <a:endParaRPr lang="es-AR" sz="66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796492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VIRT - PPT">
      <a:dk1>
        <a:srgbClr val="494847"/>
      </a:dk1>
      <a:lt1>
        <a:srgbClr val="FFFFFF"/>
      </a:lt1>
      <a:dk2>
        <a:srgbClr val="62A730"/>
      </a:dk2>
      <a:lt2>
        <a:srgbClr val="0E1B2B"/>
      </a:lt2>
      <a:accent1>
        <a:srgbClr val="04A4CA"/>
      </a:accent1>
      <a:accent2>
        <a:srgbClr val="9F79AE"/>
      </a:accent2>
      <a:accent3>
        <a:srgbClr val="CC122B"/>
      </a:accent3>
      <a:accent4>
        <a:srgbClr val="E96920"/>
      </a:accent4>
      <a:accent5>
        <a:srgbClr val="F1A20D"/>
      </a:accent5>
      <a:accent6>
        <a:srgbClr val="FFFFFF"/>
      </a:accent6>
      <a:hlink>
        <a:srgbClr val="C9122A"/>
      </a:hlink>
      <a:folHlink>
        <a:srgbClr val="494A49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ción9" id="{B66DFC7C-02EC-B748-A0A6-3BED70DDDAF3}" vid="{F098A7DE-A46E-344A-A14C-BAD293D7C40B}"/>
    </a:ext>
  </a:extLst>
</a:theme>
</file>

<file path=ppt/theme/theme2.xml><?xml version="1.0" encoding="utf-8"?>
<a:theme xmlns:a="http://schemas.openxmlformats.org/drawingml/2006/main" name="1_Office Them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ción9" id="{B66DFC7C-02EC-B748-A0A6-3BED70DDDAF3}" vid="{1BB692B7-E3C2-4F4B-AB4D-F7A92AB8677F}"/>
    </a:ext>
  </a:extLst>
</a:theme>
</file>

<file path=ppt/theme/theme3.xml><?xml version="1.0" encoding="utf-8"?>
<a:theme xmlns:a="http://schemas.openxmlformats.org/drawingml/2006/main" name="Faceta">
  <a:themeElements>
    <a:clrScheme name="Faceta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a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4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019B9474BEF22F47BAE5D86E57E44D93" ma:contentTypeVersion="7" ma:contentTypeDescription="Crear nuevo documento." ma:contentTypeScope="" ma:versionID="99c3e8c60ec31a6dc59e1e32d3fb19f4">
  <xsd:schema xmlns:xsd="http://www.w3.org/2001/XMLSchema" xmlns:xs="http://www.w3.org/2001/XMLSchema" xmlns:p="http://schemas.microsoft.com/office/2006/metadata/properties" xmlns:ns2="60bc6ba5-2bdc-4a59-89fa-f2f7f634d055" targetNamespace="http://schemas.microsoft.com/office/2006/metadata/properties" ma:root="true" ma:fieldsID="f2293d8dde8a3b0f7894d6a5fa6650df" ns2:_="">
    <xsd:import namespace="60bc6ba5-2bdc-4a59-89fa-f2f7f634d05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0bc6ba5-2bdc-4a59-89fa-f2f7f634d05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F138D084-BA7E-443E-A554-F8A46FD7CBB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AFBEEC8-8C47-4949-9430-B7D49AFD3490}">
  <ds:schemaRefs>
    <ds:schemaRef ds:uri="60bc6ba5-2bdc-4a59-89fa-f2f7f634d05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381803CA-FEBB-4A0D-BD4D-E9503F1B167C}">
  <ds:schemaRefs>
    <ds:schemaRef ds:uri="60bc6ba5-2bdc-4a59-89fa-f2f7f634d05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344979d0-d31d-4c57-8ba0-491aff4acaed}" enabled="0" method="" siteId="{344979d0-d31d-4c57-8ba0-491aff4acaed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Tema de Office</Template>
  <Application>Microsoft Office PowerPoint</Application>
  <PresentationFormat>Widescreen</PresentationFormat>
  <Slides>12</Slides>
  <Notes>6</Notes>
  <HiddenSlides>0</HiddenSlides>
  <ScaleCrop>false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Tema de Office</vt:lpstr>
      <vt:lpstr>1_Office Theme</vt:lpstr>
      <vt:lpstr>Faceta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RODRIGUEZ SOFIA MERCEDES</dc:creator>
  <cp:revision>1</cp:revision>
  <dcterms:created xsi:type="dcterms:W3CDTF">2022-08-30T18:57:15Z</dcterms:created>
  <dcterms:modified xsi:type="dcterms:W3CDTF">2026-08-31T21:55:25Z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0x010100019B9474BEF22F47BAE5D86E57E44D93</vt:lpwstr>
  </property>
  <property fmtid="{D5CDD505-2E9C-101B-9397-08002B2CF9AE}" pid="3" name="MediaServiceImageTags">
    <vt:lpwstr/>
  </property>
</Properties>
</file>