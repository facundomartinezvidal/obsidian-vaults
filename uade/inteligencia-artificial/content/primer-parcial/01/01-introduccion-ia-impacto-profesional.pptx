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44"/>
  </p:notesMasterIdLst>
  <p:handoutMasterIdLst>
    <p:handoutMasterId r:id="rId45"/>
  </p:handoutMasterIdLst>
  <p:sldIdLst>
    <p:sldId id="344" r:id="rId7"/>
    <p:sldId id="346" r:id="rId8"/>
    <p:sldId id="258" r:id="rId9"/>
    <p:sldId id="326" r:id="rId10"/>
    <p:sldId id="348" r:id="rId11"/>
    <p:sldId id="385" r:id="rId12"/>
    <p:sldId id="440" r:id="rId13"/>
    <p:sldId id="439" r:id="rId14"/>
    <p:sldId id="355" r:id="rId15"/>
    <p:sldId id="425" r:id="rId16"/>
    <p:sldId id="426" r:id="rId17"/>
    <p:sldId id="427" r:id="rId18"/>
    <p:sldId id="428" r:id="rId19"/>
    <p:sldId id="429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22" r:id="rId28"/>
    <p:sldId id="438" r:id="rId29"/>
    <p:sldId id="441" r:id="rId30"/>
    <p:sldId id="442" r:id="rId31"/>
    <p:sldId id="443" r:id="rId32"/>
    <p:sldId id="444" r:id="rId33"/>
    <p:sldId id="445" r:id="rId34"/>
    <p:sldId id="447" r:id="rId35"/>
    <p:sldId id="446" r:id="rId36"/>
    <p:sldId id="448" r:id="rId37"/>
    <p:sldId id="451" r:id="rId38"/>
    <p:sldId id="449" r:id="rId39"/>
    <p:sldId id="450" r:id="rId40"/>
    <p:sldId id="424" r:id="rId41"/>
    <p:sldId id="316" r:id="rId42"/>
    <p:sldId id="27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Ejemplos posibles: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 dirty="0" err="1"/>
            <a:t>ChatGPT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 dirty="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CE4E5F14-4CDC-459F-AA6D-7CA3EFB79B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Copilot</a:t>
          </a:r>
        </a:p>
      </dgm:t>
    </dgm:pt>
    <dgm:pt modelId="{E247C1FE-DFE7-4C74-94A7-A684279DC993}" type="parTrans" cxnId="{EB91EDFA-9534-41DB-920F-79E84D04C219}">
      <dgm:prSet/>
      <dgm:spPr/>
      <dgm:t>
        <a:bodyPr/>
        <a:lstStyle/>
        <a:p>
          <a:endParaRPr lang="es-AR"/>
        </a:p>
      </dgm:t>
    </dgm:pt>
    <dgm:pt modelId="{AE33B162-A3AA-41AC-90CF-C3CB70453F81}" type="sibTrans" cxnId="{EB91EDFA-9534-41DB-920F-79E84D04C219}">
      <dgm:prSet/>
      <dgm:spPr/>
      <dgm:t>
        <a:bodyPr/>
        <a:lstStyle/>
        <a:p>
          <a:endParaRPr lang="es-AR"/>
        </a:p>
      </dgm:t>
    </dgm:pt>
    <dgm:pt modelId="{FB7F3B4A-9889-4053-AD39-C58E9172D3C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Midjourney</a:t>
          </a:r>
        </a:p>
      </dgm:t>
    </dgm:pt>
    <dgm:pt modelId="{048ACE4D-7F05-46BC-9A12-87C34DCFBD9B}" type="parTrans" cxnId="{2EAF0CC9-F186-4C58-BA7D-736678706753}">
      <dgm:prSet/>
      <dgm:spPr/>
      <dgm:t>
        <a:bodyPr/>
        <a:lstStyle/>
        <a:p>
          <a:endParaRPr lang="es-AR"/>
        </a:p>
      </dgm:t>
    </dgm:pt>
    <dgm:pt modelId="{B451F7DE-9D92-4440-B088-E963681C5DAF}" type="sibTrans" cxnId="{2EAF0CC9-F186-4C58-BA7D-736678706753}">
      <dgm:prSet/>
      <dgm:spPr/>
      <dgm:t>
        <a:bodyPr/>
        <a:lstStyle/>
        <a:p>
          <a:endParaRPr lang="es-AR"/>
        </a:p>
      </dgm:t>
    </dgm:pt>
    <dgm:pt modelId="{44A7C1B8-000A-4716-91CC-0A585C5AC4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herramientas de estudio</a:t>
          </a:r>
        </a:p>
      </dgm:t>
    </dgm:pt>
    <dgm:pt modelId="{064C9ACC-94D9-4013-9272-EBC54D879777}" type="parTrans" cxnId="{CA8FE117-2AE9-4B77-88D2-B7662620E615}">
      <dgm:prSet/>
      <dgm:spPr/>
      <dgm:t>
        <a:bodyPr/>
        <a:lstStyle/>
        <a:p>
          <a:endParaRPr lang="es-AR"/>
        </a:p>
      </dgm:t>
    </dgm:pt>
    <dgm:pt modelId="{2CEA675A-95BA-4224-83D3-7E3F08C355A4}" type="sibTrans" cxnId="{CA8FE117-2AE9-4B77-88D2-B7662620E615}">
      <dgm:prSet/>
      <dgm:spPr/>
      <dgm:t>
        <a:bodyPr/>
        <a:lstStyle/>
        <a:p>
          <a:endParaRPr lang="es-AR"/>
        </a:p>
      </dgm:t>
    </dgm:pt>
    <dgm:pt modelId="{9B3B31FC-879E-4A3D-B9A6-43641892E1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generación de código</a:t>
          </a:r>
        </a:p>
      </dgm:t>
    </dgm:pt>
    <dgm:pt modelId="{D2A2552B-60AF-4140-91C2-B782B2F11D07}" type="parTrans" cxnId="{FFD124C7-02B5-4A95-B8D4-A9506C2D1922}">
      <dgm:prSet/>
      <dgm:spPr/>
      <dgm:t>
        <a:bodyPr/>
        <a:lstStyle/>
        <a:p>
          <a:endParaRPr lang="es-AR"/>
        </a:p>
      </dgm:t>
    </dgm:pt>
    <dgm:pt modelId="{68D52E36-75F2-4DF6-9E27-8BE3D430D375}" type="sibTrans" cxnId="{FFD124C7-02B5-4A95-B8D4-A9506C2D1922}">
      <dgm:prSet/>
      <dgm:spPr/>
      <dgm:t>
        <a:bodyPr/>
        <a:lstStyle/>
        <a:p>
          <a:endParaRPr lang="es-AR"/>
        </a:p>
      </dgm:t>
    </dgm:pt>
    <dgm:pt modelId="{5059A1EF-5947-4987-952C-294FE01C90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 dirty="0"/>
            <a:t>generación de textos</a:t>
          </a:r>
        </a:p>
      </dgm:t>
    </dgm:pt>
    <dgm:pt modelId="{FC1C2B65-C4F1-48A6-A64D-C451F71EE081}" type="parTrans" cxnId="{40DF1618-43CF-43DD-99EA-7A4FB2E8E7A8}">
      <dgm:prSet/>
      <dgm:spPr/>
      <dgm:t>
        <a:bodyPr/>
        <a:lstStyle/>
        <a:p>
          <a:endParaRPr lang="es-AR"/>
        </a:p>
      </dgm:t>
    </dgm:pt>
    <dgm:pt modelId="{B68B2C11-DD81-41ED-9780-836763A4AE03}" type="sibTrans" cxnId="{40DF1618-43CF-43DD-99EA-7A4FB2E8E7A8}">
      <dgm:prSet/>
      <dgm:spPr/>
      <dgm:t>
        <a:bodyPr/>
        <a:lstStyle/>
        <a:p>
          <a:endParaRPr lang="es-AR"/>
        </a:p>
      </dgm:t>
    </dgm:pt>
    <dgm:pt modelId="{021DA490-B293-469E-B95A-6EE5EE7CCDE5}">
      <dgm:prSet/>
      <dgm:spPr/>
      <dgm:t>
        <a:bodyPr/>
        <a:lstStyle/>
        <a:p>
          <a:pPr>
            <a:buNone/>
          </a:pPr>
          <a:r>
            <a:rPr lang="es-AR" sz="1900" b="1"/>
            <a:t>Preguntas para debatir:</a:t>
          </a:r>
          <a:endParaRPr lang="es-AR" sz="1900"/>
        </a:p>
      </dgm:t>
    </dgm:pt>
    <dgm:pt modelId="{E00F47FB-A1F9-4E17-B4F7-8D007B01F054}" type="parTrans" cxnId="{493F73F8-DB8A-4BD7-A215-B6CF397B2023}">
      <dgm:prSet/>
      <dgm:spPr/>
      <dgm:t>
        <a:bodyPr/>
        <a:lstStyle/>
        <a:p>
          <a:endParaRPr lang="es-AR"/>
        </a:p>
      </dgm:t>
    </dgm:pt>
    <dgm:pt modelId="{02068D83-6A15-4A93-819F-20532EBA2C26}" type="sibTrans" cxnId="{493F73F8-DB8A-4BD7-A215-B6CF397B2023}">
      <dgm:prSet/>
      <dgm:spPr/>
      <dgm:t>
        <a:bodyPr/>
        <a:lstStyle/>
        <a:p>
          <a:endParaRPr lang="es-AR"/>
        </a:p>
      </dgm:t>
    </dgm:pt>
    <dgm:pt modelId="{BC1FAC16-2FAF-421C-AE43-EC58481B74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¿Para qué la usaron?</a:t>
          </a:r>
        </a:p>
      </dgm:t>
    </dgm:pt>
    <dgm:pt modelId="{8756DA78-8A7A-419E-BD12-1DC2625DCADD}" type="parTrans" cxnId="{A06F6FCD-6A5F-4D64-832A-B7FD782EBB08}">
      <dgm:prSet/>
      <dgm:spPr/>
      <dgm:t>
        <a:bodyPr/>
        <a:lstStyle/>
        <a:p>
          <a:endParaRPr lang="es-AR"/>
        </a:p>
      </dgm:t>
    </dgm:pt>
    <dgm:pt modelId="{DF1E9F07-5B76-415E-916F-BAF661713714}" type="sibTrans" cxnId="{A06F6FCD-6A5F-4D64-832A-B7FD782EBB08}">
      <dgm:prSet/>
      <dgm:spPr/>
      <dgm:t>
        <a:bodyPr/>
        <a:lstStyle/>
        <a:p>
          <a:endParaRPr lang="es-AR"/>
        </a:p>
      </dgm:t>
    </dgm:pt>
    <dgm:pt modelId="{41F48A98-B2F7-49FB-800E-B3D23133C8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¿Les ayudó realmente?</a:t>
          </a:r>
        </a:p>
      </dgm:t>
    </dgm:pt>
    <dgm:pt modelId="{61CDEC4C-0F51-4055-9BD5-6E0508267F64}" type="parTrans" cxnId="{22F353F6-7164-4F43-9452-F6297278DBBF}">
      <dgm:prSet/>
      <dgm:spPr/>
      <dgm:t>
        <a:bodyPr/>
        <a:lstStyle/>
        <a:p>
          <a:endParaRPr lang="es-AR"/>
        </a:p>
      </dgm:t>
    </dgm:pt>
    <dgm:pt modelId="{A1AC0DCD-0CE5-4508-B01A-377B06E0068C}" type="sibTrans" cxnId="{22F353F6-7164-4F43-9452-F6297278DBBF}">
      <dgm:prSet/>
      <dgm:spPr/>
      <dgm:t>
        <a:bodyPr/>
        <a:lstStyle/>
        <a:p>
          <a:endParaRPr lang="es-AR"/>
        </a:p>
      </dgm:t>
    </dgm:pt>
    <dgm:pt modelId="{CE17AFBA-D8B8-4934-902F-A00E62AB87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1900" dirty="0"/>
            <a:t>¿Confían en lo que responde?</a:t>
          </a:r>
        </a:p>
      </dgm:t>
    </dgm:pt>
    <dgm:pt modelId="{C7D623E4-7806-457B-A088-DD36CFD904C4}" type="parTrans" cxnId="{F76D68D6-1CB8-4ECB-8256-1B403AC78362}">
      <dgm:prSet/>
      <dgm:spPr/>
      <dgm:t>
        <a:bodyPr/>
        <a:lstStyle/>
        <a:p>
          <a:endParaRPr lang="es-AR"/>
        </a:p>
      </dgm:t>
    </dgm:pt>
    <dgm:pt modelId="{11C9C671-1CAB-40EC-9061-FF30106255F9}" type="sibTrans" cxnId="{F76D68D6-1CB8-4ECB-8256-1B403AC78362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012F505-C126-4077-BACF-4A3B8BB0AB33}" type="presOf" srcId="{5059A1EF-5947-4987-952C-294FE01C9002}" destId="{EEB1F71B-C36D-495B-81C0-9546D425EC51}" srcOrd="0" destOrd="5" presId="urn:microsoft.com/office/officeart/2005/8/layout/vList2"/>
    <dgm:cxn modelId="{7BE59C07-1CD8-4240-BF6A-6E87F64B00F5}" type="presOf" srcId="{FB7F3B4A-9889-4053-AD39-C58E9172D3CE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CFD6913-3581-48D2-AA23-54FAB6458854}" type="presOf" srcId="{021DA490-B293-469E-B95A-6EE5EE7CCDE5}" destId="{EEB1F71B-C36D-495B-81C0-9546D425EC51}" srcOrd="0" destOrd="6" presId="urn:microsoft.com/office/officeart/2005/8/layout/vList2"/>
    <dgm:cxn modelId="{CA8FE117-2AE9-4B77-88D2-B7662620E615}" srcId="{9A935F43-1A8E-41C3-A872-EBE5AE5F6DA3}" destId="{44A7C1B8-000A-4716-91CC-0A585C5AC4EC}" srcOrd="3" destOrd="0" parTransId="{064C9ACC-94D9-4013-9272-EBC54D879777}" sibTransId="{2CEA675A-95BA-4224-83D3-7E3F08C355A4}"/>
    <dgm:cxn modelId="{40DF1618-43CF-43DD-99EA-7A4FB2E8E7A8}" srcId="{9A935F43-1A8E-41C3-A872-EBE5AE5F6DA3}" destId="{5059A1EF-5947-4987-952C-294FE01C9002}" srcOrd="5" destOrd="0" parTransId="{FC1C2B65-C4F1-48A6-A64D-C451F71EE081}" sibTransId="{B68B2C11-DD81-41ED-9780-836763A4AE03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C4AA2427-5D48-4C16-9AE8-32418F9C09D2}" type="presOf" srcId="{CE17AFBA-D8B8-4934-902F-A00E62AB87E2}" destId="{EEB1F71B-C36D-495B-81C0-9546D425EC51}" srcOrd="0" destOrd="9" presId="urn:microsoft.com/office/officeart/2005/8/layout/vList2"/>
    <dgm:cxn modelId="{6078414B-5675-4654-91C6-BE01143050C3}" type="presOf" srcId="{CE4E5F14-4CDC-459F-AA6D-7CA3EFB79B32}" destId="{EEB1F71B-C36D-495B-81C0-9546D425EC51}" srcOrd="0" destOrd="1" presId="urn:microsoft.com/office/officeart/2005/8/layout/vList2"/>
    <dgm:cxn modelId="{7194FE56-DDAA-427C-A35A-F8C5B2C13C70}" type="presOf" srcId="{9B3B31FC-879E-4A3D-B9A6-43641892E147}" destId="{EEB1F71B-C36D-495B-81C0-9546D425EC51}" srcOrd="0" destOrd="4" presId="urn:microsoft.com/office/officeart/2005/8/layout/vList2"/>
    <dgm:cxn modelId="{189D7694-8B66-4CA5-9090-FB096683CFEE}" srcId="{9A935F43-1A8E-41C3-A872-EBE5AE5F6DA3}" destId="{C8309DD6-B96F-4266-B049-704FB4C81ACD}" srcOrd="10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1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7937ECC5-4982-46F8-8855-7286D916AE4C}" type="presOf" srcId="{BC1FAC16-2FAF-421C-AE43-EC58481B74F2}" destId="{EEB1F71B-C36D-495B-81C0-9546D425EC51}" srcOrd="0" destOrd="7" presId="urn:microsoft.com/office/officeart/2005/8/layout/vList2"/>
    <dgm:cxn modelId="{FFD124C7-02B5-4A95-B8D4-A9506C2D1922}" srcId="{9A935F43-1A8E-41C3-A872-EBE5AE5F6DA3}" destId="{9B3B31FC-879E-4A3D-B9A6-43641892E147}" srcOrd="4" destOrd="0" parTransId="{D2A2552B-60AF-4140-91C2-B782B2F11D07}" sibTransId="{68D52E36-75F2-4DF6-9E27-8BE3D430D375}"/>
    <dgm:cxn modelId="{2EAF0CC9-F186-4C58-BA7D-736678706753}" srcId="{9A935F43-1A8E-41C3-A872-EBE5AE5F6DA3}" destId="{FB7F3B4A-9889-4053-AD39-C58E9172D3CE}" srcOrd="2" destOrd="0" parTransId="{048ACE4D-7F05-46BC-9A12-87C34DCFBD9B}" sibTransId="{B451F7DE-9D92-4440-B088-E963681C5DAF}"/>
    <dgm:cxn modelId="{A06F6FCD-6A5F-4D64-832A-B7FD782EBB08}" srcId="{9A935F43-1A8E-41C3-A872-EBE5AE5F6DA3}" destId="{BC1FAC16-2FAF-421C-AE43-EC58481B74F2}" srcOrd="7" destOrd="0" parTransId="{8756DA78-8A7A-419E-BD12-1DC2625DCADD}" sibTransId="{DF1E9F07-5B76-415E-916F-BAF661713714}"/>
    <dgm:cxn modelId="{F76D68D6-1CB8-4ECB-8256-1B403AC78362}" srcId="{9A935F43-1A8E-41C3-A872-EBE5AE5F6DA3}" destId="{CE17AFBA-D8B8-4934-902F-A00E62AB87E2}" srcOrd="9" destOrd="0" parTransId="{C7D623E4-7806-457B-A088-DD36CFD904C4}" sibTransId="{11C9C671-1CAB-40EC-9061-FF30106255F9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CECE40F4-1765-49B9-86B2-D3A4ABAF69A0}" type="presOf" srcId="{41F48A98-B2F7-49FB-800E-B3D23133C8FB}" destId="{EEB1F71B-C36D-495B-81C0-9546D425EC51}" srcOrd="0" destOrd="8" presId="urn:microsoft.com/office/officeart/2005/8/layout/vList2"/>
    <dgm:cxn modelId="{7670ECF5-CADA-43BB-8872-969C7C28072A}" type="presOf" srcId="{44A7C1B8-000A-4716-91CC-0A585C5AC4EC}" destId="{EEB1F71B-C36D-495B-81C0-9546D425EC51}" srcOrd="0" destOrd="3" presId="urn:microsoft.com/office/officeart/2005/8/layout/vList2"/>
    <dgm:cxn modelId="{22F353F6-7164-4F43-9452-F6297278DBBF}" srcId="{9A935F43-1A8E-41C3-A872-EBE5AE5F6DA3}" destId="{41F48A98-B2F7-49FB-800E-B3D23133C8FB}" srcOrd="8" destOrd="0" parTransId="{61CDEC4C-0F51-4055-9BD5-6E0508267F64}" sibTransId="{A1AC0DCD-0CE5-4508-B01A-377B06E0068C}"/>
    <dgm:cxn modelId="{493F73F8-DB8A-4BD7-A215-B6CF397B2023}" srcId="{9A935F43-1A8E-41C3-A872-EBE5AE5F6DA3}" destId="{021DA490-B293-469E-B95A-6EE5EE7CCDE5}" srcOrd="6" destOrd="0" parTransId="{E00F47FB-A1F9-4E17-B4F7-8D007B01F054}" sibTransId="{02068D83-6A15-4A93-819F-20532EBA2C26}"/>
    <dgm:cxn modelId="{EB91EDFA-9534-41DB-920F-79E84D04C219}" srcId="{9A935F43-1A8E-41C3-A872-EBE5AE5F6DA3}" destId="{CE4E5F14-4CDC-459F-AA6D-7CA3EFB79B32}" srcOrd="1" destOrd="0" parTransId="{E247C1FE-DFE7-4C74-94A7-A684279DC993}" sibTransId="{AE33B162-A3AA-41AC-90CF-C3CB70453F81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dirty="0"/>
            <a:t>La Inteligencia Artificial (IA) es un campo de la informática que desarrolla sistemas capaces de: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 dirty="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40257150-CBA0-47C9-8D86-239465E0C5B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identificar patrones</a:t>
          </a:r>
        </a:p>
      </dgm:t>
    </dgm:pt>
    <dgm:pt modelId="{CCE20AD8-9772-48AE-AE22-891F14B7EC7B}" type="parTrans" cxnId="{1EEE4C09-5DD6-483E-B637-A1EDB19B47D5}">
      <dgm:prSet/>
      <dgm:spPr/>
      <dgm:t>
        <a:bodyPr/>
        <a:lstStyle/>
        <a:p>
          <a:endParaRPr lang="es-AR"/>
        </a:p>
      </dgm:t>
    </dgm:pt>
    <dgm:pt modelId="{CC5C7316-3E98-4BC4-A182-DD959BAF8D17}" type="sibTrans" cxnId="{1EEE4C09-5DD6-483E-B637-A1EDB19B47D5}">
      <dgm:prSet/>
      <dgm:spPr/>
      <dgm:t>
        <a:bodyPr/>
        <a:lstStyle/>
        <a:p>
          <a:endParaRPr lang="es-AR"/>
        </a:p>
      </dgm:t>
    </dgm:pt>
    <dgm:pt modelId="{3A3DE14C-A73E-477A-8D11-8D0869BB50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tomar decisiones</a:t>
          </a:r>
        </a:p>
      </dgm:t>
    </dgm:pt>
    <dgm:pt modelId="{CF00FC4B-8EBB-43D6-B144-D1F923B7B05D}" type="parTrans" cxnId="{654E412D-2ACF-46E9-A36F-066695DBE2EC}">
      <dgm:prSet/>
      <dgm:spPr/>
      <dgm:t>
        <a:bodyPr/>
        <a:lstStyle/>
        <a:p>
          <a:endParaRPr lang="es-AR"/>
        </a:p>
      </dgm:t>
    </dgm:pt>
    <dgm:pt modelId="{D65974DC-AA71-40F9-BABA-6938E5064DF7}" type="sibTrans" cxnId="{654E412D-2ACF-46E9-A36F-066695DBE2EC}">
      <dgm:prSet/>
      <dgm:spPr/>
      <dgm:t>
        <a:bodyPr/>
        <a:lstStyle/>
        <a:p>
          <a:endParaRPr lang="es-AR"/>
        </a:p>
      </dgm:t>
    </dgm:pt>
    <dgm:pt modelId="{389942E1-5844-429D-8FDA-3BE9C08B4A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resolver problemas</a:t>
          </a:r>
        </a:p>
      </dgm:t>
    </dgm:pt>
    <dgm:pt modelId="{AA1A0959-0F68-4BE8-9004-B9185710436A}" type="parTrans" cxnId="{9CB5238B-8585-4C11-AA50-73B65A7DBD85}">
      <dgm:prSet/>
      <dgm:spPr/>
      <dgm:t>
        <a:bodyPr/>
        <a:lstStyle/>
        <a:p>
          <a:endParaRPr lang="es-AR"/>
        </a:p>
      </dgm:t>
    </dgm:pt>
    <dgm:pt modelId="{7CBF5C16-455E-4F33-8F8F-AE8882F325B5}" type="sibTrans" cxnId="{9CB5238B-8585-4C11-AA50-73B65A7DBD85}">
      <dgm:prSet/>
      <dgm:spPr/>
      <dgm:t>
        <a:bodyPr/>
        <a:lstStyle/>
        <a:p>
          <a:endParaRPr lang="es-AR"/>
        </a:p>
      </dgm:t>
    </dgm:pt>
    <dgm:pt modelId="{149610C9-6B92-4E4A-825B-22ACC38707E8}">
      <dgm:prSet custT="1"/>
      <dgm:spPr/>
      <dgm:t>
        <a:bodyPr/>
        <a:lstStyle/>
        <a:p>
          <a:pPr>
            <a:buNone/>
          </a:pPr>
          <a:r>
            <a:rPr lang="es-AR" sz="2000" dirty="0"/>
            <a:t>simulando procesos cognitivos humanos.</a:t>
          </a:r>
        </a:p>
      </dgm:t>
    </dgm:pt>
    <dgm:pt modelId="{C13B31DC-CB8C-4128-A0BE-33813E1E7867}" type="parTrans" cxnId="{2B4816FE-0773-4DEA-A2CA-490E4005D0C5}">
      <dgm:prSet/>
      <dgm:spPr/>
      <dgm:t>
        <a:bodyPr/>
        <a:lstStyle/>
        <a:p>
          <a:endParaRPr lang="es-AR"/>
        </a:p>
      </dgm:t>
    </dgm:pt>
    <dgm:pt modelId="{78C4782B-7331-41D7-B779-A73CC21904F7}" type="sibTrans" cxnId="{2B4816FE-0773-4DEA-A2CA-490E4005D0C5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 dirty="0"/>
            <a:t>aprender de datos</a:t>
          </a:r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EEE4C09-5DD6-483E-B637-A1EDB19B47D5}" srcId="{9A935F43-1A8E-41C3-A872-EBE5AE5F6DA3}" destId="{40257150-CBA0-47C9-8D86-239465E0C5B5}" srcOrd="2" destOrd="0" parTransId="{CCE20AD8-9772-48AE-AE22-891F14B7EC7B}" sibTransId="{CC5C7316-3E98-4BC4-A182-DD959BAF8D17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5737A15-E29E-4BF2-AAEC-BABF23E5FED9}" type="presOf" srcId="{389942E1-5844-429D-8FDA-3BE9C08B4A57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654E412D-2ACF-46E9-A36F-066695DBE2EC}" srcId="{9A935F43-1A8E-41C3-A872-EBE5AE5F6DA3}" destId="{3A3DE14C-A73E-477A-8D11-8D0869BB5001}" srcOrd="3" destOrd="0" parTransId="{CF00FC4B-8EBB-43D6-B144-D1F923B7B05D}" sibTransId="{D65974DC-AA71-40F9-BABA-6938E5064DF7}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9CB5238B-8585-4C11-AA50-73B65A7DBD85}" srcId="{9A935F43-1A8E-41C3-A872-EBE5AE5F6DA3}" destId="{389942E1-5844-429D-8FDA-3BE9C08B4A57}" srcOrd="4" destOrd="0" parTransId="{AA1A0959-0F68-4BE8-9004-B9185710436A}" sibTransId="{7CBF5C16-455E-4F33-8F8F-AE8882F325B5}"/>
    <dgm:cxn modelId="{189D7694-8B66-4CA5-9090-FB096683CFEE}" srcId="{9A935F43-1A8E-41C3-A872-EBE5AE5F6DA3}" destId="{C8309DD6-B96F-4266-B049-704FB4C81ACD}" srcOrd="6" destOrd="0" parTransId="{58635E1A-1E1D-46DE-86A7-7EA283C9BF30}" sibTransId="{3E50D4AA-049B-47E4-A633-05158678CC56}"/>
    <dgm:cxn modelId="{85BB219C-0244-4BFF-AC7E-3760A32BEC75}" type="presOf" srcId="{40257150-CBA0-47C9-8D86-239465E0C5B5}" destId="{EEB1F71B-C36D-495B-81C0-9546D425EC51}" srcOrd="0" destOrd="2" presId="urn:microsoft.com/office/officeart/2005/8/layout/vList2"/>
    <dgm:cxn modelId="{CA9E68A3-CD17-4C6D-A80F-121687F404D7}" type="presOf" srcId="{C8309DD6-B96F-4266-B049-704FB4C81ACD}" destId="{EEB1F71B-C36D-495B-81C0-9546D425EC51}" srcOrd="0" destOrd="6" presId="urn:microsoft.com/office/officeart/2005/8/layout/vList2"/>
    <dgm:cxn modelId="{C559B6A6-6D7D-4A76-8616-5E4BDEEACFA8}" type="presOf" srcId="{149610C9-6B92-4E4A-825B-22ACC38707E8}" destId="{EEB1F71B-C36D-495B-81C0-9546D425EC51}" srcOrd="0" destOrd="5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0D6D29B5-5062-430B-A994-9D4111262AD4}" type="presOf" srcId="{3A3DE14C-A73E-477A-8D11-8D0869BB5001}" destId="{EEB1F71B-C36D-495B-81C0-9546D425EC51}" srcOrd="0" destOrd="3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2B4816FE-0773-4DEA-A2CA-490E4005D0C5}" srcId="{9A935F43-1A8E-41C3-A872-EBE5AE5F6DA3}" destId="{149610C9-6B92-4E4A-825B-22ACC38707E8}" srcOrd="5" destOrd="0" parTransId="{C13B31DC-CB8C-4128-A0BE-33813E1E7867}" sibTransId="{78C4782B-7331-41D7-B779-A73CC21904F7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Inteligencia Artificial Aplicada</a:t>
          </a:r>
          <a:r>
            <a:rPr lang="es-AR" sz="2400" dirty="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dirty="0"/>
            <a:t>Para entender cómo funciona la IA necesitamos algunos conceptos clave:</a:t>
          </a:r>
          <a:endParaRPr lang="es-AR" sz="24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F8E5C5FB-769C-4BBA-AE9E-7A4C5671FD41}">
      <dgm:prSet custT="1"/>
      <dgm:spPr/>
      <dgm:t>
        <a:bodyPr/>
        <a:lstStyle/>
        <a:p>
          <a:pPr>
            <a:buNone/>
          </a:pPr>
          <a:r>
            <a:rPr lang="es-MX" sz="2000" b="1" dirty="0"/>
            <a:t>Datos</a:t>
          </a:r>
          <a:br>
            <a:rPr lang="es-MX" sz="2000" dirty="0"/>
          </a:br>
          <a:r>
            <a:rPr lang="es-MX" sz="2000" dirty="0"/>
            <a:t>Información que se utiliza para entrenar modelos.</a:t>
          </a:r>
        </a:p>
      </dgm:t>
    </dgm:pt>
    <dgm:pt modelId="{92080743-4248-4D70-81F9-0FE4C0A6E3E2}" type="parTrans" cxnId="{39889E6E-7E8A-49E6-AF45-CB010A750FD8}">
      <dgm:prSet/>
      <dgm:spPr/>
      <dgm:t>
        <a:bodyPr/>
        <a:lstStyle/>
        <a:p>
          <a:endParaRPr lang="es-AR"/>
        </a:p>
      </dgm:t>
    </dgm:pt>
    <dgm:pt modelId="{E719248D-B9F1-49A1-9AF5-3D303CB31821}" type="sibTrans" cxnId="{39889E6E-7E8A-49E6-AF45-CB010A750FD8}">
      <dgm:prSet/>
      <dgm:spPr/>
      <dgm:t>
        <a:bodyPr/>
        <a:lstStyle/>
        <a:p>
          <a:endParaRPr lang="es-AR"/>
        </a:p>
      </dgm:t>
    </dgm:pt>
    <dgm:pt modelId="{9FC59151-9794-45D6-9DA2-E8B57C02F9EF}">
      <dgm:prSet custT="1"/>
      <dgm:spPr/>
      <dgm:t>
        <a:bodyPr/>
        <a:lstStyle/>
        <a:p>
          <a:pPr>
            <a:buNone/>
          </a:pPr>
          <a:r>
            <a:rPr lang="es-MX" sz="2000" b="1" dirty="0"/>
            <a:t>Modelo</a:t>
          </a:r>
          <a:br>
            <a:rPr lang="es-MX" sz="2000" dirty="0"/>
          </a:br>
          <a:r>
            <a:rPr lang="es-MX" sz="2000" dirty="0"/>
            <a:t>Algoritmo que aprende patrones en los datos.</a:t>
          </a:r>
        </a:p>
      </dgm:t>
    </dgm:pt>
    <dgm:pt modelId="{11EF40A3-D073-4ACC-BCE5-D15A7D1C0488}" type="parTrans" cxnId="{C7FBEDE4-B8CC-4B07-B314-BD4095BB4934}">
      <dgm:prSet/>
      <dgm:spPr/>
      <dgm:t>
        <a:bodyPr/>
        <a:lstStyle/>
        <a:p>
          <a:endParaRPr lang="es-AR"/>
        </a:p>
      </dgm:t>
    </dgm:pt>
    <dgm:pt modelId="{242ECC20-8CE5-4411-B9F9-94C4541B21E7}" type="sibTrans" cxnId="{C7FBEDE4-B8CC-4B07-B314-BD4095BB4934}">
      <dgm:prSet/>
      <dgm:spPr/>
      <dgm:t>
        <a:bodyPr/>
        <a:lstStyle/>
        <a:p>
          <a:endParaRPr lang="es-AR"/>
        </a:p>
      </dgm:t>
    </dgm:pt>
    <dgm:pt modelId="{77DE5F8F-720F-4615-829D-588E1A100767}">
      <dgm:prSet custT="1"/>
      <dgm:spPr/>
      <dgm:t>
        <a:bodyPr/>
        <a:lstStyle/>
        <a:p>
          <a:pPr>
            <a:buNone/>
          </a:pPr>
          <a:r>
            <a:rPr lang="es-MX" sz="2000" b="1" dirty="0"/>
            <a:t>Entrenamiento</a:t>
          </a:r>
          <a:br>
            <a:rPr lang="es-MX" sz="2000" dirty="0"/>
          </a:br>
          <a:r>
            <a:rPr lang="es-MX" sz="2000" dirty="0"/>
            <a:t>Proceso en el que el modelo aprende a partir de los datos.</a:t>
          </a:r>
        </a:p>
      </dgm:t>
    </dgm:pt>
    <dgm:pt modelId="{BFBBA522-5D67-40A8-8763-E6C91B445BA2}" type="parTrans" cxnId="{B21FD928-DE64-4392-A035-D44A6BD638AC}">
      <dgm:prSet/>
      <dgm:spPr/>
      <dgm:t>
        <a:bodyPr/>
        <a:lstStyle/>
        <a:p>
          <a:endParaRPr lang="es-AR"/>
        </a:p>
      </dgm:t>
    </dgm:pt>
    <dgm:pt modelId="{10A44792-A105-47D0-B5EC-52B5D0E14B66}" type="sibTrans" cxnId="{B21FD928-DE64-4392-A035-D44A6BD638AC}">
      <dgm:prSet/>
      <dgm:spPr/>
      <dgm:t>
        <a:bodyPr/>
        <a:lstStyle/>
        <a:p>
          <a:endParaRPr lang="es-AR"/>
        </a:p>
      </dgm:t>
    </dgm:pt>
    <dgm:pt modelId="{2B10BC02-2FC3-469E-B547-4F4A8B5F2BBE}">
      <dgm:prSet custT="1"/>
      <dgm:spPr/>
      <dgm:t>
        <a:bodyPr/>
        <a:lstStyle/>
        <a:p>
          <a:pPr>
            <a:buNone/>
          </a:pPr>
          <a:r>
            <a:rPr lang="es-MX" sz="2000" b="1" dirty="0"/>
            <a:t>Inferencia</a:t>
          </a:r>
          <a:br>
            <a:rPr lang="es-MX" sz="2000" dirty="0"/>
          </a:br>
          <a:r>
            <a:rPr lang="es-MX" sz="2000" dirty="0"/>
            <a:t>Cuando el modelo utiliza lo aprendido para generar respuestas o predicciones.</a:t>
          </a:r>
        </a:p>
      </dgm:t>
    </dgm:pt>
    <dgm:pt modelId="{AE914253-E7B5-408C-A878-CD0F8E66DA83}" type="parTrans" cxnId="{F0968BF6-C3E9-4980-AAF7-DBDE3D50BF43}">
      <dgm:prSet/>
      <dgm:spPr/>
      <dgm:t>
        <a:bodyPr/>
        <a:lstStyle/>
        <a:p>
          <a:endParaRPr lang="es-AR"/>
        </a:p>
      </dgm:t>
    </dgm:pt>
    <dgm:pt modelId="{AE83534B-C1D4-48E6-B562-0961455A644C}" type="sibTrans" cxnId="{F0968BF6-C3E9-4980-AAF7-DBDE3D50BF4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31123">
        <dgm:presLayoutVars>
          <dgm:bulletEnabled val="1"/>
        </dgm:presLayoutVars>
      </dgm:prSet>
      <dgm:spPr/>
    </dgm:pt>
  </dgm:ptLst>
  <dgm:cxnLst>
    <dgm:cxn modelId="{0B8FBA01-4B41-455A-A57B-217FFCBA0005}" type="presOf" srcId="{9FC59151-9794-45D6-9DA2-E8B57C02F9EF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B21FD928-DE64-4392-A035-D44A6BD638AC}" srcId="{9A935F43-1A8E-41C3-A872-EBE5AE5F6DA3}" destId="{77DE5F8F-720F-4615-829D-588E1A100767}" srcOrd="3" destOrd="0" parTransId="{BFBBA522-5D67-40A8-8763-E6C91B445BA2}" sibTransId="{10A44792-A105-47D0-B5EC-52B5D0E14B66}"/>
    <dgm:cxn modelId="{2F42625D-9C15-496C-88BB-DD34CED33342}" type="presOf" srcId="{2B10BC02-2FC3-469E-B547-4F4A8B5F2BBE}" destId="{EEB1F71B-C36D-495B-81C0-9546D425EC51}" srcOrd="0" destOrd="4" presId="urn:microsoft.com/office/officeart/2005/8/layout/vList2"/>
    <dgm:cxn modelId="{39889E6E-7E8A-49E6-AF45-CB010A750FD8}" srcId="{9A935F43-1A8E-41C3-A872-EBE5AE5F6DA3}" destId="{F8E5C5FB-769C-4BBA-AE9E-7A4C5671FD41}" srcOrd="1" destOrd="0" parTransId="{92080743-4248-4D70-81F9-0FE4C0A6E3E2}" sibTransId="{E719248D-B9F1-49A1-9AF5-3D303CB31821}"/>
    <dgm:cxn modelId="{93CD0BA7-7839-4269-AE77-DE9C3B0DDF95}" type="presOf" srcId="{77DE5F8F-720F-4615-829D-588E1A100767}" destId="{EEB1F71B-C36D-495B-81C0-9546D425EC51}" srcOrd="0" destOrd="3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6479CBB-9D99-44CB-989A-4B9F9CF3D0A2}" type="presOf" srcId="{F8E5C5FB-769C-4BBA-AE9E-7A4C5671FD41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C7FBEDE4-B8CC-4B07-B314-BD4095BB4934}" srcId="{9A935F43-1A8E-41C3-A872-EBE5AE5F6DA3}" destId="{9FC59151-9794-45D6-9DA2-E8B57C02F9EF}" srcOrd="2" destOrd="0" parTransId="{11EF40A3-D073-4ACC-BCE5-D15A7D1C0488}" sibTransId="{242ECC20-8CE5-4411-B9F9-94C4541B21E7}"/>
    <dgm:cxn modelId="{F0968BF6-C3E9-4980-AAF7-DBDE3D50BF43}" srcId="{9A935F43-1A8E-41C3-A872-EBE5AE5F6DA3}" destId="{2B10BC02-2FC3-469E-B547-4F4A8B5F2BBE}" srcOrd="4" destOrd="0" parTransId="{AE914253-E7B5-408C-A878-CD0F8E66DA83}" sibTransId="{AE83534B-C1D4-48E6-B562-0961455A644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dirty="0"/>
            <a:t>Debate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3600" dirty="0"/>
            <a:t>¿Creen que la IA </a:t>
          </a:r>
          <a:r>
            <a:rPr lang="es-MX" sz="3600" b="1" dirty="0"/>
            <a:t>“piensa”</a:t>
          </a:r>
          <a:r>
            <a:rPr lang="es-MX" sz="3600" dirty="0"/>
            <a:t> realmente?</a:t>
          </a:r>
          <a:endParaRPr lang="es-AR" sz="36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EF2BAF2-A525-4D67-9B85-4E0F3B664BAB}">
      <dgm:prSet/>
      <dgm:spPr/>
      <dgm:t>
        <a:bodyPr/>
        <a:lstStyle/>
        <a:p>
          <a:pPr>
            <a:buNone/>
          </a:pPr>
          <a:r>
            <a:rPr lang="es-AR" sz="3600"/>
            <a:t>o</a:t>
          </a:r>
        </a:p>
      </dgm:t>
    </dgm:pt>
    <dgm:pt modelId="{B43851D0-CF93-44BB-8067-B71DD9A6BA1F}" type="parTrans" cxnId="{E6EDEAC9-4D02-454E-871D-E2CEB9090E67}">
      <dgm:prSet/>
      <dgm:spPr/>
      <dgm:t>
        <a:bodyPr/>
        <a:lstStyle/>
        <a:p>
          <a:endParaRPr lang="es-AR"/>
        </a:p>
      </dgm:t>
    </dgm:pt>
    <dgm:pt modelId="{EA38DABE-F464-4B74-840C-8314CA6BB16A}" type="sibTrans" cxnId="{E6EDEAC9-4D02-454E-871D-E2CEB9090E67}">
      <dgm:prSet/>
      <dgm:spPr/>
      <dgm:t>
        <a:bodyPr/>
        <a:lstStyle/>
        <a:p>
          <a:endParaRPr lang="es-AR"/>
        </a:p>
      </dgm:t>
    </dgm:pt>
    <dgm:pt modelId="{F65BB256-74E0-4611-870B-70F4A1DFF0CC}">
      <dgm:prSet/>
      <dgm:spPr/>
      <dgm:t>
        <a:bodyPr/>
        <a:lstStyle/>
        <a:p>
          <a:pPr>
            <a:buNone/>
          </a:pPr>
          <a:r>
            <a:rPr lang="es-AR" sz="3600" dirty="0"/>
            <a:t>¿Solo </a:t>
          </a:r>
          <a:r>
            <a:rPr lang="es-AR" sz="3600" b="1" dirty="0"/>
            <a:t>predice probabilidades</a:t>
          </a:r>
          <a:r>
            <a:rPr lang="es-AR" sz="3600" dirty="0"/>
            <a:t> a partir de datos?</a:t>
          </a:r>
        </a:p>
      </dgm:t>
    </dgm:pt>
    <dgm:pt modelId="{E8875B7B-2EB3-40A4-9366-0F82A650C0BA}" type="parTrans" cxnId="{9FEF0E17-71C7-43BF-8745-A86BAAA071D9}">
      <dgm:prSet/>
      <dgm:spPr/>
      <dgm:t>
        <a:bodyPr/>
        <a:lstStyle/>
        <a:p>
          <a:endParaRPr lang="es-AR"/>
        </a:p>
      </dgm:t>
    </dgm:pt>
    <dgm:pt modelId="{7385395A-4C4C-416C-BC04-ADB24E9DB6BB}" type="sibTrans" cxnId="{9FEF0E17-71C7-43BF-8745-A86BAAA071D9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FEF0E17-71C7-43BF-8745-A86BAAA071D9}" srcId="{9A935F43-1A8E-41C3-A872-EBE5AE5F6DA3}" destId="{F65BB256-74E0-4611-870B-70F4A1DFF0CC}" srcOrd="2" destOrd="0" parTransId="{E8875B7B-2EB3-40A4-9366-0F82A650C0BA}" sibTransId="{7385395A-4C4C-416C-BC04-ADB24E9DB6BB}"/>
    <dgm:cxn modelId="{67DB9D1F-F444-41EE-AE93-43F52D724AE2}" type="presOf" srcId="{1EF2BAF2-A525-4D67-9B85-4E0F3B664BAB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A773006D-025D-4F19-AD47-B8FA2C3B4270}" type="presOf" srcId="{F65BB256-74E0-4611-870B-70F4A1DFF0CC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6EDEAC9-4D02-454E-871D-E2CEB9090E67}" srcId="{9A935F43-1A8E-41C3-A872-EBE5AE5F6DA3}" destId="{1EF2BAF2-A525-4D67-9B85-4E0F3B664BAB}" srcOrd="1" destOrd="0" parTransId="{B43851D0-CF93-44BB-8067-B71DD9A6BA1F}" sibTransId="{EA38DABE-F464-4B74-840C-8314CA6BB16A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Se usa principalmente para: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dirty="0"/>
            <a:t>clasificación
predicción
análisis de datos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7E96E26A-5063-4152-8C5A-E90B5EB591A2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b="1" dirty="0"/>
            <a:t>Ejemplos:</a:t>
          </a:r>
          <a:r>
            <a:rPr lang="es-MX" sz="2000" dirty="0"/>
            <a:t>
recomendación de productos
detección de fraude
predicción de ventas</a:t>
          </a:r>
          <a:endParaRPr lang="es-AR" sz="2000" dirty="0"/>
        </a:p>
      </dgm:t>
    </dgm:pt>
    <dgm:pt modelId="{41F234DF-0E34-4685-8A05-39820B8244D5}" type="parTrans" cxnId="{8E0E6C84-6A38-4682-991A-CAFF5210AC9C}">
      <dgm:prSet/>
      <dgm:spPr/>
      <dgm:t>
        <a:bodyPr/>
        <a:lstStyle/>
        <a:p>
          <a:endParaRPr lang="es-AR"/>
        </a:p>
      </dgm:t>
    </dgm:pt>
    <dgm:pt modelId="{BE638DF5-80CA-46C7-A1AF-85E899E08B16}" type="sibTrans" cxnId="{8E0E6C84-6A38-4682-991A-CAFF5210AC9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792" custLinFactNeighborY="-26903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9F165802-3FF2-47FF-B8F0-1466EB61E81C}" type="presOf" srcId="{7E96E26A-5063-4152-8C5A-E90B5EB591A2}" destId="{EEB1F71B-C36D-495B-81C0-9546D425EC51}" srcOrd="0" destOrd="1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2" destOrd="0" parTransId="{3E479EE4-D8EB-4818-A551-99FD289CB449}" sibTransId="{1C68800B-EC8F-41ED-8897-4A6AB8B249AA}"/>
    <dgm:cxn modelId="{8E0E6C84-6A38-4682-991A-CAFF5210AC9C}" srcId="{9A935F43-1A8E-41C3-A872-EBE5AE5F6DA3}" destId="{7E96E26A-5063-4152-8C5A-E90B5EB591A2}" srcOrd="1" destOrd="0" parTransId="{41F234DF-0E34-4685-8A05-39820B8244D5}" sibTransId="{BE638DF5-80CA-46C7-A1AF-85E899E08B16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Puede crear contenido nuevo: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BA4BB57E-2737-48E1-BE65-850A289A13B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imágenes</a:t>
          </a:r>
        </a:p>
      </dgm:t>
    </dgm:pt>
    <dgm:pt modelId="{3EB87972-340A-43D8-B767-DA68D2517E77}" type="parTrans" cxnId="{E1C15737-E102-404C-8030-C8A2CEFDA3E8}">
      <dgm:prSet/>
      <dgm:spPr/>
      <dgm:t>
        <a:bodyPr/>
        <a:lstStyle/>
        <a:p>
          <a:endParaRPr lang="es-AR"/>
        </a:p>
      </dgm:t>
    </dgm:pt>
    <dgm:pt modelId="{30AE0556-4C65-4946-92B4-92D7A12A71B6}" type="sibTrans" cxnId="{E1C15737-E102-404C-8030-C8A2CEFDA3E8}">
      <dgm:prSet/>
      <dgm:spPr/>
      <dgm:t>
        <a:bodyPr/>
        <a:lstStyle/>
        <a:p>
          <a:endParaRPr lang="es-AR"/>
        </a:p>
      </dgm:t>
    </dgm:pt>
    <dgm:pt modelId="{72FA7B9C-693F-4CFD-94D6-732DC8A29B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código</a:t>
          </a:r>
        </a:p>
      </dgm:t>
    </dgm:pt>
    <dgm:pt modelId="{FE73B00F-5455-4C85-B926-A92D1664A6E7}" type="parTrans" cxnId="{356DDAE3-AB7E-4A40-A42D-8AC28AE5AAD8}">
      <dgm:prSet/>
      <dgm:spPr/>
      <dgm:t>
        <a:bodyPr/>
        <a:lstStyle/>
        <a:p>
          <a:endParaRPr lang="es-AR"/>
        </a:p>
      </dgm:t>
    </dgm:pt>
    <dgm:pt modelId="{F1436AF4-2FE2-45A3-88DA-30C599435ADB}" type="sibTrans" cxnId="{356DDAE3-AB7E-4A40-A42D-8AC28AE5AAD8}">
      <dgm:prSet/>
      <dgm:spPr/>
      <dgm:t>
        <a:bodyPr/>
        <a:lstStyle/>
        <a:p>
          <a:endParaRPr lang="es-AR"/>
        </a:p>
      </dgm:t>
    </dgm:pt>
    <dgm:pt modelId="{315C3067-A7A1-4226-86B6-4EDC34B2C9C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audio</a:t>
          </a:r>
        </a:p>
      </dgm:t>
    </dgm:pt>
    <dgm:pt modelId="{08E3E4FE-FC21-45A7-83D5-74BC04255F7C}" type="parTrans" cxnId="{4F82FF93-B40C-4F39-958C-A71A10338848}">
      <dgm:prSet/>
      <dgm:spPr/>
      <dgm:t>
        <a:bodyPr/>
        <a:lstStyle/>
        <a:p>
          <a:endParaRPr lang="es-AR"/>
        </a:p>
      </dgm:t>
    </dgm:pt>
    <dgm:pt modelId="{17B23763-0551-49BA-89E5-4F578B587B4F}" type="sibTrans" cxnId="{4F82FF93-B40C-4F39-958C-A71A10338848}">
      <dgm:prSet/>
      <dgm:spPr/>
      <dgm:t>
        <a:bodyPr/>
        <a:lstStyle/>
        <a:p>
          <a:endParaRPr lang="es-AR"/>
        </a:p>
      </dgm:t>
    </dgm:pt>
    <dgm:pt modelId="{0E93DD14-8579-498E-B108-47C66702A8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video</a:t>
          </a:r>
        </a:p>
      </dgm:t>
    </dgm:pt>
    <dgm:pt modelId="{7C816E31-1EAB-4A04-8C1E-2481D5F01D47}" type="parTrans" cxnId="{F075E961-AD8E-47F9-8AEA-8AEB23247C6F}">
      <dgm:prSet/>
      <dgm:spPr/>
      <dgm:t>
        <a:bodyPr/>
        <a:lstStyle/>
        <a:p>
          <a:endParaRPr lang="es-AR"/>
        </a:p>
      </dgm:t>
    </dgm:pt>
    <dgm:pt modelId="{B02C5DAD-3498-4254-A320-DF5DFCC77B0B}" type="sibTrans" cxnId="{F075E961-AD8E-47F9-8AEA-8AEB23247C6F}">
      <dgm:prSet/>
      <dgm:spPr/>
      <dgm:t>
        <a:bodyPr/>
        <a:lstStyle/>
        <a:p>
          <a:endParaRPr lang="es-AR"/>
        </a:p>
      </dgm:t>
    </dgm:pt>
    <dgm:pt modelId="{F0236E69-48E9-47E1-95A0-129737E9F225}">
      <dgm:prSet custT="1"/>
      <dgm:spPr/>
      <dgm:t>
        <a:bodyPr/>
        <a:lstStyle/>
        <a:p>
          <a:pPr>
            <a:buNone/>
          </a:pPr>
          <a:r>
            <a:rPr lang="es-AR" sz="2000"/>
            <a:t>Ejemplos:</a:t>
          </a:r>
        </a:p>
      </dgm:t>
    </dgm:pt>
    <dgm:pt modelId="{9225CD14-76D1-4390-8E53-443149C44BE3}" type="parTrans" cxnId="{DA343CA9-4440-48E3-A688-1BD827A67B6E}">
      <dgm:prSet/>
      <dgm:spPr/>
      <dgm:t>
        <a:bodyPr/>
        <a:lstStyle/>
        <a:p>
          <a:endParaRPr lang="es-AR"/>
        </a:p>
      </dgm:t>
    </dgm:pt>
    <dgm:pt modelId="{3C943078-8453-4F63-8E7D-86964941ECF4}" type="sibTrans" cxnId="{DA343CA9-4440-48E3-A688-1BD827A67B6E}">
      <dgm:prSet/>
      <dgm:spPr/>
      <dgm:t>
        <a:bodyPr/>
        <a:lstStyle/>
        <a:p>
          <a:endParaRPr lang="es-AR"/>
        </a:p>
      </dgm:t>
    </dgm:pt>
    <dgm:pt modelId="{3CA6BC12-84C1-4A01-8938-3FE4B53D5B3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ChatGPT</a:t>
          </a:r>
          <a:endParaRPr lang="es-AR" sz="2000" dirty="0"/>
        </a:p>
      </dgm:t>
    </dgm:pt>
    <dgm:pt modelId="{F24EBA40-52DE-4029-B113-5C9CC2914A04}" type="parTrans" cxnId="{FB6AC987-9007-4923-8E1E-5F8442524759}">
      <dgm:prSet/>
      <dgm:spPr/>
      <dgm:t>
        <a:bodyPr/>
        <a:lstStyle/>
        <a:p>
          <a:endParaRPr lang="es-AR"/>
        </a:p>
      </dgm:t>
    </dgm:pt>
    <dgm:pt modelId="{AA03794D-B662-4558-901E-387AC5B7D4B9}" type="sibTrans" cxnId="{FB6AC987-9007-4923-8E1E-5F8442524759}">
      <dgm:prSet/>
      <dgm:spPr/>
      <dgm:t>
        <a:bodyPr/>
        <a:lstStyle/>
        <a:p>
          <a:endParaRPr lang="es-AR"/>
        </a:p>
      </dgm:t>
    </dgm:pt>
    <dgm:pt modelId="{EB145D1E-40CC-494F-AE1F-A1239F0E06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Midjourney</a:t>
          </a:r>
          <a:endParaRPr lang="es-AR" sz="2000" dirty="0"/>
        </a:p>
      </dgm:t>
    </dgm:pt>
    <dgm:pt modelId="{EB4552C1-C7A1-44CF-B0AC-6A021F5CCF81}" type="parTrans" cxnId="{4D95ED20-6547-4688-9D17-2D9033C17F9A}">
      <dgm:prSet/>
      <dgm:spPr/>
      <dgm:t>
        <a:bodyPr/>
        <a:lstStyle/>
        <a:p>
          <a:endParaRPr lang="es-AR"/>
        </a:p>
      </dgm:t>
    </dgm:pt>
    <dgm:pt modelId="{C4D2CAC8-9F6A-430C-958E-423B6B5F690C}" type="sibTrans" cxnId="{4D95ED20-6547-4688-9D17-2D9033C17F9A}">
      <dgm:prSet/>
      <dgm:spPr/>
      <dgm:t>
        <a:bodyPr/>
        <a:lstStyle/>
        <a:p>
          <a:endParaRPr lang="es-AR"/>
        </a:p>
      </dgm:t>
    </dgm:pt>
    <dgm:pt modelId="{7877C03F-A788-4BE0-91DD-84529AB65B8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DALL-E</a:t>
          </a:r>
        </a:p>
      </dgm:t>
    </dgm:pt>
    <dgm:pt modelId="{04969889-A29F-42A7-B5E9-A1C5FA6B6B8C}" type="parTrans" cxnId="{E1D52223-E1E2-44F1-855E-4EA44116E6B6}">
      <dgm:prSet/>
      <dgm:spPr/>
      <dgm:t>
        <a:bodyPr/>
        <a:lstStyle/>
        <a:p>
          <a:endParaRPr lang="es-AR"/>
        </a:p>
      </dgm:t>
    </dgm:pt>
    <dgm:pt modelId="{BA5C2BC4-BE4F-4AA8-9A17-9250E50A8FAA}" type="sibTrans" cxnId="{E1D52223-E1E2-44F1-855E-4EA44116E6B6}">
      <dgm:prSet/>
      <dgm:spPr/>
      <dgm:t>
        <a:bodyPr/>
        <a:lstStyle/>
        <a:p>
          <a:endParaRPr lang="es-AR"/>
        </a:p>
      </dgm:t>
    </dgm:pt>
    <dgm:pt modelId="{1AA44CD3-87F7-4E3F-9514-754F283BEB0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Copilot</a:t>
          </a:r>
          <a:endParaRPr lang="es-AR" sz="2000" dirty="0"/>
        </a:p>
      </dgm:t>
    </dgm:pt>
    <dgm:pt modelId="{F7FA8EFF-F133-469A-8807-56D5A54C05E4}" type="parTrans" cxnId="{2CBDC82F-BA21-4E74-98F4-710164C50140}">
      <dgm:prSet/>
      <dgm:spPr/>
      <dgm:t>
        <a:bodyPr/>
        <a:lstStyle/>
        <a:p>
          <a:endParaRPr lang="es-AR"/>
        </a:p>
      </dgm:t>
    </dgm:pt>
    <dgm:pt modelId="{5CEB2B10-A2FB-4322-977B-043F6A99290D}" type="sibTrans" cxnId="{2CBDC82F-BA21-4E74-98F4-710164C50140}">
      <dgm:prSet/>
      <dgm:spPr/>
      <dgm:t>
        <a:bodyPr/>
        <a:lstStyle/>
        <a:p>
          <a:endParaRPr lang="es-AR"/>
        </a:p>
      </dgm:t>
    </dgm:pt>
    <dgm:pt modelId="{7A902DFC-5652-4C54-A10B-C41D73E49736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dirty="0"/>
            <a:t>texto</a:t>
          </a:r>
        </a:p>
      </dgm:t>
    </dgm:pt>
    <dgm:pt modelId="{17E92E59-1100-4AFA-BE0C-43BBD7BA4EEE}" type="parTrans" cxnId="{786AD9E4-EC61-4B7A-9763-285645158029}">
      <dgm:prSet/>
      <dgm:spPr/>
    </dgm:pt>
    <dgm:pt modelId="{F8B09411-9594-4245-9DC0-4AECEB474F77}" type="sibTrans" cxnId="{786AD9E4-EC61-4B7A-9763-285645158029}">
      <dgm:prSet/>
      <dgm:spPr/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A5B02401-F4C0-44B0-8BFB-706BF40390FB}" type="presOf" srcId="{0E93DD14-8579-498E-B108-47C66702A822}" destId="{EEB1F71B-C36D-495B-81C0-9546D425EC51}" srcOrd="0" destOrd="5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30E7C20F-131A-4549-877C-54207AC70F77}" type="presOf" srcId="{72FA7B9C-693F-4CFD-94D6-732DC8A29B5E}" destId="{EEB1F71B-C36D-495B-81C0-9546D425EC51}" srcOrd="0" destOrd="3" presId="urn:microsoft.com/office/officeart/2005/8/layout/vList2"/>
    <dgm:cxn modelId="{987AD71A-25A5-44BF-A5E5-E5B6D8C943AE}" type="presOf" srcId="{EB145D1E-40CC-494F-AE1F-A1239F0E0641}" destId="{EEB1F71B-C36D-495B-81C0-9546D425EC51}" srcOrd="0" destOrd="8" presId="urn:microsoft.com/office/officeart/2005/8/layout/vList2"/>
    <dgm:cxn modelId="{4D95ED20-6547-4688-9D17-2D9033C17F9A}" srcId="{9A935F43-1A8E-41C3-A872-EBE5AE5F6DA3}" destId="{EB145D1E-40CC-494F-AE1F-A1239F0E0641}" srcOrd="8" destOrd="0" parTransId="{EB4552C1-C7A1-44CF-B0AC-6A021F5CCF81}" sibTransId="{C4D2CAC8-9F6A-430C-958E-423B6B5F690C}"/>
    <dgm:cxn modelId="{E1D52223-E1E2-44F1-855E-4EA44116E6B6}" srcId="{9A935F43-1A8E-41C3-A872-EBE5AE5F6DA3}" destId="{7877C03F-A788-4BE0-91DD-84529AB65B8C}" srcOrd="9" destOrd="0" parTransId="{04969889-A29F-42A7-B5E9-A1C5FA6B6B8C}" sibTransId="{BA5C2BC4-BE4F-4AA8-9A17-9250E50A8FAA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1" destOrd="0" parTransId="{3E479EE4-D8EB-4818-A551-99FD289CB449}" sibTransId="{1C68800B-EC8F-41ED-8897-4A6AB8B249AA}"/>
    <dgm:cxn modelId="{2CBDC82F-BA21-4E74-98F4-710164C50140}" srcId="{9A935F43-1A8E-41C3-A872-EBE5AE5F6DA3}" destId="{1AA44CD3-87F7-4E3F-9514-754F283BEB03}" srcOrd="10" destOrd="0" parTransId="{F7FA8EFF-F133-469A-8807-56D5A54C05E4}" sibTransId="{5CEB2B10-A2FB-4322-977B-043F6A99290D}"/>
    <dgm:cxn modelId="{E1C15737-E102-404C-8030-C8A2CEFDA3E8}" srcId="{9A935F43-1A8E-41C3-A872-EBE5AE5F6DA3}" destId="{BA4BB57E-2737-48E1-BE65-850A289A13B1}" srcOrd="2" destOrd="0" parTransId="{3EB87972-340A-43D8-B767-DA68D2517E77}" sibTransId="{30AE0556-4C65-4946-92B4-92D7A12A71B6}"/>
    <dgm:cxn modelId="{F075E961-AD8E-47F9-8AEA-8AEB23247C6F}" srcId="{9A935F43-1A8E-41C3-A872-EBE5AE5F6DA3}" destId="{0E93DD14-8579-498E-B108-47C66702A822}" srcOrd="5" destOrd="0" parTransId="{7C816E31-1EAB-4A04-8C1E-2481D5F01D47}" sibTransId="{B02C5DAD-3498-4254-A320-DF5DFCC77B0B}"/>
    <dgm:cxn modelId="{C0771B65-9E0E-42C6-B6D8-FB1B6F34147C}" type="presOf" srcId="{315C3067-A7A1-4226-86B6-4EDC34B2C9C6}" destId="{EEB1F71B-C36D-495B-81C0-9546D425EC51}" srcOrd="0" destOrd="4" presId="urn:microsoft.com/office/officeart/2005/8/layout/vList2"/>
    <dgm:cxn modelId="{193EFA4B-E735-492D-AD79-E894E951D5EF}" type="presOf" srcId="{1AA44CD3-87F7-4E3F-9514-754F283BEB03}" destId="{EEB1F71B-C36D-495B-81C0-9546D425EC51}" srcOrd="0" destOrd="10" presId="urn:microsoft.com/office/officeart/2005/8/layout/vList2"/>
    <dgm:cxn modelId="{A8528671-D126-4C3E-99F0-9F7A87BBD3D6}" type="presOf" srcId="{3CA6BC12-84C1-4A01-8938-3FE4B53D5B3F}" destId="{EEB1F71B-C36D-495B-81C0-9546D425EC51}" srcOrd="0" destOrd="7" presId="urn:microsoft.com/office/officeart/2005/8/layout/vList2"/>
    <dgm:cxn modelId="{FB6AC987-9007-4923-8E1E-5F8442524759}" srcId="{9A935F43-1A8E-41C3-A872-EBE5AE5F6DA3}" destId="{3CA6BC12-84C1-4A01-8938-3FE4B53D5B3F}" srcOrd="7" destOrd="0" parTransId="{F24EBA40-52DE-4029-B113-5C9CC2914A04}" sibTransId="{AA03794D-B662-4558-901E-387AC5B7D4B9}"/>
    <dgm:cxn modelId="{4F82FF93-B40C-4F39-958C-A71A10338848}" srcId="{9A935F43-1A8E-41C3-A872-EBE5AE5F6DA3}" destId="{315C3067-A7A1-4226-86B6-4EDC34B2C9C6}" srcOrd="4" destOrd="0" parTransId="{08E3E4FE-FC21-45A7-83D5-74BC04255F7C}" sibTransId="{17B23763-0551-49BA-89E5-4F578B587B4F}"/>
    <dgm:cxn modelId="{DA343CA9-4440-48E3-A688-1BD827A67B6E}" srcId="{9A935F43-1A8E-41C3-A872-EBE5AE5F6DA3}" destId="{F0236E69-48E9-47E1-95A0-129737E9F225}" srcOrd="6" destOrd="0" parTransId="{9225CD14-76D1-4390-8E53-443149C44BE3}" sibTransId="{3C943078-8453-4F63-8E7D-86964941ECF4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1" presId="urn:microsoft.com/office/officeart/2005/8/layout/vList2"/>
    <dgm:cxn modelId="{1C2D7BB2-C26B-44CF-8401-2E6B52D5B624}" type="presOf" srcId="{BA4BB57E-2737-48E1-BE65-850A289A13B1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486FCB7-5224-49D2-89FB-99DA8F093D6C}" type="presOf" srcId="{F0236E69-48E9-47E1-95A0-129737E9F225}" destId="{EEB1F71B-C36D-495B-81C0-9546D425EC51}" srcOrd="0" destOrd="6" presId="urn:microsoft.com/office/officeart/2005/8/layout/vList2"/>
    <dgm:cxn modelId="{69796FBD-980B-436E-8803-F534010740E0}" type="presOf" srcId="{7877C03F-A788-4BE0-91DD-84529AB65B8C}" destId="{EEB1F71B-C36D-495B-81C0-9546D425EC51}" srcOrd="0" destOrd="9" presId="urn:microsoft.com/office/officeart/2005/8/layout/vList2"/>
    <dgm:cxn modelId="{CDA5ACDD-82DB-49DB-B249-DBC27D276F50}" type="presOf" srcId="{7A902DFC-5652-4C54-A10B-C41D73E49736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356DDAE3-AB7E-4A40-A42D-8AC28AE5AAD8}" srcId="{9A935F43-1A8E-41C3-A872-EBE5AE5F6DA3}" destId="{72FA7B9C-693F-4CFD-94D6-732DC8A29B5E}" srcOrd="3" destOrd="0" parTransId="{FE73B00F-5455-4C85-B926-A92D1664A6E7}" sibTransId="{F1436AF4-2FE2-45A3-88DA-30C599435ADB}"/>
    <dgm:cxn modelId="{786AD9E4-EC61-4B7A-9763-285645158029}" srcId="{9A935F43-1A8E-41C3-A872-EBE5AE5F6DA3}" destId="{7A902DFC-5652-4C54-A10B-C41D73E49736}" srcOrd="1" destOrd="0" parTransId="{17E92E59-1100-4AFA-BE0C-43BBD7BA4EEE}" sibTransId="{F8B09411-9594-4245-9DC0-4AECEB474F77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IA Analítica / Predictiva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dirty="0"/>
            <a:t>análisis de datos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2F1C513-179F-476E-8C16-20E3A989D9D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predicciones</a:t>
          </a:r>
        </a:p>
      </dgm:t>
    </dgm:pt>
    <dgm:pt modelId="{BE5F664A-FDF6-4F06-B6AD-D9941EC2AAEE}" type="parTrans" cxnId="{DD120650-2F41-49E0-956B-11DD99654F27}">
      <dgm:prSet/>
      <dgm:spPr/>
      <dgm:t>
        <a:bodyPr/>
        <a:lstStyle/>
        <a:p>
          <a:endParaRPr lang="es-AR"/>
        </a:p>
      </dgm:t>
    </dgm:pt>
    <dgm:pt modelId="{AA62FFB2-1D06-4285-8ADB-64BF59CD1CA6}" type="sibTrans" cxnId="{DD120650-2F41-49E0-956B-11DD99654F27}">
      <dgm:prSet/>
      <dgm:spPr/>
      <dgm:t>
        <a:bodyPr/>
        <a:lstStyle/>
        <a:p>
          <a:endParaRPr lang="es-AR"/>
        </a:p>
      </dgm:t>
    </dgm:pt>
    <dgm:pt modelId="{1DC0665C-C5AF-49AE-8FF7-D47CE5E7D3B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recomendadores</a:t>
          </a:r>
        </a:p>
      </dgm:t>
    </dgm:pt>
    <dgm:pt modelId="{F1BFDA32-C26E-4910-B6D3-28CC10FF49F9}" type="parTrans" cxnId="{AE72F6CF-6369-4A44-9C2B-54C327778756}">
      <dgm:prSet/>
      <dgm:spPr/>
      <dgm:t>
        <a:bodyPr/>
        <a:lstStyle/>
        <a:p>
          <a:endParaRPr lang="es-AR"/>
        </a:p>
      </dgm:t>
    </dgm:pt>
    <dgm:pt modelId="{7F14DD78-8B3E-4422-9BE5-A649E72EB5A7}" type="sibTrans" cxnId="{AE72F6CF-6369-4A44-9C2B-54C327778756}">
      <dgm:prSet/>
      <dgm:spPr/>
      <dgm:t>
        <a:bodyPr/>
        <a:lstStyle/>
        <a:p>
          <a:endParaRPr lang="es-AR"/>
        </a:p>
      </dgm:t>
    </dgm:pt>
    <dgm:pt modelId="{B8615FF7-D055-4A24-8954-65A91761D1A5}">
      <dgm:prSet custT="1"/>
      <dgm:spPr/>
      <dgm:t>
        <a:bodyPr/>
        <a:lstStyle/>
        <a:p>
          <a:pPr>
            <a:buNone/>
          </a:pPr>
          <a:r>
            <a:rPr lang="es-AR" sz="2000" b="1" dirty="0"/>
            <a:t>IA Generativa</a:t>
          </a:r>
          <a:endParaRPr lang="es-AR" sz="2000" dirty="0"/>
        </a:p>
      </dgm:t>
    </dgm:pt>
    <dgm:pt modelId="{C4166211-3420-494F-9378-C4FB1873D850}" type="parTrans" cxnId="{2BE15AB6-88A0-40B5-82D3-0D0F323D71BC}">
      <dgm:prSet/>
      <dgm:spPr/>
      <dgm:t>
        <a:bodyPr/>
        <a:lstStyle/>
        <a:p>
          <a:endParaRPr lang="es-AR"/>
        </a:p>
      </dgm:t>
    </dgm:pt>
    <dgm:pt modelId="{ED0B8CCA-3417-48AB-B7B6-9864AA12615A}" type="sibTrans" cxnId="{2BE15AB6-88A0-40B5-82D3-0D0F323D71BC}">
      <dgm:prSet/>
      <dgm:spPr/>
      <dgm:t>
        <a:bodyPr/>
        <a:lstStyle/>
        <a:p>
          <a:endParaRPr lang="es-AR"/>
        </a:p>
      </dgm:t>
    </dgm:pt>
    <dgm:pt modelId="{829C3E54-F641-430A-AC0F-360E339CE21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creación de contenido</a:t>
          </a:r>
        </a:p>
      </dgm:t>
    </dgm:pt>
    <dgm:pt modelId="{40E4B3D6-1235-40A4-BC8C-2A6D57C2B66E}" type="parTrans" cxnId="{99B05D70-2F16-4403-9A46-7B9440595580}">
      <dgm:prSet/>
      <dgm:spPr/>
      <dgm:t>
        <a:bodyPr/>
        <a:lstStyle/>
        <a:p>
          <a:endParaRPr lang="es-AR"/>
        </a:p>
      </dgm:t>
    </dgm:pt>
    <dgm:pt modelId="{4300ABB7-C8F7-45EF-969A-3200AF2122E2}" type="sibTrans" cxnId="{99B05D70-2F16-4403-9A46-7B9440595580}">
      <dgm:prSet/>
      <dgm:spPr/>
      <dgm:t>
        <a:bodyPr/>
        <a:lstStyle/>
        <a:p>
          <a:endParaRPr lang="es-AR"/>
        </a:p>
      </dgm:t>
    </dgm:pt>
    <dgm:pt modelId="{F7A0EE9E-8B91-41F5-B199-C4506E15C8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asistentes conversacionales</a:t>
          </a:r>
        </a:p>
      </dgm:t>
    </dgm:pt>
    <dgm:pt modelId="{F595850B-5061-49EF-980E-F66E459CA52F}" type="parTrans" cxnId="{19A41EE0-6A28-4B41-9A62-D2606EC7B7A9}">
      <dgm:prSet/>
      <dgm:spPr/>
      <dgm:t>
        <a:bodyPr/>
        <a:lstStyle/>
        <a:p>
          <a:endParaRPr lang="es-AR"/>
        </a:p>
      </dgm:t>
    </dgm:pt>
    <dgm:pt modelId="{1F1C5206-4DB8-4BD5-B368-6A121141D1E3}" type="sibTrans" cxnId="{19A41EE0-6A28-4B41-9A62-D2606EC7B7A9}">
      <dgm:prSet/>
      <dgm:spPr/>
      <dgm:t>
        <a:bodyPr/>
        <a:lstStyle/>
        <a:p>
          <a:endParaRPr lang="es-AR"/>
        </a:p>
      </dgm:t>
    </dgm:pt>
    <dgm:pt modelId="{5A08D9FE-F929-49CA-B1FB-CF0EAACAF5D6}">
      <dgm:prSet custT="1"/>
      <dgm:spPr/>
      <dgm:t>
        <a:bodyPr/>
        <a:lstStyle/>
        <a:p>
          <a:pPr>
            <a:buNone/>
          </a:pPr>
          <a:r>
            <a:rPr lang="es-AR" sz="2000" b="1" dirty="0"/>
            <a:t>Visión Artificial (</a:t>
          </a:r>
          <a:r>
            <a:rPr lang="es-AR" sz="2000" b="1" dirty="0" err="1"/>
            <a:t>Computer</a:t>
          </a:r>
          <a:r>
            <a:rPr lang="es-AR" sz="2000" b="1" dirty="0"/>
            <a:t> </a:t>
          </a:r>
          <a:r>
            <a:rPr lang="es-AR" sz="2000" b="1" dirty="0" err="1"/>
            <a:t>Vision</a:t>
          </a:r>
          <a:r>
            <a:rPr lang="es-AR" sz="2000" b="1" dirty="0"/>
            <a:t>)</a:t>
          </a:r>
          <a:endParaRPr lang="es-AR" sz="2000" dirty="0"/>
        </a:p>
      </dgm:t>
    </dgm:pt>
    <dgm:pt modelId="{B17D8575-4142-4C26-8F20-DEDF1D57081C}" type="parTrans" cxnId="{958A18A1-5339-4A0B-9336-36EF41E12D50}">
      <dgm:prSet/>
      <dgm:spPr/>
      <dgm:t>
        <a:bodyPr/>
        <a:lstStyle/>
        <a:p>
          <a:endParaRPr lang="es-AR"/>
        </a:p>
      </dgm:t>
    </dgm:pt>
    <dgm:pt modelId="{17CEDFDA-5AB5-457C-BB93-664A244FB195}" type="sibTrans" cxnId="{958A18A1-5339-4A0B-9336-36EF41E12D50}">
      <dgm:prSet/>
      <dgm:spPr/>
      <dgm:t>
        <a:bodyPr/>
        <a:lstStyle/>
        <a:p>
          <a:endParaRPr lang="es-AR"/>
        </a:p>
      </dgm:t>
    </dgm:pt>
    <dgm:pt modelId="{30618A77-DD35-45A8-9F18-614725711E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reconocimiento de imágenes</a:t>
          </a:r>
        </a:p>
      </dgm:t>
    </dgm:pt>
    <dgm:pt modelId="{B0BF653B-DF52-4930-9E02-295ACC1B150D}" type="parTrans" cxnId="{E10B66FC-65EE-490A-BD6F-78083663E521}">
      <dgm:prSet/>
      <dgm:spPr/>
      <dgm:t>
        <a:bodyPr/>
        <a:lstStyle/>
        <a:p>
          <a:endParaRPr lang="es-AR"/>
        </a:p>
      </dgm:t>
    </dgm:pt>
    <dgm:pt modelId="{DC2CB4BE-2DDD-446F-B96C-227856823FC0}" type="sibTrans" cxnId="{E10B66FC-65EE-490A-BD6F-78083663E521}">
      <dgm:prSet/>
      <dgm:spPr/>
      <dgm:t>
        <a:bodyPr/>
        <a:lstStyle/>
        <a:p>
          <a:endParaRPr lang="es-AR"/>
        </a:p>
      </dgm:t>
    </dgm:pt>
    <dgm:pt modelId="{6C9F8CBA-7F47-4DD6-BA05-DF04F2AF20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reconocimiento facial</a:t>
          </a:r>
        </a:p>
      </dgm:t>
    </dgm:pt>
    <dgm:pt modelId="{CC31B72B-D16A-41AB-8D3F-38EC19964AB6}" type="parTrans" cxnId="{19F894BA-534C-4EC6-893B-7DD3F2285452}">
      <dgm:prSet/>
      <dgm:spPr/>
      <dgm:t>
        <a:bodyPr/>
        <a:lstStyle/>
        <a:p>
          <a:endParaRPr lang="es-AR"/>
        </a:p>
      </dgm:t>
    </dgm:pt>
    <dgm:pt modelId="{2CFD3A80-1044-4132-9029-9A54B2A4ACD3}" type="sibTrans" cxnId="{19F894BA-534C-4EC6-893B-7DD3F2285452}">
      <dgm:prSet/>
      <dgm:spPr/>
      <dgm:t>
        <a:bodyPr/>
        <a:lstStyle/>
        <a:p>
          <a:endParaRPr lang="es-AR"/>
        </a:p>
      </dgm:t>
    </dgm:pt>
    <dgm:pt modelId="{58F48925-53E9-47F0-A3DB-5D1AD3FCC55F}">
      <dgm:prSet custT="1"/>
      <dgm:spPr/>
      <dgm:t>
        <a:bodyPr/>
        <a:lstStyle/>
        <a:p>
          <a:pPr>
            <a:buNone/>
          </a:pPr>
          <a:r>
            <a:rPr lang="es-MX" sz="2000" b="1" dirty="0"/>
            <a:t>Procesamiento del Lenguaje Natural (NLP)</a:t>
          </a:r>
          <a:endParaRPr lang="es-MX" sz="2000" dirty="0"/>
        </a:p>
      </dgm:t>
    </dgm:pt>
    <dgm:pt modelId="{90F9C5F0-7312-4779-B810-AA5126BA31A7}" type="parTrans" cxnId="{2F20B557-9304-4C3A-9BB1-E36C623B5022}">
      <dgm:prSet/>
      <dgm:spPr/>
      <dgm:t>
        <a:bodyPr/>
        <a:lstStyle/>
        <a:p>
          <a:endParaRPr lang="es-AR"/>
        </a:p>
      </dgm:t>
    </dgm:pt>
    <dgm:pt modelId="{A41214A4-027D-47C4-938C-F8E02AAA680E}" type="sibTrans" cxnId="{2F20B557-9304-4C3A-9BB1-E36C623B5022}">
      <dgm:prSet/>
      <dgm:spPr/>
      <dgm:t>
        <a:bodyPr/>
        <a:lstStyle/>
        <a:p>
          <a:endParaRPr lang="es-AR"/>
        </a:p>
      </dgm:t>
    </dgm:pt>
    <dgm:pt modelId="{136D0CE6-B916-460D-B395-8E1D95F04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chatbots</a:t>
          </a:r>
        </a:p>
      </dgm:t>
    </dgm:pt>
    <dgm:pt modelId="{0A8A82B2-3E81-466D-8099-328D23A7595F}" type="parTrans" cxnId="{4AF3860D-49F6-46E2-AD4A-AC88139D1A44}">
      <dgm:prSet/>
      <dgm:spPr/>
      <dgm:t>
        <a:bodyPr/>
        <a:lstStyle/>
        <a:p>
          <a:endParaRPr lang="es-AR"/>
        </a:p>
      </dgm:t>
    </dgm:pt>
    <dgm:pt modelId="{557791C6-3FFB-4CA4-BD16-606011EE4378}" type="sibTrans" cxnId="{4AF3860D-49F6-46E2-AD4A-AC88139D1A44}">
      <dgm:prSet/>
      <dgm:spPr/>
      <dgm:t>
        <a:bodyPr/>
        <a:lstStyle/>
        <a:p>
          <a:endParaRPr lang="es-AR"/>
        </a:p>
      </dgm:t>
    </dgm:pt>
    <dgm:pt modelId="{3C2513B4-B4A1-4FF5-B924-EE8FEE39A73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traducción automática</a:t>
          </a:r>
        </a:p>
      </dgm:t>
    </dgm:pt>
    <dgm:pt modelId="{789E0920-62CB-433E-8C17-9EBEE132B23C}" type="parTrans" cxnId="{95195B74-3DB0-41DC-9685-07FAD6232D6D}">
      <dgm:prSet/>
      <dgm:spPr/>
      <dgm:t>
        <a:bodyPr/>
        <a:lstStyle/>
        <a:p>
          <a:endParaRPr lang="es-AR"/>
        </a:p>
      </dgm:t>
    </dgm:pt>
    <dgm:pt modelId="{A1C08041-ED41-4C0E-B25D-C2445B078BB4}" type="sibTrans" cxnId="{95195B74-3DB0-41DC-9685-07FAD6232D6D}">
      <dgm:prSet/>
      <dgm:spPr/>
      <dgm:t>
        <a:bodyPr/>
        <a:lstStyle/>
        <a:p>
          <a:endParaRPr lang="es-AR"/>
        </a:p>
      </dgm:t>
    </dgm:pt>
    <dgm:pt modelId="{8156A2CC-B798-4849-9FE2-A3DFF5AE6C1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asistentes virtuales</a:t>
          </a:r>
        </a:p>
      </dgm:t>
    </dgm:pt>
    <dgm:pt modelId="{2A53BB2F-A288-4E50-AFF3-03ACF91533BC}" type="parTrans" cxnId="{859B6FFE-AA34-406A-B9CE-9F83F07DAFBB}">
      <dgm:prSet/>
      <dgm:spPr/>
      <dgm:t>
        <a:bodyPr/>
        <a:lstStyle/>
        <a:p>
          <a:endParaRPr lang="es-AR"/>
        </a:p>
      </dgm:t>
    </dgm:pt>
    <dgm:pt modelId="{6368AF0F-1292-44B9-ADAA-BD9F5A6CC932}" type="sibTrans" cxnId="{859B6FFE-AA34-406A-B9CE-9F83F07DAFBB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FC553503-3A34-48AA-AF34-B114C0E42F00}" type="presOf" srcId="{6C9F8CBA-7F47-4DD6-BA05-DF04F2AF2071}" destId="{EEB1F71B-C36D-495B-81C0-9546D425EC51}" srcOrd="0" destOrd="8" presId="urn:microsoft.com/office/officeart/2005/8/layout/vList2"/>
    <dgm:cxn modelId="{4AF3860D-49F6-46E2-AD4A-AC88139D1A44}" srcId="{9A935F43-1A8E-41C3-A872-EBE5AE5F6DA3}" destId="{136D0CE6-B916-460D-B395-8E1D95F04EEE}" srcOrd="10" destOrd="0" parTransId="{0A8A82B2-3E81-466D-8099-328D23A7595F}" sibTransId="{557791C6-3FFB-4CA4-BD16-606011EE4378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3" destOrd="0" parTransId="{3E479EE4-D8EB-4818-A551-99FD289CB449}" sibTransId="{1C68800B-EC8F-41ED-8897-4A6AB8B249AA}"/>
    <dgm:cxn modelId="{161BA82F-C386-4A8A-B039-AA46A601321A}" type="presOf" srcId="{3C2513B4-B4A1-4FF5-B924-EE8FEE39A73C}" destId="{EEB1F71B-C36D-495B-81C0-9546D425EC51}" srcOrd="0" destOrd="11" presId="urn:microsoft.com/office/officeart/2005/8/layout/vList2"/>
    <dgm:cxn modelId="{DE7F3963-A3DE-4D2B-BD23-4E522899D7C7}" type="presOf" srcId="{136D0CE6-B916-460D-B395-8E1D95F04EEE}" destId="{EEB1F71B-C36D-495B-81C0-9546D425EC51}" srcOrd="0" destOrd="10" presId="urn:microsoft.com/office/officeart/2005/8/layout/vList2"/>
    <dgm:cxn modelId="{DD120650-2F41-49E0-956B-11DD99654F27}" srcId="{9A935F43-1A8E-41C3-A872-EBE5AE5F6DA3}" destId="{12F1C513-179F-476E-8C16-20E3A989D9D7}" srcOrd="1" destOrd="0" parTransId="{BE5F664A-FDF6-4F06-B6AD-D9941EC2AAEE}" sibTransId="{AA62FFB2-1D06-4285-8ADB-64BF59CD1CA6}"/>
    <dgm:cxn modelId="{99B05D70-2F16-4403-9A46-7B9440595580}" srcId="{9A935F43-1A8E-41C3-A872-EBE5AE5F6DA3}" destId="{829C3E54-F641-430A-AC0F-360E339CE210}" srcOrd="4" destOrd="0" parTransId="{40E4B3D6-1235-40A4-BC8C-2A6D57C2B66E}" sibTransId="{4300ABB7-C8F7-45EF-969A-3200AF2122E2}"/>
    <dgm:cxn modelId="{C6863873-E095-4669-A00D-7E324D14D76E}" type="presOf" srcId="{58F48925-53E9-47F0-A3DB-5D1AD3FCC55F}" destId="{EEB1F71B-C36D-495B-81C0-9546D425EC51}" srcOrd="0" destOrd="9" presId="urn:microsoft.com/office/officeart/2005/8/layout/vList2"/>
    <dgm:cxn modelId="{1FB8A753-4279-47F4-B74D-6A94F3C3E3C4}" type="presOf" srcId="{829C3E54-F641-430A-AC0F-360E339CE210}" destId="{EEB1F71B-C36D-495B-81C0-9546D425EC51}" srcOrd="0" destOrd="4" presId="urn:microsoft.com/office/officeart/2005/8/layout/vList2"/>
    <dgm:cxn modelId="{95195B74-3DB0-41DC-9685-07FAD6232D6D}" srcId="{9A935F43-1A8E-41C3-A872-EBE5AE5F6DA3}" destId="{3C2513B4-B4A1-4FF5-B924-EE8FEE39A73C}" srcOrd="11" destOrd="0" parTransId="{789E0920-62CB-433E-8C17-9EBEE132B23C}" sibTransId="{A1C08041-ED41-4C0E-B25D-C2445B078BB4}"/>
    <dgm:cxn modelId="{2F20B557-9304-4C3A-9BB1-E36C623B5022}" srcId="{9A935F43-1A8E-41C3-A872-EBE5AE5F6DA3}" destId="{58F48925-53E9-47F0-A3DB-5D1AD3FCC55F}" srcOrd="9" destOrd="0" parTransId="{90F9C5F0-7312-4779-B810-AA5126BA31A7}" sibTransId="{A41214A4-027D-47C4-938C-F8E02AAA680E}"/>
    <dgm:cxn modelId="{16D5269C-E985-44FF-9EB4-DA9761A24A45}" type="presOf" srcId="{5A08D9FE-F929-49CA-B1FB-CF0EAACAF5D6}" destId="{EEB1F71B-C36D-495B-81C0-9546D425EC51}" srcOrd="0" destOrd="6" presId="urn:microsoft.com/office/officeart/2005/8/layout/vList2"/>
    <dgm:cxn modelId="{AAF86E9D-4933-4E04-8744-9BDD62F263AF}" type="presOf" srcId="{12F1C513-179F-476E-8C16-20E3A989D9D7}" destId="{EEB1F71B-C36D-495B-81C0-9546D425EC51}" srcOrd="0" destOrd="1" presId="urn:microsoft.com/office/officeart/2005/8/layout/vList2"/>
    <dgm:cxn modelId="{958A18A1-5339-4A0B-9336-36EF41E12D50}" srcId="{9A935F43-1A8E-41C3-A872-EBE5AE5F6DA3}" destId="{5A08D9FE-F929-49CA-B1FB-CF0EAACAF5D6}" srcOrd="6" destOrd="0" parTransId="{B17D8575-4142-4C26-8F20-DEDF1D57081C}" sibTransId="{17CEDFDA-5AB5-457C-BB93-664A244FB195}"/>
    <dgm:cxn modelId="{1FE4F8A1-D45C-4BCD-AF2D-1D5B346C93A7}" type="presOf" srcId="{F7A0EE9E-8B91-41F5-B199-C4506E15C8C5}" destId="{EEB1F71B-C36D-495B-81C0-9546D425EC51}" srcOrd="0" destOrd="5" presId="urn:microsoft.com/office/officeart/2005/8/layout/vList2"/>
    <dgm:cxn modelId="{DABC55A9-00C8-4FB4-8C73-DA39EC800FB1}" type="presOf" srcId="{1DC0665C-C5AF-49AE-8FF7-D47CE5E7D3B3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3" presId="urn:microsoft.com/office/officeart/2005/8/layout/vList2"/>
    <dgm:cxn modelId="{64C2E5B2-E51F-40E7-BCB5-1157BA48013C}" type="presOf" srcId="{B8615FF7-D055-4A24-8954-65A91761D1A5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2BE15AB6-88A0-40B5-82D3-0D0F323D71BC}" srcId="{9A935F43-1A8E-41C3-A872-EBE5AE5F6DA3}" destId="{B8615FF7-D055-4A24-8954-65A91761D1A5}" srcOrd="3" destOrd="0" parTransId="{C4166211-3420-494F-9378-C4FB1873D850}" sibTransId="{ED0B8CCA-3417-48AB-B7B6-9864AA12615A}"/>
    <dgm:cxn modelId="{82866BB8-14B7-45DF-BF60-F1362B471E83}" type="presOf" srcId="{8156A2CC-B798-4849-9FE2-A3DFF5AE6C1A}" destId="{EEB1F71B-C36D-495B-81C0-9546D425EC51}" srcOrd="0" destOrd="12" presId="urn:microsoft.com/office/officeart/2005/8/layout/vList2"/>
    <dgm:cxn modelId="{19F894BA-534C-4EC6-893B-7DD3F2285452}" srcId="{9A935F43-1A8E-41C3-A872-EBE5AE5F6DA3}" destId="{6C9F8CBA-7F47-4DD6-BA05-DF04F2AF2071}" srcOrd="8" destOrd="0" parTransId="{CC31B72B-D16A-41AB-8D3F-38EC19964AB6}" sibTransId="{2CFD3A80-1044-4132-9029-9A54B2A4ACD3}"/>
    <dgm:cxn modelId="{A64EDCCB-2DE4-4BDD-825F-9754DAE3B167}" type="presOf" srcId="{30618A77-DD35-45A8-9F18-614725711E22}" destId="{EEB1F71B-C36D-495B-81C0-9546D425EC51}" srcOrd="0" destOrd="7" presId="urn:microsoft.com/office/officeart/2005/8/layout/vList2"/>
    <dgm:cxn modelId="{AE72F6CF-6369-4A44-9C2B-54C327778756}" srcId="{9A935F43-1A8E-41C3-A872-EBE5AE5F6DA3}" destId="{1DC0665C-C5AF-49AE-8FF7-D47CE5E7D3B3}" srcOrd="2" destOrd="0" parTransId="{F1BFDA32-C26E-4910-B6D3-28CC10FF49F9}" sibTransId="{7F14DD78-8B3E-4422-9BE5-A649E72EB5A7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19A41EE0-6A28-4B41-9A62-D2606EC7B7A9}" srcId="{9A935F43-1A8E-41C3-A872-EBE5AE5F6DA3}" destId="{F7A0EE9E-8B91-41F5-B199-C4506E15C8C5}" srcOrd="5" destOrd="0" parTransId="{F595850B-5061-49EF-980E-F66E459CA52F}" sibTransId="{1F1C5206-4DB8-4BD5-B368-6A121141D1E3}"/>
    <dgm:cxn modelId="{E10B66FC-65EE-490A-BD6F-78083663E521}" srcId="{9A935F43-1A8E-41C3-A872-EBE5AE5F6DA3}" destId="{30618A77-DD35-45A8-9F18-614725711E22}" srcOrd="7" destOrd="0" parTransId="{B0BF653B-DF52-4930-9E02-295ACC1B150D}" sibTransId="{DC2CB4BE-2DDD-446F-B96C-227856823FC0}"/>
    <dgm:cxn modelId="{859B6FFE-AA34-406A-B9CE-9F83F07DAFBB}" srcId="{9A935F43-1A8E-41C3-A872-EBE5AE5F6DA3}" destId="{8156A2CC-B798-4849-9FE2-A3DFF5AE6C1A}" srcOrd="12" destOrd="0" parTransId="{2A53BB2F-A288-4E50-AFF3-03ACF91533BC}" sibTransId="{6368AF0F-1292-44B9-ADAA-BD9F5A6CC932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 dirty="0"/>
            <a:t>Algunos hitos importantes: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AR" sz="2000" dirty="0"/>
            <a:t>1950</a:t>
          </a:r>
          <a:br>
            <a:rPr lang="es-AR" sz="2000" dirty="0"/>
          </a:br>
          <a:r>
            <a:rPr lang="es-AR" sz="2000" dirty="0"/>
            <a:t>Alan Turing propone el </a:t>
          </a:r>
          <a:r>
            <a:rPr lang="es-AR" sz="2000" b="1" dirty="0"/>
            <a:t>Test de Turing</a:t>
          </a:r>
          <a:endParaRPr lang="es-AR" sz="200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629BF273-AE1E-4DD6-BB84-E449C62A29C9}">
      <dgm:prSet custT="1"/>
      <dgm:spPr/>
      <dgm:t>
        <a:bodyPr/>
        <a:lstStyle/>
        <a:p>
          <a:pPr>
            <a:buNone/>
          </a:pPr>
          <a:r>
            <a:rPr lang="es-MX" sz="2000" dirty="0"/>
            <a:t>1956</a:t>
          </a:r>
          <a:br>
            <a:rPr lang="es-MX" sz="2000" dirty="0"/>
          </a:br>
          <a:r>
            <a:rPr lang="es-MX" sz="2000" dirty="0"/>
            <a:t>Conferencia de Dartmouth — nace el término </a:t>
          </a:r>
          <a:r>
            <a:rPr lang="es-MX" sz="2000" b="1" dirty="0"/>
            <a:t>Artificial </a:t>
          </a:r>
          <a:r>
            <a:rPr lang="es-MX" sz="2000" b="1" dirty="0" err="1"/>
            <a:t>Intelligence</a:t>
          </a:r>
          <a:endParaRPr lang="es-MX" sz="2000" dirty="0"/>
        </a:p>
      </dgm:t>
    </dgm:pt>
    <dgm:pt modelId="{FDF04665-40EB-4016-A069-634F54E59EAC}" type="parTrans" cxnId="{339317FC-F4C4-42B0-95E3-DA18A4D95EE6}">
      <dgm:prSet/>
      <dgm:spPr/>
      <dgm:t>
        <a:bodyPr/>
        <a:lstStyle/>
        <a:p>
          <a:endParaRPr lang="es-AR"/>
        </a:p>
      </dgm:t>
    </dgm:pt>
    <dgm:pt modelId="{2465F4D9-3E9F-49B1-8927-B11F086675FA}" type="sibTrans" cxnId="{339317FC-F4C4-42B0-95E3-DA18A4D95EE6}">
      <dgm:prSet/>
      <dgm:spPr/>
      <dgm:t>
        <a:bodyPr/>
        <a:lstStyle/>
        <a:p>
          <a:endParaRPr lang="es-AR"/>
        </a:p>
      </dgm:t>
    </dgm:pt>
    <dgm:pt modelId="{9F322405-C7CF-4D60-9DEB-AC5017C74225}">
      <dgm:prSet custT="1"/>
      <dgm:spPr/>
      <dgm:t>
        <a:bodyPr/>
        <a:lstStyle/>
        <a:p>
          <a:pPr>
            <a:buNone/>
          </a:pPr>
          <a:r>
            <a:rPr lang="es-MX" sz="2000" dirty="0"/>
            <a:t>1997</a:t>
          </a:r>
          <a:br>
            <a:rPr lang="es-MX" sz="2000" dirty="0"/>
          </a:br>
          <a:r>
            <a:rPr lang="es-MX" sz="2000" dirty="0"/>
            <a:t>Deep Blue vence al campeón mundial de ajedrez</a:t>
          </a:r>
        </a:p>
      </dgm:t>
    </dgm:pt>
    <dgm:pt modelId="{9FFB2B1F-BA3E-40DC-9893-88EB0C1B6614}" type="parTrans" cxnId="{4A64A181-6DB8-4CAA-BFE8-BBC82A80B196}">
      <dgm:prSet/>
      <dgm:spPr/>
      <dgm:t>
        <a:bodyPr/>
        <a:lstStyle/>
        <a:p>
          <a:endParaRPr lang="es-AR"/>
        </a:p>
      </dgm:t>
    </dgm:pt>
    <dgm:pt modelId="{A27A0453-C10D-4DFE-AEC9-63FF3CB9C3FA}" type="sibTrans" cxnId="{4A64A181-6DB8-4CAA-BFE8-BBC82A80B196}">
      <dgm:prSet/>
      <dgm:spPr/>
      <dgm:t>
        <a:bodyPr/>
        <a:lstStyle/>
        <a:p>
          <a:endParaRPr lang="es-AR"/>
        </a:p>
      </dgm:t>
    </dgm:pt>
    <dgm:pt modelId="{9EF424C2-2062-438B-B0BE-B944974CDEDB}">
      <dgm:prSet custT="1"/>
      <dgm:spPr/>
      <dgm:t>
        <a:bodyPr/>
        <a:lstStyle/>
        <a:p>
          <a:pPr>
            <a:buNone/>
          </a:pPr>
          <a:r>
            <a:rPr lang="es-MX" sz="2000" dirty="0"/>
            <a:t>2012</a:t>
          </a:r>
          <a:br>
            <a:rPr lang="es-MX" sz="2000" dirty="0"/>
          </a:br>
          <a:r>
            <a:rPr lang="es-MX" sz="2000" dirty="0"/>
            <a:t>Revolución del </a:t>
          </a:r>
          <a:r>
            <a:rPr lang="es-MX" sz="2000" b="1" dirty="0"/>
            <a:t>Deep </a:t>
          </a:r>
          <a:r>
            <a:rPr lang="es-MX" sz="2000" b="1" dirty="0" err="1"/>
            <a:t>Learning</a:t>
          </a:r>
          <a:endParaRPr lang="es-MX" sz="2000" dirty="0"/>
        </a:p>
      </dgm:t>
    </dgm:pt>
    <dgm:pt modelId="{59EA482E-A5DA-4522-8920-1B9B12D5EBFE}" type="parTrans" cxnId="{022B48EF-6621-4E64-B558-3D7082EB0CE1}">
      <dgm:prSet/>
      <dgm:spPr/>
      <dgm:t>
        <a:bodyPr/>
        <a:lstStyle/>
        <a:p>
          <a:endParaRPr lang="es-AR"/>
        </a:p>
      </dgm:t>
    </dgm:pt>
    <dgm:pt modelId="{F3748E1A-D76B-4C56-B149-22E96990B3E9}" type="sibTrans" cxnId="{022B48EF-6621-4E64-B558-3D7082EB0CE1}">
      <dgm:prSet/>
      <dgm:spPr/>
      <dgm:t>
        <a:bodyPr/>
        <a:lstStyle/>
        <a:p>
          <a:endParaRPr lang="es-AR"/>
        </a:p>
      </dgm:t>
    </dgm:pt>
    <dgm:pt modelId="{50B10F5F-07AE-49B5-A343-B93A2EDA056E}">
      <dgm:prSet custT="1"/>
      <dgm:spPr/>
      <dgm:t>
        <a:bodyPr/>
        <a:lstStyle/>
        <a:p>
          <a:pPr>
            <a:buNone/>
          </a:pPr>
          <a:r>
            <a:rPr lang="es-MX" sz="2000" dirty="0"/>
            <a:t>2022</a:t>
          </a:r>
          <a:br>
            <a:rPr lang="es-MX" sz="2000" dirty="0"/>
          </a:br>
          <a:r>
            <a:rPr lang="es-MX" sz="2000" dirty="0"/>
            <a:t>Explosión de la </a:t>
          </a:r>
          <a:r>
            <a:rPr lang="es-MX" sz="2000" b="1" dirty="0"/>
            <a:t>IA generativa</a:t>
          </a:r>
          <a:endParaRPr lang="es-MX" sz="2000" dirty="0"/>
        </a:p>
      </dgm:t>
    </dgm:pt>
    <dgm:pt modelId="{D90D7D79-7E87-4620-97BE-3EFCE149EA04}" type="parTrans" cxnId="{840528CB-8912-48D4-A2A0-4B055E7C05BC}">
      <dgm:prSet/>
      <dgm:spPr/>
      <dgm:t>
        <a:bodyPr/>
        <a:lstStyle/>
        <a:p>
          <a:endParaRPr lang="es-AR"/>
        </a:p>
      </dgm:t>
    </dgm:pt>
    <dgm:pt modelId="{B5051CDB-8831-49D6-85F5-D24E19D800ED}" type="sibTrans" cxnId="{840528CB-8912-48D4-A2A0-4B055E7C05B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1501EE5D-19D2-4E8F-9D06-9BE4FA6F4A48}" type="presOf" srcId="{9EF424C2-2062-438B-B0BE-B944974CDEDB}" destId="{EEB1F71B-C36D-495B-81C0-9546D425EC51}" srcOrd="0" destOrd="3" presId="urn:microsoft.com/office/officeart/2005/8/layout/vList2"/>
    <dgm:cxn modelId="{D0BF3A6B-C58E-4748-9F9C-D69E475D6B08}" type="presOf" srcId="{50B10F5F-07AE-49B5-A343-B93A2EDA056E}" destId="{EEB1F71B-C36D-495B-81C0-9546D425EC51}" srcOrd="0" destOrd="4" presId="urn:microsoft.com/office/officeart/2005/8/layout/vList2"/>
    <dgm:cxn modelId="{3685F16C-4936-40AF-94BF-BE537D95D511}" type="presOf" srcId="{9F322405-C7CF-4D60-9DEB-AC5017C74225}" destId="{EEB1F71B-C36D-495B-81C0-9546D425EC51}" srcOrd="0" destOrd="2" presId="urn:microsoft.com/office/officeart/2005/8/layout/vList2"/>
    <dgm:cxn modelId="{4A64A181-6DB8-4CAA-BFE8-BBC82A80B196}" srcId="{9A935F43-1A8E-41C3-A872-EBE5AE5F6DA3}" destId="{9F322405-C7CF-4D60-9DEB-AC5017C74225}" srcOrd="2" destOrd="0" parTransId="{9FFB2B1F-BA3E-40DC-9893-88EB0C1B6614}" sibTransId="{A27A0453-C10D-4DFE-AEC9-63FF3CB9C3F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40528CB-8912-48D4-A2A0-4B055E7C05BC}" srcId="{9A935F43-1A8E-41C3-A872-EBE5AE5F6DA3}" destId="{50B10F5F-07AE-49B5-A343-B93A2EDA056E}" srcOrd="4" destOrd="0" parTransId="{D90D7D79-7E87-4620-97BE-3EFCE149EA04}" sibTransId="{B5051CDB-8831-49D6-85F5-D24E19D800ED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022B48EF-6621-4E64-B558-3D7082EB0CE1}" srcId="{9A935F43-1A8E-41C3-A872-EBE5AE5F6DA3}" destId="{9EF424C2-2062-438B-B0BE-B944974CDEDB}" srcOrd="3" destOrd="0" parTransId="{59EA482E-A5DA-4522-8920-1B9B12D5EBFE}" sibTransId="{F3748E1A-D76B-4C56-B149-22E96990B3E9}"/>
    <dgm:cxn modelId="{5CF960F5-92B7-47F8-ACD4-7139AF9EBFEA}" type="presOf" srcId="{629BF273-AE1E-4DD6-BB84-E449C62A29C9}" destId="{EEB1F71B-C36D-495B-81C0-9546D425EC51}" srcOrd="0" destOrd="1" presId="urn:microsoft.com/office/officeart/2005/8/layout/vList2"/>
    <dgm:cxn modelId="{339317FC-F4C4-42B0-95E3-DA18A4D95EE6}" srcId="{9A935F43-1A8E-41C3-A872-EBE5AE5F6DA3}" destId="{629BF273-AE1E-4DD6-BB84-E449C62A29C9}" srcOrd="1" destOrd="0" parTransId="{FDF04665-40EB-4016-A069-634F54E59EAC}" sibTransId="{2465F4D9-3E9F-49B1-8927-B11F086675FA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 dirty="0"/>
            <a:t>Hoy existen múltiples herramientas de IA</a:t>
          </a:r>
          <a:endParaRPr lang="es-AR" sz="2400" b="1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AR" sz="2000" dirty="0"/>
            <a:t>Ejemplos: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6F9CFED0-28C2-416C-8CA2-D490746F491A}">
      <dgm:prSet custT="1"/>
      <dgm:spPr/>
      <dgm:t>
        <a:bodyPr/>
        <a:lstStyle/>
        <a:p>
          <a:pPr>
            <a:buNone/>
          </a:pPr>
          <a:r>
            <a:rPr lang="es-AR" sz="2000" b="1"/>
            <a:t>Modelos</a:t>
          </a:r>
          <a:endParaRPr lang="es-AR" sz="2000"/>
        </a:p>
      </dgm:t>
    </dgm:pt>
    <dgm:pt modelId="{4B1CF406-374D-4AEF-8785-FBCC45271E1A}" type="parTrans" cxnId="{5D0C8D6B-FC62-4BD1-A158-70281E7109B0}">
      <dgm:prSet/>
      <dgm:spPr/>
      <dgm:t>
        <a:bodyPr/>
        <a:lstStyle/>
        <a:p>
          <a:endParaRPr lang="es-AR"/>
        </a:p>
      </dgm:t>
    </dgm:pt>
    <dgm:pt modelId="{31707DFE-C4B7-4933-8891-99C4E78AB856}" type="sibTrans" cxnId="{5D0C8D6B-FC62-4BD1-A158-70281E7109B0}">
      <dgm:prSet/>
      <dgm:spPr/>
      <dgm:t>
        <a:bodyPr/>
        <a:lstStyle/>
        <a:p>
          <a:endParaRPr lang="es-AR"/>
        </a:p>
      </dgm:t>
    </dgm:pt>
    <dgm:pt modelId="{720C8A73-005E-4B2E-BA92-8E5E2406E6E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GPT</a:t>
          </a:r>
        </a:p>
      </dgm:t>
    </dgm:pt>
    <dgm:pt modelId="{622890DB-BD65-4960-8081-28E050914C2E}" type="parTrans" cxnId="{269B9B91-C750-4AB5-BB5D-42E8B9DA4236}">
      <dgm:prSet/>
      <dgm:spPr/>
      <dgm:t>
        <a:bodyPr/>
        <a:lstStyle/>
        <a:p>
          <a:endParaRPr lang="es-AR"/>
        </a:p>
      </dgm:t>
    </dgm:pt>
    <dgm:pt modelId="{303F0E79-40D8-4049-9D5F-B47AB758425A}" type="sibTrans" cxnId="{269B9B91-C750-4AB5-BB5D-42E8B9DA4236}">
      <dgm:prSet/>
      <dgm:spPr/>
      <dgm:t>
        <a:bodyPr/>
        <a:lstStyle/>
        <a:p>
          <a:endParaRPr lang="es-AR"/>
        </a:p>
      </dgm:t>
    </dgm:pt>
    <dgm:pt modelId="{45C7268A-DE5C-4871-8B3A-0E3F98524D9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Claude</a:t>
          </a:r>
        </a:p>
      </dgm:t>
    </dgm:pt>
    <dgm:pt modelId="{0BF9A339-0AC0-4258-B8A9-431E2891AE73}" type="parTrans" cxnId="{4FC99918-5D99-4BB6-B864-4515B527130C}">
      <dgm:prSet/>
      <dgm:spPr/>
      <dgm:t>
        <a:bodyPr/>
        <a:lstStyle/>
        <a:p>
          <a:endParaRPr lang="es-AR"/>
        </a:p>
      </dgm:t>
    </dgm:pt>
    <dgm:pt modelId="{C4972AD3-4F2C-41DC-9966-1602A7935FBC}" type="sibTrans" cxnId="{4FC99918-5D99-4BB6-B864-4515B527130C}">
      <dgm:prSet/>
      <dgm:spPr/>
      <dgm:t>
        <a:bodyPr/>
        <a:lstStyle/>
        <a:p>
          <a:endParaRPr lang="es-AR"/>
        </a:p>
      </dgm:t>
    </dgm:pt>
    <dgm:pt modelId="{51C6FA87-42EB-4F4F-8EC0-17C6BE1A4B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Gemini</a:t>
          </a:r>
        </a:p>
      </dgm:t>
    </dgm:pt>
    <dgm:pt modelId="{919E61F2-FC42-4556-BCD7-079CCD44AE7C}" type="parTrans" cxnId="{C9CEA133-9B61-46CF-A5A3-2087397E0A66}">
      <dgm:prSet/>
      <dgm:spPr/>
      <dgm:t>
        <a:bodyPr/>
        <a:lstStyle/>
        <a:p>
          <a:endParaRPr lang="es-AR"/>
        </a:p>
      </dgm:t>
    </dgm:pt>
    <dgm:pt modelId="{0907E24C-A106-4987-B644-843F07998398}" type="sibTrans" cxnId="{C9CEA133-9B61-46CF-A5A3-2087397E0A66}">
      <dgm:prSet/>
      <dgm:spPr/>
      <dgm:t>
        <a:bodyPr/>
        <a:lstStyle/>
        <a:p>
          <a:endParaRPr lang="es-AR"/>
        </a:p>
      </dgm:t>
    </dgm:pt>
    <dgm:pt modelId="{CAEA4091-DA72-447B-A28B-C9FD3BC941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LLaMA</a:t>
          </a:r>
          <a:endParaRPr lang="es-AR" sz="2000" dirty="0"/>
        </a:p>
      </dgm:t>
    </dgm:pt>
    <dgm:pt modelId="{AE7E4A34-2944-4CDF-A5EC-5A66C23E3131}" type="parTrans" cxnId="{F8000C69-4921-490B-9E15-43F20BA7064D}">
      <dgm:prSet/>
      <dgm:spPr/>
      <dgm:t>
        <a:bodyPr/>
        <a:lstStyle/>
        <a:p>
          <a:endParaRPr lang="es-AR"/>
        </a:p>
      </dgm:t>
    </dgm:pt>
    <dgm:pt modelId="{489BE486-9B1F-4743-8346-D5ECE0DB87E1}" type="sibTrans" cxnId="{F8000C69-4921-490B-9E15-43F20BA7064D}">
      <dgm:prSet/>
      <dgm:spPr/>
      <dgm:t>
        <a:bodyPr/>
        <a:lstStyle/>
        <a:p>
          <a:endParaRPr lang="es-AR"/>
        </a:p>
      </dgm:t>
    </dgm:pt>
    <dgm:pt modelId="{C7E8D477-D26A-4117-A0C5-4152F11435B1}">
      <dgm:prSet custT="1"/>
      <dgm:spPr/>
      <dgm:t>
        <a:bodyPr/>
        <a:lstStyle/>
        <a:p>
          <a:pPr>
            <a:buNone/>
          </a:pPr>
          <a:r>
            <a:rPr lang="es-AR" sz="2000" b="1" dirty="0"/>
            <a:t>Herramientas</a:t>
          </a:r>
          <a:endParaRPr lang="es-AR" sz="2000" dirty="0"/>
        </a:p>
      </dgm:t>
    </dgm:pt>
    <dgm:pt modelId="{ECFE262A-084C-4B94-964D-502094CC5EDB}" type="parTrans" cxnId="{DC1011E5-87B7-430D-B47A-E490AB5C17CD}">
      <dgm:prSet/>
      <dgm:spPr/>
      <dgm:t>
        <a:bodyPr/>
        <a:lstStyle/>
        <a:p>
          <a:endParaRPr lang="es-AR"/>
        </a:p>
      </dgm:t>
    </dgm:pt>
    <dgm:pt modelId="{325BB429-282E-4133-907D-0D7FF9D801F8}" type="sibTrans" cxnId="{DC1011E5-87B7-430D-B47A-E490AB5C17CD}">
      <dgm:prSet/>
      <dgm:spPr/>
      <dgm:t>
        <a:bodyPr/>
        <a:lstStyle/>
        <a:p>
          <a:endParaRPr lang="es-AR"/>
        </a:p>
      </dgm:t>
    </dgm:pt>
    <dgm:pt modelId="{4BCABE95-A850-4DCF-AAC5-B79153E983C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ChatGPT</a:t>
          </a:r>
        </a:p>
      </dgm:t>
    </dgm:pt>
    <dgm:pt modelId="{576967F8-151A-4188-8DE0-89D86C33DA37}" type="parTrans" cxnId="{1D53522D-3A05-47D0-8174-609DCD77232C}">
      <dgm:prSet/>
      <dgm:spPr/>
      <dgm:t>
        <a:bodyPr/>
        <a:lstStyle/>
        <a:p>
          <a:endParaRPr lang="es-AR"/>
        </a:p>
      </dgm:t>
    </dgm:pt>
    <dgm:pt modelId="{785E9D61-DF9A-45B1-9369-E5BC2FECC3C9}" type="sibTrans" cxnId="{1D53522D-3A05-47D0-8174-609DCD77232C}">
      <dgm:prSet/>
      <dgm:spPr/>
      <dgm:t>
        <a:bodyPr/>
        <a:lstStyle/>
        <a:p>
          <a:endParaRPr lang="es-AR"/>
        </a:p>
      </dgm:t>
    </dgm:pt>
    <dgm:pt modelId="{4DCF087F-1CBB-4152-A933-65B02278334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Copilot</a:t>
          </a:r>
          <a:endParaRPr lang="es-AR" sz="2000" dirty="0"/>
        </a:p>
      </dgm:t>
    </dgm:pt>
    <dgm:pt modelId="{1DE60001-2A5B-4699-B29A-8B6AB998DCDF}" type="parTrans" cxnId="{70D75ECC-3CF1-4444-A3C5-E8066BC1B94D}">
      <dgm:prSet/>
      <dgm:spPr/>
      <dgm:t>
        <a:bodyPr/>
        <a:lstStyle/>
        <a:p>
          <a:endParaRPr lang="es-AR"/>
        </a:p>
      </dgm:t>
    </dgm:pt>
    <dgm:pt modelId="{F32D8C4D-1E97-47B1-8CBE-431D00B50889}" type="sibTrans" cxnId="{70D75ECC-3CF1-4444-A3C5-E8066BC1B94D}">
      <dgm:prSet/>
      <dgm:spPr/>
      <dgm:t>
        <a:bodyPr/>
        <a:lstStyle/>
        <a:p>
          <a:endParaRPr lang="es-AR"/>
        </a:p>
      </dgm:t>
    </dgm:pt>
    <dgm:pt modelId="{574E3127-C3BC-4385-9976-D7056E787B6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Perplexity</a:t>
          </a:r>
        </a:p>
      </dgm:t>
    </dgm:pt>
    <dgm:pt modelId="{87FBAC4E-EC20-41D2-B59E-2E93C9BB3A1E}" type="parTrans" cxnId="{C42C1E0C-14C0-4B83-BC58-930D712B78E4}">
      <dgm:prSet/>
      <dgm:spPr/>
      <dgm:t>
        <a:bodyPr/>
        <a:lstStyle/>
        <a:p>
          <a:endParaRPr lang="es-AR"/>
        </a:p>
      </dgm:t>
    </dgm:pt>
    <dgm:pt modelId="{DC42C901-2260-41F8-B905-0937BC65B3BD}" type="sibTrans" cxnId="{C42C1E0C-14C0-4B83-BC58-930D712B78E4}">
      <dgm:prSet/>
      <dgm:spPr/>
      <dgm:t>
        <a:bodyPr/>
        <a:lstStyle/>
        <a:p>
          <a:endParaRPr lang="es-AR"/>
        </a:p>
      </dgm:t>
    </dgm:pt>
    <dgm:pt modelId="{0DC3FA24-1E28-435E-91B2-FC1E74E5337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Midjourney</a:t>
          </a:r>
          <a:endParaRPr lang="es-AR" sz="2000" dirty="0"/>
        </a:p>
      </dgm:t>
    </dgm:pt>
    <dgm:pt modelId="{D3DD8DE8-C05F-4E31-BF4F-2634E9F040D3}" type="parTrans" cxnId="{42F8461A-C5E6-4DE5-994B-51193C6B664F}">
      <dgm:prSet/>
      <dgm:spPr/>
      <dgm:t>
        <a:bodyPr/>
        <a:lstStyle/>
        <a:p>
          <a:endParaRPr lang="es-AR"/>
        </a:p>
      </dgm:t>
    </dgm:pt>
    <dgm:pt modelId="{4B151053-CE2C-4827-8D23-6800F05697B3}" type="sibTrans" cxnId="{42F8461A-C5E6-4DE5-994B-51193C6B664F}">
      <dgm:prSet/>
      <dgm:spPr/>
      <dgm:t>
        <a:bodyPr/>
        <a:lstStyle/>
        <a:p>
          <a:endParaRPr lang="es-AR"/>
        </a:p>
      </dgm:t>
    </dgm:pt>
    <dgm:pt modelId="{64301638-B6AB-43F0-8DB7-66F4B929943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Runway</a:t>
          </a:r>
          <a:endParaRPr lang="es-AR" sz="2000" dirty="0"/>
        </a:p>
      </dgm:t>
    </dgm:pt>
    <dgm:pt modelId="{CDAC2FAC-2967-447F-B5DF-E980DDC068AB}" type="parTrans" cxnId="{2EBCC99D-CD9F-43D0-8D84-808FD22E40D3}">
      <dgm:prSet/>
      <dgm:spPr/>
      <dgm:t>
        <a:bodyPr/>
        <a:lstStyle/>
        <a:p>
          <a:endParaRPr lang="es-AR"/>
        </a:p>
      </dgm:t>
    </dgm:pt>
    <dgm:pt modelId="{6E5E9312-42CA-41F4-BEDA-34F0455192F2}" type="sibTrans" cxnId="{2EBCC99D-CD9F-43D0-8D84-808FD22E40D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C42C1E0C-14C0-4B83-BC58-930D712B78E4}" srcId="{9A935F43-1A8E-41C3-A872-EBE5AE5F6DA3}" destId="{574E3127-C3BC-4385-9976-D7056E787B6E}" srcOrd="9" destOrd="0" parTransId="{87FBAC4E-EC20-41D2-B59E-2E93C9BB3A1E}" sibTransId="{DC42C901-2260-41F8-B905-0937BC65B3BD}"/>
    <dgm:cxn modelId="{5448F00D-2CC1-4ECC-BEA4-ADDD45936DE1}" type="presOf" srcId="{C7E8D477-D26A-4117-A0C5-4152F11435B1}" destId="{EEB1F71B-C36D-495B-81C0-9546D425EC51}" srcOrd="0" destOrd="6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C68B5715-09CD-483D-A796-F6CE3E924784}" type="presOf" srcId="{CAEA4091-DA72-447B-A28B-C9FD3BC9411C}" destId="{EEB1F71B-C36D-495B-81C0-9546D425EC51}" srcOrd="0" destOrd="5" presId="urn:microsoft.com/office/officeart/2005/8/layout/vList2"/>
    <dgm:cxn modelId="{E106D117-BD27-499A-8874-BD9D2D9ACF19}" type="presOf" srcId="{6F9CFED0-28C2-416C-8CA2-D490746F491A}" destId="{EEB1F71B-C36D-495B-81C0-9546D425EC51}" srcOrd="0" destOrd="1" presId="urn:microsoft.com/office/officeart/2005/8/layout/vList2"/>
    <dgm:cxn modelId="{4FC99918-5D99-4BB6-B864-4515B527130C}" srcId="{9A935F43-1A8E-41C3-A872-EBE5AE5F6DA3}" destId="{45C7268A-DE5C-4871-8B3A-0E3F98524D91}" srcOrd="3" destOrd="0" parTransId="{0BF9A339-0AC0-4258-B8A9-431E2891AE73}" sibTransId="{C4972AD3-4F2C-41DC-9966-1602A7935FBC}"/>
    <dgm:cxn modelId="{42F8461A-C5E6-4DE5-994B-51193C6B664F}" srcId="{9A935F43-1A8E-41C3-A872-EBE5AE5F6DA3}" destId="{0DC3FA24-1E28-435E-91B2-FC1E74E53376}" srcOrd="10" destOrd="0" parTransId="{D3DD8DE8-C05F-4E31-BF4F-2634E9F040D3}" sibTransId="{4B151053-CE2C-4827-8D23-6800F05697B3}"/>
    <dgm:cxn modelId="{9A49E523-5001-4A5B-9BB2-F7DD73C87363}" type="presOf" srcId="{51C6FA87-42EB-4F4F-8EC0-17C6BE1A4BEE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2" destOrd="0" parTransId="{3E479EE4-D8EB-4818-A551-99FD289CB449}" sibTransId="{1C68800B-EC8F-41ED-8897-4A6AB8B249AA}"/>
    <dgm:cxn modelId="{78BB3829-681C-403D-8723-7213696D8742}" type="presOf" srcId="{574E3127-C3BC-4385-9976-D7056E787B6E}" destId="{EEB1F71B-C36D-495B-81C0-9546D425EC51}" srcOrd="0" destOrd="9" presId="urn:microsoft.com/office/officeart/2005/8/layout/vList2"/>
    <dgm:cxn modelId="{1D53522D-3A05-47D0-8174-609DCD77232C}" srcId="{9A935F43-1A8E-41C3-A872-EBE5AE5F6DA3}" destId="{4BCABE95-A850-4DCF-AAC5-B79153E983C9}" srcOrd="7" destOrd="0" parTransId="{576967F8-151A-4188-8DE0-89D86C33DA37}" sibTransId="{785E9D61-DF9A-45B1-9369-E5BC2FECC3C9}"/>
    <dgm:cxn modelId="{C9CEA133-9B61-46CF-A5A3-2087397E0A66}" srcId="{9A935F43-1A8E-41C3-A872-EBE5AE5F6DA3}" destId="{51C6FA87-42EB-4F4F-8EC0-17C6BE1A4BEE}" srcOrd="4" destOrd="0" parTransId="{919E61F2-FC42-4556-BCD7-079CCD44AE7C}" sibTransId="{0907E24C-A106-4987-B644-843F07998398}"/>
    <dgm:cxn modelId="{F8000C69-4921-490B-9E15-43F20BA7064D}" srcId="{9A935F43-1A8E-41C3-A872-EBE5AE5F6DA3}" destId="{CAEA4091-DA72-447B-A28B-C9FD3BC9411C}" srcOrd="5" destOrd="0" parTransId="{AE7E4A34-2944-4CDF-A5EC-5A66C23E3131}" sibTransId="{489BE486-9B1F-4743-8346-D5ECE0DB87E1}"/>
    <dgm:cxn modelId="{5D0C8D6B-FC62-4BD1-A158-70281E7109B0}" srcId="{9A935F43-1A8E-41C3-A872-EBE5AE5F6DA3}" destId="{6F9CFED0-28C2-416C-8CA2-D490746F491A}" srcOrd="1" destOrd="0" parTransId="{4B1CF406-374D-4AEF-8785-FBCC45271E1A}" sibTransId="{31707DFE-C4B7-4933-8891-99C4E78AB856}"/>
    <dgm:cxn modelId="{CFB4696C-A8EB-48C4-A37C-17F998E10EE7}" type="presOf" srcId="{0DC3FA24-1E28-435E-91B2-FC1E74E53376}" destId="{EEB1F71B-C36D-495B-81C0-9546D425EC51}" srcOrd="0" destOrd="10" presId="urn:microsoft.com/office/officeart/2005/8/layout/vList2"/>
    <dgm:cxn modelId="{A01EFD4F-C97C-41DC-94E9-F08D7DFFBE16}" type="presOf" srcId="{4DCF087F-1CBB-4152-A933-65B02278334D}" destId="{EEB1F71B-C36D-495B-81C0-9546D425EC51}" srcOrd="0" destOrd="8" presId="urn:microsoft.com/office/officeart/2005/8/layout/vList2"/>
    <dgm:cxn modelId="{D4983959-F085-45DF-8F2F-3EA38EB46E4E}" type="presOf" srcId="{720C8A73-005E-4B2E-BA92-8E5E2406E6E5}" destId="{EEB1F71B-C36D-495B-81C0-9546D425EC51}" srcOrd="0" destOrd="2" presId="urn:microsoft.com/office/officeart/2005/8/layout/vList2"/>
    <dgm:cxn modelId="{0BF4CF8C-F6D2-4CB2-83DD-018E87C4011F}" type="presOf" srcId="{4BCABE95-A850-4DCF-AAC5-B79153E983C9}" destId="{EEB1F71B-C36D-495B-81C0-9546D425EC51}" srcOrd="0" destOrd="7" presId="urn:microsoft.com/office/officeart/2005/8/layout/vList2"/>
    <dgm:cxn modelId="{269B9B91-C750-4AB5-BB5D-42E8B9DA4236}" srcId="{9A935F43-1A8E-41C3-A872-EBE5AE5F6DA3}" destId="{720C8A73-005E-4B2E-BA92-8E5E2406E6E5}" srcOrd="2" destOrd="0" parTransId="{622890DB-BD65-4960-8081-28E050914C2E}" sibTransId="{303F0E79-40D8-4049-9D5F-B47AB758425A}"/>
    <dgm:cxn modelId="{2EBCC99D-CD9F-43D0-8D84-808FD22E40D3}" srcId="{9A935F43-1A8E-41C3-A872-EBE5AE5F6DA3}" destId="{64301638-B6AB-43F0-8DB7-66F4B9299436}" srcOrd="11" destOrd="0" parTransId="{CDAC2FAC-2967-447F-B5DF-E980DDC068AB}" sibTransId="{6E5E9312-42CA-41F4-BEDA-34F0455192F2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2" presId="urn:microsoft.com/office/officeart/2005/8/layout/vList2"/>
    <dgm:cxn modelId="{304C82B0-3827-4754-BFD6-6422DEA25E17}" type="presOf" srcId="{45C7268A-DE5C-4871-8B3A-0E3F98524D91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797EEBC8-9490-4636-B82D-6028C269F7F7}" type="presOf" srcId="{64301638-B6AB-43F0-8DB7-66F4B9299436}" destId="{EEB1F71B-C36D-495B-81C0-9546D425EC51}" srcOrd="0" destOrd="11" presId="urn:microsoft.com/office/officeart/2005/8/layout/vList2"/>
    <dgm:cxn modelId="{70D75ECC-3CF1-4444-A3C5-E8066BC1B94D}" srcId="{9A935F43-1A8E-41C3-A872-EBE5AE5F6DA3}" destId="{4DCF087F-1CBB-4152-A933-65B02278334D}" srcOrd="8" destOrd="0" parTransId="{1DE60001-2A5B-4699-B29A-8B6AB998DCDF}" sibTransId="{F32D8C4D-1E97-47B1-8CBE-431D00B50889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DC1011E5-87B7-430D-B47A-E490AB5C17CD}" srcId="{9A935F43-1A8E-41C3-A872-EBE5AE5F6DA3}" destId="{C7E8D477-D26A-4117-A0C5-4152F11435B1}" srcOrd="6" destOrd="0" parTransId="{ECFE262A-084C-4B94-964D-502094CC5EDB}" sibTransId="{325BB429-282E-4133-907D-0D7FF9D801F8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Debatamos: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dirty="0"/>
            <a:t>¿Qué herramienta de IA creen que va a tener más impacto en su profesión?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DB7F2B2-D0C9-4D65-9FBF-5A079103B5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 dirty="0"/>
            <a:t>¿Por qué?</a:t>
          </a:r>
        </a:p>
      </dgm:t>
    </dgm:pt>
    <dgm:pt modelId="{E393BD7E-05E6-4345-A5B3-86EBDB30280D}" type="parTrans" cxnId="{548B571F-449E-4B03-99A0-FBD6BB35F691}">
      <dgm:prSet/>
      <dgm:spPr/>
      <dgm:t>
        <a:bodyPr/>
        <a:lstStyle/>
        <a:p>
          <a:endParaRPr lang="es-AR"/>
        </a:p>
      </dgm:t>
    </dgm:pt>
    <dgm:pt modelId="{66AA20F3-75CA-42AB-8B68-ED1380D7DD51}" type="sibTrans" cxnId="{548B571F-449E-4B03-99A0-FBD6BB35F691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548B571F-449E-4B03-99A0-FBD6BB35F691}" srcId="{9A935F43-1A8E-41C3-A872-EBE5AE5F6DA3}" destId="{8DB7F2B2-D0C9-4D65-9FBF-5A079103B557}" srcOrd="1" destOrd="0" parTransId="{E393BD7E-05E6-4345-A5B3-86EBDB30280D}" sibTransId="{66AA20F3-75CA-42AB-8B68-ED1380D7DD51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2" destOrd="0" parTransId="{3E479EE4-D8EB-4818-A551-99FD289CB449}" sibTransId="{1C68800B-EC8F-41ED-8897-4A6AB8B249AA}"/>
    <dgm:cxn modelId="{393A194B-7307-4251-B8A6-2B97FA3C4CB3}" type="presOf" srcId="{8DB7F2B2-D0C9-4D65-9FBF-5A079103B557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La IA está transformando: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dirty="0"/>
            <a:t>desarrollo de software
marketing
diseño
educación
análisis de datos
gestión empresarial
Cada vez más profesionales trabajan con IA como asistente.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Concepto clave del curso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dirty="0"/>
            <a:t>Una idea importante:</a:t>
          </a:r>
          <a:endParaRPr lang="es-AR" sz="24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0AC8A9C2-B958-40AC-8501-F82B195C62F2}">
      <dgm:prSet custT="1"/>
      <dgm:spPr/>
      <dgm:t>
        <a:bodyPr/>
        <a:lstStyle/>
        <a:p>
          <a:pPr>
            <a:buNone/>
          </a:pPr>
          <a:r>
            <a:rPr lang="es-MX" sz="3200" b="1" dirty="0"/>
            <a:t>La IA no reemplaza a los profesionales.</a:t>
          </a:r>
          <a:endParaRPr lang="es-MX" sz="3200" dirty="0"/>
        </a:p>
      </dgm:t>
    </dgm:pt>
    <dgm:pt modelId="{86E85503-3954-40B0-80D2-AF96749297E8}" type="parTrans" cxnId="{10223764-6EA6-4524-B1D6-1DC997D2B739}">
      <dgm:prSet/>
      <dgm:spPr/>
      <dgm:t>
        <a:bodyPr/>
        <a:lstStyle/>
        <a:p>
          <a:endParaRPr lang="es-AR"/>
        </a:p>
      </dgm:t>
    </dgm:pt>
    <dgm:pt modelId="{D25CFEA3-AA5B-407D-AEEF-344569DDC6DD}" type="sibTrans" cxnId="{10223764-6EA6-4524-B1D6-1DC997D2B739}">
      <dgm:prSet/>
      <dgm:spPr/>
      <dgm:t>
        <a:bodyPr/>
        <a:lstStyle/>
        <a:p>
          <a:endParaRPr lang="es-AR"/>
        </a:p>
      </dgm:t>
    </dgm:pt>
    <dgm:pt modelId="{6CF4A012-62C0-401C-BB8B-50861056D4CA}">
      <dgm:prSet custT="1"/>
      <dgm:spPr/>
      <dgm:t>
        <a:bodyPr/>
        <a:lstStyle/>
        <a:p>
          <a:pPr>
            <a:buNone/>
          </a:pPr>
          <a:r>
            <a:rPr lang="es-MX" sz="3200" dirty="0"/>
            <a:t>Los profesionales que </a:t>
          </a:r>
          <a:r>
            <a:rPr lang="es-MX" sz="3200" b="1" dirty="0"/>
            <a:t>saben usar IA</a:t>
          </a:r>
          <a:r>
            <a:rPr lang="es-MX" sz="3200" dirty="0"/>
            <a:t> reemplazarán a los que no.</a:t>
          </a:r>
        </a:p>
      </dgm:t>
    </dgm:pt>
    <dgm:pt modelId="{F9AAE354-C45B-4005-8CBC-DD3A6ECC4A90}" type="parTrans" cxnId="{D779B357-AED0-4E61-A8E8-8C4670345CE7}">
      <dgm:prSet/>
      <dgm:spPr/>
      <dgm:t>
        <a:bodyPr/>
        <a:lstStyle/>
        <a:p>
          <a:endParaRPr lang="es-AR"/>
        </a:p>
      </dgm:t>
    </dgm:pt>
    <dgm:pt modelId="{DA10CBB4-FCD1-414B-AE95-BC546922B36C}" type="sibTrans" cxnId="{D779B357-AED0-4E61-A8E8-8C4670345CE7}">
      <dgm:prSet/>
      <dgm:spPr/>
      <dgm:t>
        <a:bodyPr/>
        <a:lstStyle/>
        <a:p>
          <a:endParaRPr lang="es-AR"/>
        </a:p>
      </dgm:t>
    </dgm:pt>
    <dgm:pt modelId="{CA464A60-B3CE-4D65-A4F0-BA5EED869A5A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b="0" dirty="0"/>
        </a:p>
      </dgm:t>
    </dgm:pt>
    <dgm:pt modelId="{60E01A49-2E38-44B7-902E-10A1F0254827}" type="parTrans" cxnId="{641F66EC-B52E-4074-9DA7-3C8208F720BC}">
      <dgm:prSet/>
      <dgm:spPr/>
      <dgm:t>
        <a:bodyPr/>
        <a:lstStyle/>
        <a:p>
          <a:endParaRPr lang="es-AR"/>
        </a:p>
      </dgm:t>
    </dgm:pt>
    <dgm:pt modelId="{4E8844A7-5D04-4C51-AEE8-72821907C444}" type="sibTrans" cxnId="{641F66EC-B52E-4074-9DA7-3C8208F720B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25A2350A-A177-4AFA-BAC6-E380D2881B65}" type="presOf" srcId="{CA464A60-B3CE-4D65-A4F0-BA5EED869A5A}" destId="{EEB1F71B-C36D-495B-81C0-9546D425EC51}" srcOrd="0" destOrd="1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4EBDC91B-8FB7-4B44-80D2-14903FB8725D}" type="presOf" srcId="{0AC8A9C2-B958-40AC-8501-F82B195C62F2}" destId="{EEB1F71B-C36D-495B-81C0-9546D425EC51}" srcOrd="0" destOrd="2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4" destOrd="0" parTransId="{3E479EE4-D8EB-4818-A551-99FD289CB449}" sibTransId="{1C68800B-EC8F-41ED-8897-4A6AB8B249AA}"/>
    <dgm:cxn modelId="{5E07AD29-2E46-43E7-8D16-E7CED960583A}" type="presOf" srcId="{6CF4A012-62C0-401C-BB8B-50861056D4CA}" destId="{EEB1F71B-C36D-495B-81C0-9546D425EC51}" srcOrd="0" destOrd="3" presId="urn:microsoft.com/office/officeart/2005/8/layout/vList2"/>
    <dgm:cxn modelId="{10223764-6EA6-4524-B1D6-1DC997D2B739}" srcId="{9A935F43-1A8E-41C3-A872-EBE5AE5F6DA3}" destId="{0AC8A9C2-B958-40AC-8501-F82B195C62F2}" srcOrd="2" destOrd="0" parTransId="{86E85503-3954-40B0-80D2-AF96749297E8}" sibTransId="{D25CFEA3-AA5B-407D-AEEF-344569DDC6DD}"/>
    <dgm:cxn modelId="{D779B357-AED0-4E61-A8E8-8C4670345CE7}" srcId="{9A935F43-1A8E-41C3-A872-EBE5AE5F6DA3}" destId="{6CF4A012-62C0-401C-BB8B-50861056D4CA}" srcOrd="3" destOrd="0" parTransId="{F9AAE354-C45B-4005-8CBC-DD3A6ECC4A90}" sibTransId="{DA10CBB4-FCD1-414B-AE95-BC546922B36C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641F66EC-B52E-4074-9DA7-3C8208F720BC}" srcId="{9A935F43-1A8E-41C3-A872-EBE5AE5F6DA3}" destId="{CA464A60-B3CE-4D65-A4F0-BA5EED869A5A}" srcOrd="1" destOrd="0" parTransId="{60E01A49-2E38-44B7-902E-10A1F0254827}" sibTransId="{4E8844A7-5D04-4C51-AEE8-72821907C444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dirty="0"/>
            <a:t>Durante la cursada trabajaremos conceptos del ecosistema </a:t>
          </a:r>
          <a:r>
            <a:rPr lang="es-MX" sz="2400" b="1" dirty="0" err="1"/>
            <a:t>GenAI</a:t>
          </a:r>
          <a:r>
            <a:rPr lang="es-MX" sz="2400" dirty="0"/>
            <a:t>: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dirty="0"/>
            <a:t>IA generativa</a:t>
          </a:r>
          <a:endParaRPr lang="es-AR" sz="24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E52C5834-74E4-4E9A-BD67-45A2E007E12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dirty="0" err="1"/>
            <a:t>prompting</a:t>
          </a:r>
          <a:endParaRPr lang="es-AR" sz="2400" dirty="0"/>
        </a:p>
      </dgm:t>
    </dgm:pt>
    <dgm:pt modelId="{ECF1B93B-614C-42B2-8DF2-9DF3EBDF9615}" type="parTrans" cxnId="{932AE0F0-0053-43A8-8466-361DCE085E22}">
      <dgm:prSet/>
      <dgm:spPr/>
      <dgm:t>
        <a:bodyPr/>
        <a:lstStyle/>
        <a:p>
          <a:endParaRPr lang="es-AR"/>
        </a:p>
      </dgm:t>
    </dgm:pt>
    <dgm:pt modelId="{F9C2C7FE-F0B8-4894-A930-F5F3CE133649}" type="sibTrans" cxnId="{932AE0F0-0053-43A8-8466-361DCE085E22}">
      <dgm:prSet/>
      <dgm:spPr/>
      <dgm:t>
        <a:bodyPr/>
        <a:lstStyle/>
        <a:p>
          <a:endParaRPr lang="es-AR"/>
        </a:p>
      </dgm:t>
    </dgm:pt>
    <dgm:pt modelId="{A039FD96-93BB-4B38-8BC7-C4360E0AEAB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dirty="0"/>
            <a:t>interacción con modelos</a:t>
          </a:r>
        </a:p>
      </dgm:t>
    </dgm:pt>
    <dgm:pt modelId="{194102A8-62B4-41A6-9AD4-EC78A4B61FD8}" type="parTrans" cxnId="{F3023BF4-75A3-499F-8DD4-CE1C32B32F67}">
      <dgm:prSet/>
      <dgm:spPr/>
      <dgm:t>
        <a:bodyPr/>
        <a:lstStyle/>
        <a:p>
          <a:endParaRPr lang="es-AR"/>
        </a:p>
      </dgm:t>
    </dgm:pt>
    <dgm:pt modelId="{052EE495-E217-4F80-9BFE-A58324DAEB35}" type="sibTrans" cxnId="{F3023BF4-75A3-499F-8DD4-CE1C32B32F67}">
      <dgm:prSet/>
      <dgm:spPr/>
      <dgm:t>
        <a:bodyPr/>
        <a:lstStyle/>
        <a:p>
          <a:endParaRPr lang="es-AR"/>
        </a:p>
      </dgm:t>
    </dgm:pt>
    <dgm:pt modelId="{845FB3C3-3B80-4478-8DB8-9B9E0BC9876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dirty="0"/>
            <a:t>uso profesional de herramientas de IA</a:t>
          </a:r>
        </a:p>
      </dgm:t>
    </dgm:pt>
    <dgm:pt modelId="{B5D835BD-16F0-4AED-ADD4-CFF35372E4DB}" type="parTrans" cxnId="{A6F86F0E-355F-4852-821A-DCCA3CDFDF72}">
      <dgm:prSet/>
      <dgm:spPr/>
      <dgm:t>
        <a:bodyPr/>
        <a:lstStyle/>
        <a:p>
          <a:endParaRPr lang="es-AR"/>
        </a:p>
      </dgm:t>
    </dgm:pt>
    <dgm:pt modelId="{51CE072A-7BF8-45C6-ABFE-0D9FA65E64A9}" type="sibTrans" cxnId="{A6F86F0E-355F-4852-821A-DCCA3CDFDF72}">
      <dgm:prSet/>
      <dgm:spPr/>
      <dgm:t>
        <a:bodyPr/>
        <a:lstStyle/>
        <a:p>
          <a:endParaRPr lang="es-AR"/>
        </a:p>
      </dgm:t>
    </dgm:pt>
    <dgm:pt modelId="{A544099D-7A0C-48B0-8157-D486D7CC99F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dirty="0"/>
            <a:t>automatización con IA</a:t>
          </a:r>
        </a:p>
      </dgm:t>
    </dgm:pt>
    <dgm:pt modelId="{FBC03962-7AD5-4514-AFEA-0AB49473B7EE}" type="parTrans" cxnId="{3F8F4185-F024-46C1-96F1-F0FBCA8507EB}">
      <dgm:prSet/>
      <dgm:spPr/>
      <dgm:t>
        <a:bodyPr/>
        <a:lstStyle/>
        <a:p>
          <a:endParaRPr lang="es-AR"/>
        </a:p>
      </dgm:t>
    </dgm:pt>
    <dgm:pt modelId="{49A46262-EA2D-4D28-9983-1078A72D540B}" type="sibTrans" cxnId="{3F8F4185-F024-46C1-96F1-F0FBCA8507EB}">
      <dgm:prSet/>
      <dgm:spPr/>
      <dgm:t>
        <a:bodyPr/>
        <a:lstStyle/>
        <a:p>
          <a:endParaRPr lang="es-AR"/>
        </a:p>
      </dgm:t>
    </dgm:pt>
    <dgm:pt modelId="{A2429A93-8DFE-4A3C-99DF-1CABFDCD66B9}">
      <dgm:prSet custT="1"/>
      <dgm:spPr/>
      <dgm:t>
        <a:bodyPr/>
        <a:lstStyle/>
        <a:p>
          <a:pPr>
            <a:buNone/>
          </a:pPr>
          <a:r>
            <a:rPr lang="es-MX" sz="2400" dirty="0"/>
            <a:t>Esto conecta con </a:t>
          </a:r>
          <a:r>
            <a:rPr lang="es-MX" sz="2400" b="1" dirty="0"/>
            <a:t>competencias demandadas por la industria</a:t>
          </a:r>
          <a:r>
            <a:rPr lang="es-MX" sz="2400" dirty="0"/>
            <a:t>.</a:t>
          </a:r>
        </a:p>
      </dgm:t>
    </dgm:pt>
    <dgm:pt modelId="{A8B022E1-06B8-45E8-B919-251CD7573E7A}" type="parTrans" cxnId="{03691293-949A-4B99-A837-8B9B8E72D45A}">
      <dgm:prSet/>
      <dgm:spPr/>
      <dgm:t>
        <a:bodyPr/>
        <a:lstStyle/>
        <a:p>
          <a:endParaRPr lang="es-AR"/>
        </a:p>
      </dgm:t>
    </dgm:pt>
    <dgm:pt modelId="{84F8F25A-0BE8-4967-81D7-A1174BA6A189}" type="sibTrans" cxnId="{03691293-949A-4B99-A837-8B9B8E72D45A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A6F86F0E-355F-4852-821A-DCCA3CDFDF72}" srcId="{9A935F43-1A8E-41C3-A872-EBE5AE5F6DA3}" destId="{845FB3C3-3B80-4478-8DB8-9B9E0BC98767}" srcOrd="3" destOrd="0" parTransId="{B5D835BD-16F0-4AED-ADD4-CFF35372E4DB}" sibTransId="{51CE072A-7BF8-45C6-ABFE-0D9FA65E64A9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E4E7D416-4C63-4F87-8AE6-4D3B2B39ABE8}" type="presOf" srcId="{A544099D-7A0C-48B0-8157-D486D7CC99F0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6" destOrd="0" parTransId="{3E479EE4-D8EB-4818-A551-99FD289CB449}" sibTransId="{1C68800B-EC8F-41ED-8897-4A6AB8B249AA}"/>
    <dgm:cxn modelId="{2D019639-EBA5-4F01-B6BD-B43A5DE9CC12}" type="presOf" srcId="{845FB3C3-3B80-4478-8DB8-9B9E0BC98767}" destId="{EEB1F71B-C36D-495B-81C0-9546D425EC51}" srcOrd="0" destOrd="3" presId="urn:microsoft.com/office/officeart/2005/8/layout/vList2"/>
    <dgm:cxn modelId="{3F8F4185-F024-46C1-96F1-F0FBCA8507EB}" srcId="{9A935F43-1A8E-41C3-A872-EBE5AE5F6DA3}" destId="{A544099D-7A0C-48B0-8157-D486D7CC99F0}" srcOrd="4" destOrd="0" parTransId="{FBC03962-7AD5-4514-AFEA-0AB49473B7EE}" sibTransId="{49A46262-EA2D-4D28-9983-1078A72D540B}"/>
    <dgm:cxn modelId="{03691293-949A-4B99-A837-8B9B8E72D45A}" srcId="{9A935F43-1A8E-41C3-A872-EBE5AE5F6DA3}" destId="{A2429A93-8DFE-4A3C-99DF-1CABFDCD66B9}" srcOrd="5" destOrd="0" parTransId="{A8B022E1-06B8-45E8-B919-251CD7573E7A}" sibTransId="{84F8F25A-0BE8-4967-81D7-A1174BA6A189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1C462EAD-18A3-48CD-8E57-8D5C79525D38}" type="presOf" srcId="{E52C5834-74E4-4E9A-BD67-45A2E007E12B}" destId="{EEB1F71B-C36D-495B-81C0-9546D425EC51}" srcOrd="0" destOrd="1" presId="urn:microsoft.com/office/officeart/2005/8/layout/vList2"/>
    <dgm:cxn modelId="{B90909B0-A64F-4FC8-9245-0970FD0137F8}" type="presOf" srcId="{8EA39049-ADFC-4D7E-A7F5-F845FEB19180}" destId="{EEB1F71B-C36D-495B-81C0-9546D425EC51}" srcOrd="0" destOrd="6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DB9BD8E9-EB4B-4D2D-8FB9-8D6EB975928A}" type="presOf" srcId="{A039FD96-93BB-4B38-8BC7-C4360E0AEAB8}" destId="{EEB1F71B-C36D-495B-81C0-9546D425EC51}" srcOrd="0" destOrd="2" presId="urn:microsoft.com/office/officeart/2005/8/layout/vList2"/>
    <dgm:cxn modelId="{932AE0F0-0053-43A8-8466-361DCE085E22}" srcId="{9A935F43-1A8E-41C3-A872-EBE5AE5F6DA3}" destId="{E52C5834-74E4-4E9A-BD67-45A2E007E12B}" srcOrd="1" destOrd="0" parTransId="{ECF1B93B-614C-42B2-8DF2-9DF3EBDF9615}" sibTransId="{F9C2C7FE-F0B8-4894-A930-F5F3CE133649}"/>
    <dgm:cxn modelId="{F3023BF4-75A3-499F-8DD4-CE1C32B32F67}" srcId="{9A935F43-1A8E-41C3-A872-EBE5AE5F6DA3}" destId="{A039FD96-93BB-4B38-8BC7-C4360E0AEAB8}" srcOrd="2" destOrd="0" parTransId="{194102A8-62B4-41A6-9AD4-EC78A4B61FD8}" sibTransId="{052EE495-E217-4F80-9BFE-A58324DAEB35}"/>
    <dgm:cxn modelId="{971D59F8-9A01-4CBA-943D-6FCCDC5FAAC4}" type="presOf" srcId="{A2429A93-8DFE-4A3C-99DF-1CABFDCD66B9}" destId="{EEB1F71B-C36D-495B-81C0-9546D425EC51}" srcOrd="0" destOrd="5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dirty="0"/>
            <a:t>Ejercicio de generación de contenido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dirty="0"/>
            <a:t>Usen IA para generar: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D7D69A3-CCD7-43A9-B102-E25A1FB94F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un resumen</a:t>
          </a:r>
        </a:p>
      </dgm:t>
    </dgm:pt>
    <dgm:pt modelId="{17679612-0F79-40C1-943D-AD75098E28A1}" type="parTrans" cxnId="{C5F8A136-EAE1-46C3-9FA4-DE8C1ABB794C}">
      <dgm:prSet/>
      <dgm:spPr/>
      <dgm:t>
        <a:bodyPr/>
        <a:lstStyle/>
        <a:p>
          <a:endParaRPr lang="es-AR"/>
        </a:p>
      </dgm:t>
    </dgm:pt>
    <dgm:pt modelId="{E7949466-00DE-4101-8314-A440102D3ED7}" type="sibTrans" cxnId="{C5F8A136-EAE1-46C3-9FA4-DE8C1ABB794C}">
      <dgm:prSet/>
      <dgm:spPr/>
      <dgm:t>
        <a:bodyPr/>
        <a:lstStyle/>
        <a:p>
          <a:endParaRPr lang="es-AR"/>
        </a:p>
      </dgm:t>
    </dgm:pt>
    <dgm:pt modelId="{A75E812C-75B6-4BFD-B5F6-16DF7593255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una explicación</a:t>
          </a:r>
        </a:p>
      </dgm:t>
    </dgm:pt>
    <dgm:pt modelId="{9A502DD2-112E-4343-931E-03078B28D617}" type="parTrans" cxnId="{A83638AB-8344-4E1D-A9AE-F1E76B41B546}">
      <dgm:prSet/>
      <dgm:spPr/>
      <dgm:t>
        <a:bodyPr/>
        <a:lstStyle/>
        <a:p>
          <a:endParaRPr lang="es-AR"/>
        </a:p>
      </dgm:t>
    </dgm:pt>
    <dgm:pt modelId="{32144504-F934-4FB8-AA9C-DBD32D682E4F}" type="sibTrans" cxnId="{A83638AB-8344-4E1D-A9AE-F1E76B41B546}">
      <dgm:prSet/>
      <dgm:spPr/>
      <dgm:t>
        <a:bodyPr/>
        <a:lstStyle/>
        <a:p>
          <a:endParaRPr lang="es-AR"/>
        </a:p>
      </dgm:t>
    </dgm:pt>
    <dgm:pt modelId="{D2AB74B8-E7F4-4938-A99E-23727FACEBF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una lista de ideas</a:t>
          </a:r>
        </a:p>
      </dgm:t>
    </dgm:pt>
    <dgm:pt modelId="{2F97AA20-5A89-47A1-8D07-4A5188253C56}" type="parTrans" cxnId="{C6AD034A-3F27-4767-93C1-ACD64040F21A}">
      <dgm:prSet/>
      <dgm:spPr/>
      <dgm:t>
        <a:bodyPr/>
        <a:lstStyle/>
        <a:p>
          <a:endParaRPr lang="es-AR"/>
        </a:p>
      </dgm:t>
    </dgm:pt>
    <dgm:pt modelId="{EDACADD7-C0E7-4504-B234-F43B6640C165}" type="sibTrans" cxnId="{C6AD034A-3F27-4767-93C1-ACD64040F21A}">
      <dgm:prSet/>
      <dgm:spPr/>
      <dgm:t>
        <a:bodyPr/>
        <a:lstStyle/>
        <a:p>
          <a:endParaRPr lang="es-AR"/>
        </a:p>
      </dgm:t>
    </dgm:pt>
    <dgm:pt modelId="{E9578A5F-7113-4DA2-8BEB-9FDE5A7EBEB2}">
      <dgm:prSet custT="1"/>
      <dgm:spPr/>
      <dgm:t>
        <a:bodyPr/>
        <a:lstStyle/>
        <a:p>
          <a:pPr>
            <a:buNone/>
          </a:pPr>
          <a:r>
            <a:rPr lang="es-MX" sz="2000" dirty="0"/>
            <a:t>sobre un tema de su carrera.</a:t>
          </a:r>
        </a:p>
      </dgm:t>
    </dgm:pt>
    <dgm:pt modelId="{1C8E7ED1-4448-4F9F-87A4-B8831A421394}" type="parTrans" cxnId="{A2A6F3A0-DDDF-4BD2-A6FF-956E3B7BB071}">
      <dgm:prSet/>
      <dgm:spPr/>
      <dgm:t>
        <a:bodyPr/>
        <a:lstStyle/>
        <a:p>
          <a:endParaRPr lang="es-AR"/>
        </a:p>
      </dgm:t>
    </dgm:pt>
    <dgm:pt modelId="{B4E7C0C5-B825-4BCA-96FA-2945E272416C}" type="sibTrans" cxnId="{A2A6F3A0-DDDF-4BD2-A6FF-956E3B7BB071}">
      <dgm:prSet/>
      <dgm:spPr/>
      <dgm:t>
        <a:bodyPr/>
        <a:lstStyle/>
        <a:p>
          <a:endParaRPr lang="es-AR"/>
        </a:p>
      </dgm:t>
    </dgm:pt>
    <dgm:pt modelId="{83D19854-9631-4AE3-A11F-E669437C419A}">
      <dgm:prSet custT="1"/>
      <dgm:spPr/>
      <dgm:t>
        <a:bodyPr/>
        <a:lstStyle/>
        <a:p>
          <a:pPr>
            <a:buNone/>
          </a:pPr>
          <a:r>
            <a:rPr lang="es-AR" sz="2000"/>
            <a:t>Luego respondan:</a:t>
          </a:r>
        </a:p>
      </dgm:t>
    </dgm:pt>
    <dgm:pt modelId="{8DE65ADF-A425-4435-93D8-4630A5FB90BE}" type="parTrans" cxnId="{576FE00C-1082-4BA8-A7FE-7B9D1ADF0FF4}">
      <dgm:prSet/>
      <dgm:spPr/>
      <dgm:t>
        <a:bodyPr/>
        <a:lstStyle/>
        <a:p>
          <a:endParaRPr lang="es-AR"/>
        </a:p>
      </dgm:t>
    </dgm:pt>
    <dgm:pt modelId="{A30F9EFF-083A-4F3F-A412-07AC26BE2F7D}" type="sibTrans" cxnId="{576FE00C-1082-4BA8-A7FE-7B9D1ADF0FF4}">
      <dgm:prSet/>
      <dgm:spPr/>
      <dgm:t>
        <a:bodyPr/>
        <a:lstStyle/>
        <a:p>
          <a:endParaRPr lang="es-AR"/>
        </a:p>
      </dgm:t>
    </dgm:pt>
    <dgm:pt modelId="{6702168C-C5E1-4E66-8EAB-DE975F6772ED}">
      <dgm:prSet custT="1"/>
      <dgm:spPr/>
      <dgm:t>
        <a:bodyPr/>
        <a:lstStyle/>
        <a:p>
          <a:pPr>
            <a:buNone/>
          </a:pPr>
          <a:r>
            <a:rPr lang="es-MX" sz="2000" b="1" dirty="0"/>
            <a:t>¿Qué tan útil fue la respuesta?</a:t>
          </a:r>
          <a:endParaRPr lang="es-MX" sz="2000" dirty="0"/>
        </a:p>
      </dgm:t>
    </dgm:pt>
    <dgm:pt modelId="{993F490A-3AA7-4A15-8B5C-D9974F73285C}" type="parTrans" cxnId="{7410F7FC-D558-474C-9E6B-CE199D8CF645}">
      <dgm:prSet/>
      <dgm:spPr/>
      <dgm:t>
        <a:bodyPr/>
        <a:lstStyle/>
        <a:p>
          <a:endParaRPr lang="es-AR"/>
        </a:p>
      </dgm:t>
    </dgm:pt>
    <dgm:pt modelId="{2E0E49D2-6DEE-4058-A106-2D7FEB2619A2}" type="sibTrans" cxnId="{7410F7FC-D558-474C-9E6B-CE199D8CF645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576FE00C-1082-4BA8-A7FE-7B9D1ADF0FF4}" srcId="{9A935F43-1A8E-41C3-A872-EBE5AE5F6DA3}" destId="{83D19854-9631-4AE3-A11F-E669437C419A}" srcOrd="5" destOrd="0" parTransId="{8DE65ADF-A425-4435-93D8-4630A5FB90BE}" sibTransId="{A30F9EFF-083A-4F3F-A412-07AC26BE2F7D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7" destOrd="0" parTransId="{3E479EE4-D8EB-4818-A551-99FD289CB449}" sibTransId="{1C68800B-EC8F-41ED-8897-4A6AB8B249AA}"/>
    <dgm:cxn modelId="{C5F8A136-EAE1-46C3-9FA4-DE8C1ABB794C}" srcId="{9A935F43-1A8E-41C3-A872-EBE5AE5F6DA3}" destId="{8D7D69A3-CCD7-43A9-B102-E25A1FB94FE4}" srcOrd="1" destOrd="0" parTransId="{17679612-0F79-40C1-943D-AD75098E28A1}" sibTransId="{E7949466-00DE-4101-8314-A440102D3ED7}"/>
    <dgm:cxn modelId="{A439953E-5A58-4A8B-909C-B0CA0202F72C}" type="presOf" srcId="{6702168C-C5E1-4E66-8EAB-DE975F6772ED}" destId="{EEB1F71B-C36D-495B-81C0-9546D425EC51}" srcOrd="0" destOrd="6" presId="urn:microsoft.com/office/officeart/2005/8/layout/vList2"/>
    <dgm:cxn modelId="{C6AD034A-3F27-4767-93C1-ACD64040F21A}" srcId="{9A935F43-1A8E-41C3-A872-EBE5AE5F6DA3}" destId="{D2AB74B8-E7F4-4938-A99E-23727FACEBFB}" srcOrd="3" destOrd="0" parTransId="{2F97AA20-5A89-47A1-8D07-4A5188253C56}" sibTransId="{EDACADD7-C0E7-4504-B234-F43B6640C165}"/>
    <dgm:cxn modelId="{B69CB74A-B953-40C3-8C7D-A5A67966D3E7}" type="presOf" srcId="{A75E812C-75B6-4BFD-B5F6-16DF7593255B}" destId="{EEB1F71B-C36D-495B-81C0-9546D425EC51}" srcOrd="0" destOrd="2" presId="urn:microsoft.com/office/officeart/2005/8/layout/vList2"/>
    <dgm:cxn modelId="{A2A6F3A0-DDDF-4BD2-A6FF-956E3B7BB071}" srcId="{9A935F43-1A8E-41C3-A872-EBE5AE5F6DA3}" destId="{E9578A5F-7113-4DA2-8BEB-9FDE5A7EBEB2}" srcOrd="4" destOrd="0" parTransId="{1C8E7ED1-4448-4F9F-87A4-B8831A421394}" sibTransId="{B4E7C0C5-B825-4BCA-96FA-2945E272416C}"/>
    <dgm:cxn modelId="{C53E41A6-1226-4E34-B9A0-5C260B232A29}" type="presOf" srcId="{8D7D69A3-CCD7-43A9-B102-E25A1FB94FE4}" destId="{EEB1F71B-C36D-495B-81C0-9546D425EC51}" srcOrd="0" destOrd="1" presId="urn:microsoft.com/office/officeart/2005/8/layout/vList2"/>
    <dgm:cxn modelId="{A83638AB-8344-4E1D-A9AE-F1E76B41B546}" srcId="{9A935F43-1A8E-41C3-A872-EBE5AE5F6DA3}" destId="{A75E812C-75B6-4BFD-B5F6-16DF7593255B}" srcOrd="2" destOrd="0" parTransId="{9A502DD2-112E-4343-931E-03078B28D617}" sibTransId="{32144504-F934-4FB8-AA9C-DBD32D682E4F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DF9458AE-5E92-44A4-B523-D23C7F42F9A7}" type="presOf" srcId="{D2AB74B8-E7F4-4938-A99E-23727FACEBFB}" destId="{EEB1F71B-C36D-495B-81C0-9546D425EC51}" srcOrd="0" destOrd="3" presId="urn:microsoft.com/office/officeart/2005/8/layout/vList2"/>
    <dgm:cxn modelId="{B90909B0-A64F-4FC8-9245-0970FD0137F8}" type="presOf" srcId="{8EA39049-ADFC-4D7E-A7F5-F845FEB19180}" destId="{EEB1F71B-C36D-495B-81C0-9546D425EC51}" srcOrd="0" destOrd="7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DBC7B0D3-35D6-422F-BAF0-D09BD1DD8A03}" type="presOf" srcId="{E9578A5F-7113-4DA2-8BEB-9FDE5A7EBEB2}" destId="{EEB1F71B-C36D-495B-81C0-9546D425EC51}" srcOrd="0" destOrd="4" presId="urn:microsoft.com/office/officeart/2005/8/layout/vList2"/>
    <dgm:cxn modelId="{BD729AD8-58D2-48AA-B719-E58086F0CD2B}" type="presOf" srcId="{83D19854-9631-4AE3-A11F-E669437C419A}" destId="{EEB1F71B-C36D-495B-81C0-9546D425EC51}" srcOrd="0" destOrd="5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7410F7FC-D558-474C-9E6B-CE199D8CF645}" srcId="{9A935F43-1A8E-41C3-A872-EBE5AE5F6DA3}" destId="{6702168C-C5E1-4E66-8EAB-DE975F6772ED}" srcOrd="6" destOrd="0" parTransId="{993F490A-3AA7-4A15-8B5C-D9974F73285C}" sibTransId="{2E0E49D2-6DEE-4058-A106-2D7FEB2619A2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dirty="0"/>
            <a:t>Identificación de tareas “AI </a:t>
          </a:r>
          <a:r>
            <a:rPr lang="es-MX" sz="2400" dirty="0" err="1"/>
            <a:t>Friendly</a:t>
          </a:r>
          <a:r>
            <a:rPr lang="es-MX" sz="2400" dirty="0"/>
            <a:t>”</a:t>
          </a: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dirty="0"/>
            <a:t>¿Qué tareas creen que la IA puede ayudar a mejorar?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C10C37B0-3388-48EC-BC10-1371046D8480}">
      <dgm:prSet custT="1"/>
      <dgm:spPr/>
      <dgm:t>
        <a:bodyPr/>
        <a:lstStyle/>
        <a:p>
          <a:pPr>
            <a:buNone/>
          </a:pPr>
          <a:r>
            <a:rPr lang="es-AR" sz="2000" b="1" dirty="0"/>
            <a:t>Ejemplos:</a:t>
          </a:r>
        </a:p>
      </dgm:t>
    </dgm:pt>
    <dgm:pt modelId="{AC402A87-A08C-47E1-8D2C-72954FDB601B}" type="parTrans" cxnId="{7F2EBB8E-9235-484C-8A1B-F4F7B4BDE7FF}">
      <dgm:prSet/>
      <dgm:spPr/>
      <dgm:t>
        <a:bodyPr/>
        <a:lstStyle/>
        <a:p>
          <a:endParaRPr lang="es-AR"/>
        </a:p>
      </dgm:t>
    </dgm:pt>
    <dgm:pt modelId="{6613AFB2-87F8-4233-AC06-07B7919377C1}" type="sibTrans" cxnId="{7F2EBB8E-9235-484C-8A1B-F4F7B4BDE7FF}">
      <dgm:prSet/>
      <dgm:spPr/>
      <dgm:t>
        <a:bodyPr/>
        <a:lstStyle/>
        <a:p>
          <a:endParaRPr lang="es-AR"/>
        </a:p>
      </dgm:t>
    </dgm:pt>
    <dgm:pt modelId="{062CADB3-8A86-4030-9B50-0EC9989DDE0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redacción de textos</a:t>
          </a:r>
        </a:p>
      </dgm:t>
    </dgm:pt>
    <dgm:pt modelId="{61FA855C-F4EB-495A-AA65-3EED14AEDEE1}" type="parTrans" cxnId="{8C504E43-58BA-4D00-9838-BB66DC6F381A}">
      <dgm:prSet/>
      <dgm:spPr/>
      <dgm:t>
        <a:bodyPr/>
        <a:lstStyle/>
        <a:p>
          <a:endParaRPr lang="es-AR"/>
        </a:p>
      </dgm:t>
    </dgm:pt>
    <dgm:pt modelId="{B9C59E91-5639-4C8A-923D-14BB7A6D9BCA}" type="sibTrans" cxnId="{8C504E43-58BA-4D00-9838-BB66DC6F381A}">
      <dgm:prSet/>
      <dgm:spPr/>
      <dgm:t>
        <a:bodyPr/>
        <a:lstStyle/>
        <a:p>
          <a:endParaRPr lang="es-AR"/>
        </a:p>
      </dgm:t>
    </dgm:pt>
    <dgm:pt modelId="{385D1602-FDA3-433A-9A72-DA80827568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generación de código</a:t>
          </a:r>
        </a:p>
      </dgm:t>
    </dgm:pt>
    <dgm:pt modelId="{835BB809-D2DA-47B9-8F20-FADA7597B4F4}" type="parTrans" cxnId="{F372A84B-ECFD-4DDD-AA6D-52CA4959AA3E}">
      <dgm:prSet/>
      <dgm:spPr/>
      <dgm:t>
        <a:bodyPr/>
        <a:lstStyle/>
        <a:p>
          <a:endParaRPr lang="es-AR"/>
        </a:p>
      </dgm:t>
    </dgm:pt>
    <dgm:pt modelId="{0BDA8863-92FB-4E7C-B3E4-9E31A8565E60}" type="sibTrans" cxnId="{F372A84B-ECFD-4DDD-AA6D-52CA4959AA3E}">
      <dgm:prSet/>
      <dgm:spPr/>
      <dgm:t>
        <a:bodyPr/>
        <a:lstStyle/>
        <a:p>
          <a:endParaRPr lang="es-AR"/>
        </a:p>
      </dgm:t>
    </dgm:pt>
    <dgm:pt modelId="{13F20C67-A06A-4ED6-BE54-9685011F01F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análisis de datos</a:t>
          </a:r>
        </a:p>
      </dgm:t>
    </dgm:pt>
    <dgm:pt modelId="{47C6F1D6-DB4E-4F1F-A00B-5004ECF822A1}" type="parTrans" cxnId="{9C9CAE82-6BEE-471A-87C0-067D5F9BD7C6}">
      <dgm:prSet/>
      <dgm:spPr/>
      <dgm:t>
        <a:bodyPr/>
        <a:lstStyle/>
        <a:p>
          <a:endParaRPr lang="es-AR"/>
        </a:p>
      </dgm:t>
    </dgm:pt>
    <dgm:pt modelId="{69D93DEF-7A64-4EEB-B45C-9C3D96B5E19C}" type="sibTrans" cxnId="{9C9CAE82-6BEE-471A-87C0-067D5F9BD7C6}">
      <dgm:prSet/>
      <dgm:spPr/>
      <dgm:t>
        <a:bodyPr/>
        <a:lstStyle/>
        <a:p>
          <a:endParaRPr lang="es-AR"/>
        </a:p>
      </dgm:t>
    </dgm:pt>
    <dgm:pt modelId="{7C792703-4AEA-4F92-987C-80E514CC89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 err="1"/>
            <a:t>brainstorming</a:t>
          </a:r>
          <a:endParaRPr lang="es-AR" sz="2000" dirty="0"/>
        </a:p>
      </dgm:t>
    </dgm:pt>
    <dgm:pt modelId="{A12C41B5-EEA1-48D3-82A3-D45836BCE846}" type="parTrans" cxnId="{E0B0A4AF-01D1-4A06-9C74-FD10998C794E}">
      <dgm:prSet/>
      <dgm:spPr/>
      <dgm:t>
        <a:bodyPr/>
        <a:lstStyle/>
        <a:p>
          <a:endParaRPr lang="es-AR"/>
        </a:p>
      </dgm:t>
    </dgm:pt>
    <dgm:pt modelId="{25FF9E4E-6EFA-4CD8-896D-C6059DEBB1D9}" type="sibTrans" cxnId="{E0B0A4AF-01D1-4A06-9C74-FD10998C794E}">
      <dgm:prSet/>
      <dgm:spPr/>
      <dgm:t>
        <a:bodyPr/>
        <a:lstStyle/>
        <a:p>
          <a:endParaRPr lang="es-AR"/>
        </a:p>
      </dgm:t>
    </dgm:pt>
    <dgm:pt modelId="{BDF163ED-A4C9-4BA1-AC6B-B1AE231FE3B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dirty="0"/>
            <a:t>automatización</a:t>
          </a:r>
        </a:p>
      </dgm:t>
    </dgm:pt>
    <dgm:pt modelId="{4AD0BD9E-073E-498D-9C2C-A5389EA7A3B6}" type="parTrans" cxnId="{CF5A765D-3A6A-4561-928A-E06566D638D9}">
      <dgm:prSet/>
      <dgm:spPr/>
      <dgm:t>
        <a:bodyPr/>
        <a:lstStyle/>
        <a:p>
          <a:endParaRPr lang="es-AR"/>
        </a:p>
      </dgm:t>
    </dgm:pt>
    <dgm:pt modelId="{EEEE0711-F935-4D7C-B77A-219153BE0D1A}" type="sibTrans" cxnId="{CF5A765D-3A6A-4561-928A-E06566D638D9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7" destOrd="0" parTransId="{3E479EE4-D8EB-4818-A551-99FD289CB449}" sibTransId="{1C68800B-EC8F-41ED-8897-4A6AB8B249AA}"/>
    <dgm:cxn modelId="{BDB33B39-7829-40FB-91A1-FA41F3D077A5}" type="presOf" srcId="{7C792703-4AEA-4F92-987C-80E514CC89FC}" destId="{EEB1F71B-C36D-495B-81C0-9546D425EC51}" srcOrd="0" destOrd="5" presId="urn:microsoft.com/office/officeart/2005/8/layout/vList2"/>
    <dgm:cxn modelId="{CF5A765D-3A6A-4561-928A-E06566D638D9}" srcId="{9A935F43-1A8E-41C3-A872-EBE5AE5F6DA3}" destId="{BDF163ED-A4C9-4BA1-AC6B-B1AE231FE3B6}" srcOrd="6" destOrd="0" parTransId="{4AD0BD9E-073E-498D-9C2C-A5389EA7A3B6}" sibTransId="{EEEE0711-F935-4D7C-B77A-219153BE0D1A}"/>
    <dgm:cxn modelId="{EFD32E5F-BE58-4E34-B834-327C45DD17B7}" type="presOf" srcId="{C10C37B0-3388-48EC-BC10-1371046D8480}" destId="{EEB1F71B-C36D-495B-81C0-9546D425EC51}" srcOrd="0" destOrd="1" presId="urn:microsoft.com/office/officeart/2005/8/layout/vList2"/>
    <dgm:cxn modelId="{8C504E43-58BA-4D00-9838-BB66DC6F381A}" srcId="{9A935F43-1A8E-41C3-A872-EBE5AE5F6DA3}" destId="{062CADB3-8A86-4030-9B50-0EC9989DDE02}" srcOrd="2" destOrd="0" parTransId="{61FA855C-F4EB-495A-AA65-3EED14AEDEE1}" sibTransId="{B9C59E91-5639-4C8A-923D-14BB7A6D9BCA}"/>
    <dgm:cxn modelId="{F372A84B-ECFD-4DDD-AA6D-52CA4959AA3E}" srcId="{9A935F43-1A8E-41C3-A872-EBE5AE5F6DA3}" destId="{385D1602-FDA3-433A-9A72-DA8082756841}" srcOrd="3" destOrd="0" parTransId="{835BB809-D2DA-47B9-8F20-FADA7597B4F4}" sibTransId="{0BDA8863-92FB-4E7C-B3E4-9E31A8565E60}"/>
    <dgm:cxn modelId="{9C9CAE82-6BEE-471A-87C0-067D5F9BD7C6}" srcId="{9A935F43-1A8E-41C3-A872-EBE5AE5F6DA3}" destId="{13F20C67-A06A-4ED6-BE54-9685011F01FB}" srcOrd="4" destOrd="0" parTransId="{47C6F1D6-DB4E-4F1F-A00B-5004ECF822A1}" sibTransId="{69D93DEF-7A64-4EEB-B45C-9C3D96B5E19C}"/>
    <dgm:cxn modelId="{7F2EBB8E-9235-484C-8A1B-F4F7B4BDE7FF}" srcId="{9A935F43-1A8E-41C3-A872-EBE5AE5F6DA3}" destId="{C10C37B0-3388-48EC-BC10-1371046D8480}" srcOrd="1" destOrd="0" parTransId="{AC402A87-A08C-47E1-8D2C-72954FDB601B}" sibTransId="{6613AFB2-87F8-4233-AC06-07B7919377C1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E0B0A4AF-01D1-4A06-9C74-FD10998C794E}" srcId="{9A935F43-1A8E-41C3-A872-EBE5AE5F6DA3}" destId="{7C792703-4AEA-4F92-987C-80E514CC89FC}" srcOrd="5" destOrd="0" parTransId="{A12C41B5-EEA1-48D3-82A3-D45836BCE846}" sibTransId="{25FF9E4E-6EFA-4CD8-896D-C6059DEBB1D9}"/>
    <dgm:cxn modelId="{B90909B0-A64F-4FC8-9245-0970FD0137F8}" type="presOf" srcId="{8EA39049-ADFC-4D7E-A7F5-F845FEB19180}" destId="{EEB1F71B-C36D-495B-81C0-9546D425EC51}" srcOrd="0" destOrd="7" presId="urn:microsoft.com/office/officeart/2005/8/layout/vList2"/>
    <dgm:cxn modelId="{311F95B1-3C42-4F03-9334-00707917743F}" type="presOf" srcId="{13F20C67-A06A-4ED6-BE54-9685011F01FB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32FC1EC6-0489-41BA-8C32-11317E8B5070}" type="presOf" srcId="{062CADB3-8A86-4030-9B50-0EC9989DDE02}" destId="{EEB1F71B-C36D-495B-81C0-9546D425EC51}" srcOrd="0" destOrd="2" presId="urn:microsoft.com/office/officeart/2005/8/layout/vList2"/>
    <dgm:cxn modelId="{9765DADD-B27D-4CA3-8205-A1D071FAC6DF}" type="presOf" srcId="{385D1602-FDA3-433A-9A72-DA8082756841}" destId="{EEB1F71B-C36D-495B-81C0-9546D425EC51}" srcOrd="0" destOrd="3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BF5FA8FF-5D25-4CB1-B039-C63837BB53D3}" type="presOf" srcId="{BDF163ED-A4C9-4BA1-AC6B-B1AE231FE3B6}" destId="{EEB1F71B-C36D-495B-81C0-9546D425EC51}" srcOrd="0" destOrd="6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dirty="0"/>
            <a:t>Armamos grupos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 dirty="0"/>
            <a:t>Realizamos la tarea cargada en </a:t>
          </a:r>
          <a:r>
            <a:rPr lang="es-AR" sz="2000" b="0"/>
            <a:t>Teams</a:t>
          </a:r>
          <a:endParaRPr lang="es-AR" sz="20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400" dirty="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800" dirty="0"/>
            <a:t>Pregunta final:</a:t>
          </a:r>
          <a:endParaRPr lang="es-AR" sz="2800" b="0" dirty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 dirty="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9D3237E-5517-4C2C-B11B-36755C2992A0}">
      <dgm:prSet/>
      <dgm:spPr/>
      <dgm:t>
        <a:bodyPr/>
        <a:lstStyle/>
        <a:p>
          <a:pPr>
            <a:buNone/>
          </a:pPr>
          <a:r>
            <a:rPr lang="es-MX" sz="3600" b="1"/>
            <a:t>¿La IA va a cambiar su profesión…</a:t>
          </a:r>
          <a:endParaRPr lang="es-MX" sz="3600"/>
        </a:p>
      </dgm:t>
    </dgm:pt>
    <dgm:pt modelId="{4386A821-070F-4817-8011-EA646DC77579}" type="parTrans" cxnId="{8E978B0E-4323-4DB1-80A1-B1B6D08ECD0D}">
      <dgm:prSet/>
      <dgm:spPr/>
      <dgm:t>
        <a:bodyPr/>
        <a:lstStyle/>
        <a:p>
          <a:endParaRPr lang="es-AR"/>
        </a:p>
      </dgm:t>
    </dgm:pt>
    <dgm:pt modelId="{9DB5480C-FDE4-4543-9351-A0309BB62BE9}" type="sibTrans" cxnId="{8E978B0E-4323-4DB1-80A1-B1B6D08ECD0D}">
      <dgm:prSet/>
      <dgm:spPr/>
      <dgm:t>
        <a:bodyPr/>
        <a:lstStyle/>
        <a:p>
          <a:endParaRPr lang="es-AR"/>
        </a:p>
      </dgm:t>
    </dgm:pt>
    <dgm:pt modelId="{FA58AA20-7FFF-4EB0-88BD-BCCFF9B4FBFD}">
      <dgm:prSet/>
      <dgm:spPr/>
      <dgm:t>
        <a:bodyPr/>
        <a:lstStyle/>
        <a:p>
          <a:pPr>
            <a:buNone/>
          </a:pPr>
          <a:r>
            <a:rPr lang="es-AR" sz="3600"/>
            <a:t>o</a:t>
          </a:r>
        </a:p>
      </dgm:t>
    </dgm:pt>
    <dgm:pt modelId="{1AB742CE-3025-49C4-8482-C70D4683AD83}" type="parTrans" cxnId="{FBF689DC-ABCF-4214-89A7-EED47BD8B087}">
      <dgm:prSet/>
      <dgm:spPr/>
      <dgm:t>
        <a:bodyPr/>
        <a:lstStyle/>
        <a:p>
          <a:endParaRPr lang="es-AR"/>
        </a:p>
      </dgm:t>
    </dgm:pt>
    <dgm:pt modelId="{7D74E2A9-96D9-4479-A51A-70F5DC78F59F}" type="sibTrans" cxnId="{FBF689DC-ABCF-4214-89A7-EED47BD8B087}">
      <dgm:prSet/>
      <dgm:spPr/>
      <dgm:t>
        <a:bodyPr/>
        <a:lstStyle/>
        <a:p>
          <a:endParaRPr lang="es-AR"/>
        </a:p>
      </dgm:t>
    </dgm:pt>
    <dgm:pt modelId="{8467EB9B-D611-4169-B9B8-04E7AE69586B}">
      <dgm:prSet/>
      <dgm:spPr/>
      <dgm:t>
        <a:bodyPr/>
        <a:lstStyle/>
        <a:p>
          <a:pPr>
            <a:buNone/>
          </a:pPr>
          <a:r>
            <a:rPr lang="es-MX" sz="3600" b="1" dirty="0"/>
            <a:t>va a cambiar la forma en que trabajan dentro de esa profesión?</a:t>
          </a:r>
          <a:endParaRPr lang="es-MX" sz="3600" dirty="0"/>
        </a:p>
      </dgm:t>
    </dgm:pt>
    <dgm:pt modelId="{8A36865C-A76B-430C-A852-3E485B9B78E3}" type="parTrans" cxnId="{C8F13C25-F0C8-49DA-904D-8F3F7AAAB696}">
      <dgm:prSet/>
      <dgm:spPr/>
      <dgm:t>
        <a:bodyPr/>
        <a:lstStyle/>
        <a:p>
          <a:endParaRPr lang="es-AR"/>
        </a:p>
      </dgm:t>
    </dgm:pt>
    <dgm:pt modelId="{FBECA807-C8FC-43F4-BD50-FE921DFAD14C}" type="sibTrans" cxnId="{C8F13C25-F0C8-49DA-904D-8F3F7AAAB696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C2E0510E-FEB7-4B34-B269-60B2B1186B11}" type="presOf" srcId="{8467EB9B-D611-4169-B9B8-04E7AE69586B}" destId="{EEB1F71B-C36D-495B-81C0-9546D425EC51}" srcOrd="0" destOrd="3" presId="urn:microsoft.com/office/officeart/2005/8/layout/vList2"/>
    <dgm:cxn modelId="{8E978B0E-4323-4DB1-80A1-B1B6D08ECD0D}" srcId="{9A935F43-1A8E-41C3-A872-EBE5AE5F6DA3}" destId="{19D3237E-5517-4C2C-B11B-36755C2992A0}" srcOrd="1" destOrd="0" parTransId="{4386A821-070F-4817-8011-EA646DC77579}" sibTransId="{9DB5480C-FDE4-4543-9351-A0309BB62BE9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C8F13C25-F0C8-49DA-904D-8F3F7AAAB696}" srcId="{9A935F43-1A8E-41C3-A872-EBE5AE5F6DA3}" destId="{8467EB9B-D611-4169-B9B8-04E7AE69586B}" srcOrd="3" destOrd="0" parTransId="{8A36865C-A76B-430C-A852-3E485B9B78E3}" sibTransId="{FBECA807-C8FC-43F4-BD50-FE921DFAD14C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4" destOrd="0" parTransId="{3E479EE4-D8EB-4818-A551-99FD289CB449}" sibTransId="{1C68800B-EC8F-41ED-8897-4A6AB8B249AA}"/>
    <dgm:cxn modelId="{86149FA9-628D-460A-BF5A-C926C9EB52EB}" type="presOf" srcId="{FA58AA20-7FFF-4EB0-88BD-BCCFF9B4FBFD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C26C2CE-7C68-4DD7-A7BF-0E74F16E244B}" type="presOf" srcId="{19D3237E-5517-4C2C-B11B-36755C2992A0}" destId="{EEB1F71B-C36D-495B-81C0-9546D425EC51}" srcOrd="0" destOrd="1" presId="urn:microsoft.com/office/officeart/2005/8/layout/vList2"/>
    <dgm:cxn modelId="{FBF689DC-ABCF-4214-89A7-EED47BD8B087}" srcId="{9A935F43-1A8E-41C3-A872-EBE5AE5F6DA3}" destId="{FA58AA20-7FFF-4EB0-88BD-BCCFF9B4FBFD}" srcOrd="2" destOrd="0" parTransId="{1AB742CE-3025-49C4-8482-C70D4683AD83}" sibTransId="{7D74E2A9-96D9-4479-A51A-70F5DC78F59F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643"/>
          <a:ext cx="8515685" cy="5528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Ejemplos posibles:</a:t>
          </a:r>
        </a:p>
      </dsp:txBody>
      <dsp:txXfrm>
        <a:off x="26987" y="28630"/>
        <a:ext cx="8461711" cy="498850"/>
      </dsp:txXfrm>
    </dsp:sp>
    <dsp:sp modelId="{EEB1F71B-C36D-495B-81C0-9546D425EC51}">
      <dsp:nvSpPr>
        <dsp:cNvPr id="0" name=""/>
        <dsp:cNvSpPr/>
      </dsp:nvSpPr>
      <dsp:spPr>
        <a:xfrm>
          <a:off x="0" y="554468"/>
          <a:ext cx="8515685" cy="3504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 dirty="0" err="1"/>
            <a:t>ChatGPT</a:t>
          </a:r>
          <a:endParaRPr lang="es-AR" sz="20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Copilot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Midjourney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herramientas de estudio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generación de código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 dirty="0"/>
            <a:t>generación de textos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900" b="1" kern="1200"/>
            <a:t>Preguntas para debatir:</a:t>
          </a:r>
          <a:endParaRPr lang="es-AR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¿Para qué la usaron?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¿Les ayudó realmente?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1900" kern="1200" dirty="0"/>
            <a:t>¿Confían en lo que responde?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 dirty="0"/>
        </a:p>
      </dsp:txBody>
      <dsp:txXfrm>
        <a:off x="0" y="554468"/>
        <a:ext cx="8515685" cy="3504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1089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 dirty="0"/>
            <a:t>La Inteligencia Artificial (IA) es un campo de la informática que desarrolla sistemas capaces de:</a:t>
          </a:r>
          <a:endParaRPr lang="es-AR" sz="2400" kern="1200" dirty="0"/>
        </a:p>
      </dsp:txBody>
      <dsp:txXfrm>
        <a:off x="59399" y="270488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27890"/>
          <a:ext cx="8515685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endParaRPr lang="es-AR" sz="2000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 dirty="0"/>
            <a:t>aprender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identificar patrones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tomar decisiones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resolver problemas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 dirty="0"/>
            <a:t>simulando procesos cognitivos humanos.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 dirty="0"/>
        </a:p>
      </dsp:txBody>
      <dsp:txXfrm>
        <a:off x="0" y="1427890"/>
        <a:ext cx="8515685" cy="2421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Inteligencia Artificial Aplicada</a:t>
          </a:r>
          <a:r>
            <a:rPr lang="es-AR" sz="2400" kern="1200" dirty="0"/>
            <a:t>.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344697"/>
          <a:ext cx="8853639" cy="322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400" kern="1200" dirty="0"/>
            <a:t>Para entender cómo funciona la IA necesitamos algunos conceptos clave:</a:t>
          </a:r>
          <a:endParaRPr lang="es-AR" sz="24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Datos</a:t>
          </a:r>
          <a:br>
            <a:rPr lang="es-MX" sz="2000" kern="1200" dirty="0"/>
          </a:br>
          <a:r>
            <a:rPr lang="es-MX" sz="2000" kern="1200" dirty="0"/>
            <a:t>Información que se utiliza para entrenar modelos.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Modelo</a:t>
          </a:r>
          <a:br>
            <a:rPr lang="es-MX" sz="2000" kern="1200" dirty="0"/>
          </a:br>
          <a:r>
            <a:rPr lang="es-MX" sz="2000" kern="1200" dirty="0"/>
            <a:t>Algoritmo que aprende patrones en los datos.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Entrenamiento</a:t>
          </a:r>
          <a:br>
            <a:rPr lang="es-MX" sz="2000" kern="1200" dirty="0"/>
          </a:br>
          <a:r>
            <a:rPr lang="es-MX" sz="2000" kern="1200" dirty="0"/>
            <a:t>Proceso en el que el modelo aprende a partir de los datos.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Inferencia</a:t>
          </a:r>
          <a:br>
            <a:rPr lang="es-MX" sz="2000" kern="1200" dirty="0"/>
          </a:br>
          <a:r>
            <a:rPr lang="es-MX" sz="2000" kern="1200" dirty="0"/>
            <a:t>Cuando el modelo utiliza lo aprendido para generar respuestas o predicciones.</a:t>
          </a:r>
        </a:p>
      </dsp:txBody>
      <dsp:txXfrm>
        <a:off x="0" y="1344697"/>
        <a:ext cx="8853639" cy="3229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dirty="0"/>
            <a:t>Debate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30542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45720" rIns="256032" bIns="45720" numCol="1" spcCol="1270" anchor="t" anchorCtr="0">
          <a:noAutofit/>
        </a:bodyPr>
        <a:lstStyle/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3600" kern="1200" dirty="0"/>
            <a:t>¿Creen que la IA </a:t>
          </a:r>
          <a:r>
            <a:rPr lang="es-MX" sz="3600" b="1" kern="1200" dirty="0"/>
            <a:t>“piensa”</a:t>
          </a:r>
          <a:r>
            <a:rPr lang="es-MX" sz="3600" kern="1200" dirty="0"/>
            <a:t> realmente?</a:t>
          </a:r>
          <a:endParaRPr lang="es-AR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/>
            <a:t>o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 dirty="0"/>
            <a:t>¿Solo </a:t>
          </a:r>
          <a:r>
            <a:rPr lang="es-AR" sz="3600" b="1" kern="1200" dirty="0"/>
            <a:t>predice probabilidades</a:t>
          </a:r>
          <a:r>
            <a:rPr lang="es-AR" sz="3600" kern="1200" dirty="0"/>
            <a:t> a partir de datos?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30542"/>
        <a:ext cx="8853639" cy="27582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Se usa principalmente para:</a:t>
          </a:r>
        </a:p>
      </dsp:txBody>
      <dsp:txXfrm>
        <a:off x="59399" y="5940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30542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 dirty="0"/>
            <a:t>clasificación
predicción
análisis de datos</a:t>
          </a:r>
          <a:endParaRPr lang="es-AR" sz="2000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b="1" kern="1200" dirty="0"/>
            <a:t>Ejemplos:</a:t>
          </a:r>
          <a:r>
            <a:rPr lang="es-MX" sz="2000" kern="1200" dirty="0"/>
            <a:t>
recomendación de productos
detección de fraude
predicción de ventas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30542"/>
        <a:ext cx="8853639" cy="27582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Puede crear contenido nuevo: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757792"/>
          <a:ext cx="8853639" cy="4103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 dirty="0"/>
            <a:t>texto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imágenes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audio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video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/>
            <a:t>Ejemplos: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ChatGPT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Midjourney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DALL-E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Copilot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757792"/>
        <a:ext cx="8853639" cy="41037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IA Analítica / Predictiva</a:t>
          </a:r>
          <a:endParaRPr lang="es-AR" sz="2400" kern="1200" dirty="0"/>
        </a:p>
      </dsp:txBody>
      <dsp:txXfrm>
        <a:off x="32898" y="32898"/>
        <a:ext cx="8787843" cy="608124"/>
      </dsp:txXfrm>
    </dsp:sp>
    <dsp:sp modelId="{EEB1F71B-C36D-495B-81C0-9546D425EC51}">
      <dsp:nvSpPr>
        <dsp:cNvPr id="0" name=""/>
        <dsp:cNvSpPr/>
      </dsp:nvSpPr>
      <dsp:spPr>
        <a:xfrm>
          <a:off x="0" y="610486"/>
          <a:ext cx="8853639" cy="47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 dirty="0"/>
            <a:t>análisis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predicciones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recomendadores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IA Generativa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creación de contenido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asistentes conversacionales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Visión Artificial (</a:t>
          </a:r>
          <a:r>
            <a:rPr lang="es-AR" sz="2000" b="1" kern="1200" dirty="0" err="1"/>
            <a:t>Computer</a:t>
          </a:r>
          <a:r>
            <a:rPr lang="es-AR" sz="2000" b="1" kern="1200" dirty="0"/>
            <a:t> </a:t>
          </a:r>
          <a:r>
            <a:rPr lang="es-AR" sz="2000" b="1" kern="1200" dirty="0" err="1"/>
            <a:t>Vision</a:t>
          </a:r>
          <a:r>
            <a:rPr lang="es-AR" sz="2000" b="1" kern="1200" dirty="0"/>
            <a:t>)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reconocimiento de imágenes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reconocimiento facial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Procesamiento del Lenguaje Natural (NLP)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chatbots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traducción automática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asistentes virtuales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610486"/>
        <a:ext cx="8853639" cy="47692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 dirty="0"/>
            <a:t>Algunos hitos importantes: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847743"/>
          <a:ext cx="8853639" cy="3431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AR" sz="2000" kern="1200" dirty="0"/>
            <a:t>1950</a:t>
          </a:r>
          <a:br>
            <a:rPr lang="es-AR" sz="2000" kern="1200" dirty="0"/>
          </a:br>
          <a:r>
            <a:rPr lang="es-AR" sz="2000" kern="1200" dirty="0"/>
            <a:t>Alan Turing propone el </a:t>
          </a:r>
          <a:r>
            <a:rPr lang="es-AR" sz="2000" b="1" kern="1200" dirty="0"/>
            <a:t>Test de Turing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dirty="0"/>
            <a:t>1956</a:t>
          </a:r>
          <a:br>
            <a:rPr lang="es-MX" sz="2000" kern="1200" dirty="0"/>
          </a:br>
          <a:r>
            <a:rPr lang="es-MX" sz="2000" kern="1200" dirty="0"/>
            <a:t>Conferencia de Dartmouth — nace el término </a:t>
          </a:r>
          <a:r>
            <a:rPr lang="es-MX" sz="2000" b="1" kern="1200" dirty="0"/>
            <a:t>Artificial </a:t>
          </a:r>
          <a:r>
            <a:rPr lang="es-MX" sz="2000" b="1" kern="1200" dirty="0" err="1"/>
            <a:t>Intelligence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dirty="0"/>
            <a:t>1997</a:t>
          </a:r>
          <a:br>
            <a:rPr lang="es-MX" sz="2000" kern="1200" dirty="0"/>
          </a:br>
          <a:r>
            <a:rPr lang="es-MX" sz="2000" kern="1200" dirty="0"/>
            <a:t>Deep Blue vence al campeón mundial de ajedrez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dirty="0"/>
            <a:t>2012</a:t>
          </a:r>
          <a:br>
            <a:rPr lang="es-MX" sz="2000" kern="1200" dirty="0"/>
          </a:br>
          <a:r>
            <a:rPr lang="es-MX" sz="2000" kern="1200" dirty="0"/>
            <a:t>Revolución del </a:t>
          </a:r>
          <a:r>
            <a:rPr lang="es-MX" sz="2000" b="1" kern="1200" dirty="0"/>
            <a:t>Deep </a:t>
          </a:r>
          <a:r>
            <a:rPr lang="es-MX" sz="2000" b="1" kern="1200" dirty="0" err="1"/>
            <a:t>Learning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dirty="0"/>
            <a:t>2022</a:t>
          </a:r>
          <a:br>
            <a:rPr lang="es-MX" sz="2000" kern="1200" dirty="0"/>
          </a:br>
          <a:r>
            <a:rPr lang="es-MX" sz="2000" kern="1200" dirty="0"/>
            <a:t>Explosión de la </a:t>
          </a:r>
          <a:r>
            <a:rPr lang="es-MX" sz="2000" b="1" kern="1200" dirty="0"/>
            <a:t>IA generativa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847743"/>
        <a:ext cx="8853639" cy="34310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 dirty="0"/>
            <a:t>Hoy existen múltiples herramientas de IA</a:t>
          </a:r>
          <a:endParaRPr lang="es-AR" sz="2400" b="1" kern="1200" dirty="0"/>
        </a:p>
      </dsp:txBody>
      <dsp:txXfrm>
        <a:off x="46606" y="46606"/>
        <a:ext cx="8760427" cy="861508"/>
      </dsp:txXfrm>
    </dsp:sp>
    <dsp:sp modelId="{EEB1F71B-C36D-495B-81C0-9546D425EC51}">
      <dsp:nvSpPr>
        <dsp:cNvPr id="0" name=""/>
        <dsp:cNvSpPr/>
      </dsp:nvSpPr>
      <dsp:spPr>
        <a:xfrm>
          <a:off x="0" y="1025264"/>
          <a:ext cx="8853639" cy="4433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AR" sz="2000" kern="1200" dirty="0"/>
            <a:t>Ejemplos: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Modelos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GPT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Claude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Gemini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LLaMA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Herramientas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ChatGPT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Copilot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Perplexity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Midjourney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Runway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025264"/>
        <a:ext cx="8853639" cy="4433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Debatamos:</a:t>
          </a:r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3025056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kern="1200" dirty="0"/>
            <a:t>¿Qué herramienta de IA creen que va a tener más impacto en su profesión?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 dirty="0"/>
            <a:t>¿Por qué?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3025056"/>
        <a:ext cx="8853639" cy="10764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La IA está transformando: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kern="1200" dirty="0"/>
            <a:t>desarrollo de software
marketing
diseño
educación
análisis de datos
gestión empresarial
Cada vez más profesionales trabajan con IA como asistente.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43537"/>
        <a:ext cx="8853639" cy="27582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Concepto clave del curso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77175"/>
          <a:ext cx="8853639" cy="26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kern="1200" dirty="0"/>
            <a:t>Una idea importante:</a:t>
          </a:r>
          <a:endParaRPr lang="es-AR" sz="24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b="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200" b="1" kern="1200" dirty="0"/>
            <a:t>La IA no reemplaza a los profesionales.</a:t>
          </a:r>
          <a:endParaRPr lang="es-MX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200" kern="1200" dirty="0"/>
            <a:t>Los profesionales que </a:t>
          </a:r>
          <a:r>
            <a:rPr lang="es-MX" sz="3200" b="1" kern="1200" dirty="0"/>
            <a:t>saben usar IA</a:t>
          </a:r>
          <a:r>
            <a:rPr lang="es-MX" sz="3200" kern="1200" dirty="0"/>
            <a:t> reemplazarán a los que no.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77175"/>
        <a:ext cx="8853639" cy="2691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 dirty="0"/>
            <a:t>Durante la cursada trabajaremos conceptos del ecosistema </a:t>
          </a:r>
          <a:r>
            <a:rPr lang="es-MX" sz="2400" b="1" kern="1200" dirty="0" err="1"/>
            <a:t>GenAI</a:t>
          </a:r>
          <a:r>
            <a:rPr lang="es-MX" sz="2400" kern="1200" dirty="0"/>
            <a:t>: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09900"/>
          <a:ext cx="8853639" cy="28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kern="1200" dirty="0"/>
            <a:t>IA generativa</a:t>
          </a:r>
          <a:endParaRPr lang="es-AR" sz="2400" b="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 dirty="0" err="1"/>
            <a:t>prompting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 dirty="0"/>
            <a:t>interacción con modelos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 dirty="0"/>
            <a:t>uso profesional de herramientas de 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 dirty="0"/>
            <a:t>automatización con 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400" kern="1200" dirty="0"/>
            <a:t>Esto conecta con </a:t>
          </a:r>
          <a:r>
            <a:rPr lang="es-MX" sz="2400" b="1" kern="1200" dirty="0"/>
            <a:t>competencias demandadas por la industria</a:t>
          </a:r>
          <a:r>
            <a:rPr lang="es-MX" sz="2400" kern="1200" dirty="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09900"/>
        <a:ext cx="8853639" cy="28255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 dirty="0"/>
            <a:t>Ejercicio de generación de contenido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 dirty="0"/>
            <a:t>Usen IA para generar: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un resumen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una explicación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una lista de ideas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 dirty="0"/>
            <a:t>sobre un tema de su carrera.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/>
            <a:t>Luego respondan: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 dirty="0"/>
            <a:t>¿Qué tan útil fue la respuesta?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43537"/>
        <a:ext cx="8853639" cy="275827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 dirty="0"/>
            <a:t>Identificación de tareas “AI </a:t>
          </a:r>
          <a:r>
            <a:rPr lang="es-MX" sz="2400" kern="1200" dirty="0" err="1"/>
            <a:t>Friendly</a:t>
          </a:r>
          <a:r>
            <a:rPr lang="es-MX" sz="2400" kern="1200" dirty="0"/>
            <a:t>”</a:t>
          </a: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kern="1200" dirty="0"/>
            <a:t>¿Qué tareas creen que la IA puede ayudar a mejorar?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 dirty="0"/>
            <a:t>Ejemplos: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redacción de textos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generación de 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análisis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 err="1"/>
            <a:t>brainstorming</a:t>
          </a:r>
          <a:endParaRPr lang="es-A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dirty="0"/>
            <a:t>automatización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443537"/>
        <a:ext cx="8853639" cy="275827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19284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 dirty="0"/>
            <a:t>Armamos grupos</a:t>
          </a:r>
        </a:p>
      </dsp:txBody>
      <dsp:txXfrm>
        <a:off x="59399" y="478683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284475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 kern="1200" dirty="0"/>
            <a:t>Realizamos la tarea cargada en </a:t>
          </a:r>
          <a:r>
            <a:rPr lang="es-AR" sz="2000" b="0" kern="1200"/>
            <a:t>Teams</a:t>
          </a:r>
          <a:endParaRPr lang="es-AR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2284475"/>
        <a:ext cx="8853639" cy="10764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endParaRPr lang="es-AR" sz="2400" kern="1200" dirty="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208075"/>
          <a:ext cx="8853639" cy="322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800" kern="1200" dirty="0"/>
            <a:t>Pregunta final:</a:t>
          </a:r>
          <a:endParaRPr lang="es-AR" sz="2800" b="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600" b="1" kern="1200"/>
            <a:t>¿La IA va a cambiar su profesión…</a:t>
          </a:r>
          <a:endParaRPr lang="es-MX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/>
            <a:t>o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600" b="1" kern="1200" dirty="0"/>
            <a:t>va a cambiar la forma en que trabajan dentro de esa profesión?</a:t>
          </a:r>
          <a:endParaRPr lang="es-MX" sz="3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 dirty="0"/>
        </a:p>
      </dsp:txBody>
      <dsp:txXfrm>
        <a:off x="0" y="1208075"/>
        <a:ext cx="8853639" cy="322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3/8/2026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Exposición de experto</a:t>
            </a:r>
            <a:endParaRPr lang="es-AR" sz="6600" b="1" dirty="0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 dirty="0">
                <a:solidFill>
                  <a:srgbClr val="7F7F7F"/>
                </a:solidFill>
                <a:ea typeface="+mn-lt"/>
                <a:cs typeface="+mn-lt"/>
              </a:rPr>
              <a:t>Introducción a la Inteligencia Artificial</a:t>
            </a:r>
            <a:endParaRPr lang="es-ES" sz="14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Pregunta inicial</a:t>
            </a:r>
            <a:endParaRPr lang="es-ES" sz="1400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 dirty="0">
                <a:solidFill>
                  <a:srgbClr val="7F7F7F"/>
                </a:solidFill>
                <a:ea typeface="+mn-lt"/>
                <a:cs typeface="+mn-lt"/>
              </a:rPr>
              <a:t>¿Qué es la Inteligencia Artificial?</a:t>
            </a:r>
            <a:endParaRPr lang="es-ES" sz="14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rgbClr val="7F7F7F"/>
                </a:solidFill>
                <a:ea typeface="+mn-lt"/>
                <a:cs typeface="+mn-lt"/>
              </a:rPr>
              <a:t>IA tradicional </a:t>
            </a:r>
            <a:r>
              <a:rPr lang="pt-BR" sz="2400" b="1" dirty="0" err="1">
                <a:solidFill>
                  <a:srgbClr val="7F7F7F"/>
                </a:solidFill>
                <a:ea typeface="+mn-lt"/>
                <a:cs typeface="+mn-lt"/>
              </a:rPr>
              <a:t>vs</a:t>
            </a:r>
            <a:r>
              <a:rPr lang="pt-BR" sz="2400" b="1" dirty="0">
                <a:solidFill>
                  <a:srgbClr val="7F7F7F"/>
                </a:solidFill>
                <a:ea typeface="+mn-lt"/>
                <a:cs typeface="+mn-lt"/>
              </a:rPr>
              <a:t> IA generativa</a:t>
            </a:r>
            <a:endParaRPr lang="es-ES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 dirty="0">
                <a:solidFill>
                  <a:srgbClr val="7F7F7F"/>
                </a:solidFill>
                <a:ea typeface="+mn-lt"/>
                <a:cs typeface="+mn-lt"/>
              </a:rPr>
              <a:t>Tipos de Inteligencia Artificial</a:t>
            </a:r>
            <a:endParaRPr lang="es-ES" sz="14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Breve historia de la IA</a:t>
            </a: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491472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 dirty="0"/>
              <a:t>Panorama actual de herramientas</a:t>
            </a:r>
            <a:endParaRPr lang="es-ES" sz="240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5991448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 dirty="0"/>
              <a:t>Actividades</a:t>
            </a:r>
            <a:endParaRPr lang="es-ES" sz="24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6156966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 dirty="0">
                <a:solidFill>
                  <a:prstClr val="white"/>
                </a:solidFill>
              </a:rPr>
              <a:t>Introducción a la Inteligencia Artificial</a:t>
            </a:r>
          </a:p>
          <a:p>
            <a:pPr algn="ctr">
              <a:defRPr/>
            </a:pP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131461-0478-A023-51E5-FAAE997393DF}"/>
              </a:ext>
            </a:extLst>
          </p:cNvPr>
          <p:cNvSpPr txBox="1"/>
          <p:nvPr/>
        </p:nvSpPr>
        <p:spPr>
          <a:xfrm>
            <a:off x="453893" y="579150"/>
            <a:ext cx="915640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Introducción a la Inteligencia Artificial</a:t>
            </a:r>
          </a:p>
          <a:p>
            <a:pPr>
              <a:defRPr/>
            </a:pPr>
            <a:endParaRPr lang="es-AR" sz="4000" b="1" dirty="0">
              <a:solidFill>
                <a:prstClr val="whit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7E10FA-4A19-AD10-ACC7-4D8D3A3B9C33}"/>
              </a:ext>
            </a:extLst>
          </p:cNvPr>
          <p:cNvSpPr txBox="1"/>
          <p:nvPr/>
        </p:nvSpPr>
        <p:spPr>
          <a:xfrm>
            <a:off x="453893" y="1727200"/>
            <a:ext cx="762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/>
              <a:t>Inteligencia Artificial Aplicada</a:t>
            </a:r>
          </a:p>
          <a:p>
            <a:r>
              <a:rPr lang="es-MX" sz="4000" dirty="0"/>
              <a:t>UADE —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984EC4-BAEC-3E46-FF3F-C511E9FC631D}"/>
              </a:ext>
            </a:extLst>
          </p:cNvPr>
          <p:cNvSpPr txBox="1"/>
          <p:nvPr/>
        </p:nvSpPr>
        <p:spPr>
          <a:xfrm>
            <a:off x="453893" y="3965039"/>
            <a:ext cx="762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/>
              <a:t>¿En qué situaciones usaron IA en los últimos 6 meses?</a:t>
            </a:r>
            <a:endParaRPr lang="es-MX" sz="4000" dirty="0"/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Introducción a la Inteligencia Artificial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279985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ED3-6A68-956F-D756-8A2D717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E62F4-C44E-CB70-0E96-BC49EE29DA2C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 dirty="0">
                <a:solidFill>
                  <a:prstClr val="white"/>
                </a:solidFill>
              </a:rPr>
              <a:t>¿Qué es la Inteligencia Artificial?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178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A8E8-0ED4-F160-2CA6-EF70E350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8EF620-D82C-2DF7-A753-738DDDAAC6D2}"/>
              </a:ext>
            </a:extLst>
          </p:cNvPr>
          <p:cNvSpPr txBox="1"/>
          <p:nvPr/>
        </p:nvSpPr>
        <p:spPr>
          <a:xfrm>
            <a:off x="42341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¿Qué es la Inteligencia Artificial?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D632008-8BB5-0FAE-1918-331AC3A3F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3202058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23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Conceptos básicos de IA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Conceptos básicos de IA</a:t>
            </a:r>
            <a:endParaRPr lang="es-ES" sz="1050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897033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330F-D3EB-93C9-3BA0-4A27B89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F55552-4DF2-2391-28E6-ACC49D37D407}"/>
              </a:ext>
            </a:extLst>
          </p:cNvPr>
          <p:cNvSpPr txBox="1"/>
          <p:nvPr/>
        </p:nvSpPr>
        <p:spPr>
          <a:xfrm>
            <a:off x="1403364" y="2367171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Pregunta para debatir</a:t>
            </a:r>
            <a:endParaRPr lang="es-E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6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Pregunta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731004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26D6-8B6B-55A8-A22C-DE8C50C9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CF40F8-41D6-3C68-2F6D-D90C58A5C138}"/>
              </a:ext>
            </a:extLst>
          </p:cNvPr>
          <p:cNvSpPr txBox="1"/>
          <p:nvPr/>
        </p:nvSpPr>
        <p:spPr>
          <a:xfrm>
            <a:off x="1403364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sz="6600" b="1" dirty="0">
                <a:solidFill>
                  <a:prstClr val="white"/>
                </a:solidFill>
                <a:ea typeface="+mn-lt"/>
                <a:cs typeface="+mn-lt"/>
              </a:rPr>
              <a:t>IA tradicional </a:t>
            </a:r>
            <a:r>
              <a:rPr lang="pt-BR" sz="6600" b="1" dirty="0" err="1">
                <a:solidFill>
                  <a:prstClr val="white"/>
                </a:solidFill>
                <a:ea typeface="+mn-lt"/>
                <a:cs typeface="+mn-lt"/>
              </a:rPr>
              <a:t>vs</a:t>
            </a:r>
            <a:r>
              <a:rPr lang="pt-BR" sz="6600" b="1" dirty="0">
                <a:solidFill>
                  <a:prstClr val="white"/>
                </a:solidFill>
                <a:ea typeface="+mn-lt"/>
                <a:cs typeface="+mn-lt"/>
              </a:rPr>
              <a:t> IA generativa</a:t>
            </a:r>
            <a:endParaRPr lang="es-AR" sz="6600" b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466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7D7-FFF4-271B-4586-D6D052AB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CC063C-B5DF-57C9-194D-941D3B66C2B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IA tradicional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17A0059-A40F-138F-9E9A-96DBE7EE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613989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38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A9E-8C3E-4C9A-58C0-CED3D12C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F77378-5FB1-50DD-0558-3669CDB35E7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IA generativa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60D04D9-9216-052C-14ED-6A4FFB91A1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47355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76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407-23A5-8D5E-0085-1095A2F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232C5D-D16B-F682-346A-6704622331AF}"/>
              </a:ext>
            </a:extLst>
          </p:cNvPr>
          <p:cNvSpPr txBox="1"/>
          <p:nvPr/>
        </p:nvSpPr>
        <p:spPr>
          <a:xfrm>
            <a:off x="1413524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Tipos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879963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E6CF-C1C1-E677-3E8C-4112BFA3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29E376-0722-F373-AAA8-44C1787697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Hoy encontramos distintos tipos de IA: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F21FF8F-4E99-8B8E-5FDE-3D78812AA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943799"/>
              </p:ext>
            </p:extLst>
          </p:nvPr>
        </p:nvGraphicFramePr>
        <p:xfrm>
          <a:off x="50372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814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33B-5A64-8E14-80FB-A94D388E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8EAC1B-F03C-1F81-4193-C7B1775BFB19}"/>
              </a:ext>
            </a:extLst>
          </p:cNvPr>
          <p:cNvSpPr txBox="1"/>
          <p:nvPr/>
        </p:nvSpPr>
        <p:spPr>
          <a:xfrm>
            <a:off x="1322084" y="258036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Breve historia de la IA</a:t>
            </a:r>
          </a:p>
        </p:txBody>
      </p:sp>
    </p:spTree>
    <p:extLst>
      <p:ext uri="{BB962C8B-B14F-4D97-AF65-F5344CB8AC3E}">
        <p14:creationId xmlns:p14="http://schemas.microsoft.com/office/powerpoint/2010/main" val="3073055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040D-41B0-9321-7B41-0D55CFD2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1F0AA4-E904-53BF-9CF3-B1C24AEC7F5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</a:rPr>
              <a:t>Breve historia de la IA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63A7B35-D55D-07DF-E508-AAA6C113D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417447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5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03CE-A15A-615C-DB9C-59E031C4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840C9D-C1F9-995F-D1F7-046ED45BD4A5}"/>
              </a:ext>
            </a:extLst>
          </p:cNvPr>
          <p:cNvSpPr txBox="1"/>
          <p:nvPr/>
        </p:nvSpPr>
        <p:spPr>
          <a:xfrm>
            <a:off x="1291604" y="228572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 dirty="0">
                <a:solidFill>
                  <a:prstClr val="white"/>
                </a:solidFill>
                <a:ea typeface="+mn-lt"/>
                <a:cs typeface="+mn-lt"/>
              </a:rPr>
              <a:t>Panorama actual de herramientas</a:t>
            </a:r>
            <a:endParaRPr lang="es-AR" sz="6600" b="1" dirty="0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48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5823-4FDF-EF5A-70F7-379F6ADA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EFF020-F1FD-2194-D55C-699A45D8B9B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Panorama actual de herramientas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3541C4-FA4A-9B4D-2934-66D36F03A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44811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448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Pregunta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9B5-C4ED-87A0-968C-294A7CD7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C217E2-E63A-7B45-2A93-C5E12EFFECA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Pregunta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DA6B8CC-4ECD-8080-57DD-CD979D708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15306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0093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DA3A-28E3-7C1B-EE3F-58ACF5DF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73C473-96AA-75AF-BB7D-9E6361D4101F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 dirty="0">
                <a:solidFill>
                  <a:schemeClr val="bg1"/>
                </a:solidFill>
                <a:effectLst/>
              </a:rPr>
              <a:t>Impacto de la IA en profesiones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84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FCF7-4580-4AF9-A239-2AC7E199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0EF2B9-CFF7-72B8-426D-74D273B4500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Impacto de la IA en profesiones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FE739F8-97AD-CB3F-E596-0D8790680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68361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247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47AB5-7797-60F1-5EB7-71353E03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9E2422-5123-379E-95F4-FD16568C934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Impacto de la IA en profesiones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18D00F2-25AA-F546-3D14-5B8F5F275C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827972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238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8BD0-1F22-3D3F-6C4A-D19709D5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B3F120-5DFC-C824-10DC-62B7C357B7F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 dirty="0">
                <a:solidFill>
                  <a:schemeClr val="bg1"/>
                </a:solidFill>
                <a:effectLst/>
              </a:rPr>
              <a:t>Articulación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86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28B4-2EB7-8C86-A71A-5BAECDEE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9B9679-D7C0-31A5-6610-F2FF8BFBEDFF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Impacto de la IA en profesiones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12627DA-CD65-6E4A-C495-22E27C84D7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914103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36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EA6C-79E3-25D2-9D6A-BDB2916E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DE2C45-4B59-0106-D6C9-A854E9495281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 dirty="0">
                <a:solidFill>
                  <a:schemeClr val="bg1"/>
                </a:solidFill>
                <a:effectLst/>
              </a:rPr>
              <a:t>Actividades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98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1193-D54B-4B4C-ADC6-AF64364F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6B3969-247B-0759-0386-C4D4A6A6B8EE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1 -Actividad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C2EF7BC-1AFB-15A3-3F42-D73A26EEA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35174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2311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C630-9BF9-FBA7-16A3-7D9645B9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8C7DD5-1876-CF11-782A-11A38400D9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2 -Actividad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8506179-D6F3-A547-1956-4AC06B25F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26042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427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E245-C60E-37B6-A599-58D18E29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05FB51-C3AA-0EEF-AE51-040A01352847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3 -Actividad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C1A2DDA-BD32-8873-BE12-D04A25682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383345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8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9316-79B5-9BFD-0FE2-9E3E91E0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A34192-742F-72CD-57BE-D87717623052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 dirty="0">
                <a:solidFill>
                  <a:schemeClr val="bg1"/>
                </a:solidFill>
                <a:effectLst/>
              </a:rPr>
              <a:t>Cierre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8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CF59-4822-42BF-C077-5DFE7E57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5E8353-5016-149C-7CF6-0CB3D3E2D4B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 dirty="0">
                <a:solidFill>
                  <a:prstClr val="white"/>
                </a:solidFill>
              </a:rPr>
              <a:t>Cierre</a:t>
            </a:r>
            <a:endParaRPr lang="es-AR" sz="4000" b="1" dirty="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4460776-DFE0-1F4C-60C2-CC5139778E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83858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2287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C0DB-3D3B-4536-7C2F-A2DDC70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8C1AAA-FC86-4C32-5441-2CA3A5477F5D}"/>
              </a:ext>
            </a:extLst>
          </p:cNvPr>
          <p:cNvSpPr txBox="1"/>
          <p:nvPr/>
        </p:nvSpPr>
        <p:spPr>
          <a:xfrm>
            <a:off x="1048958" y="1470760"/>
            <a:ext cx="789965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THANK YOU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GRACIAS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MERCI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GRAZIE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OBRIGADO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TEŞEKKÜRLER</a:t>
            </a:r>
          </a:p>
          <a:p>
            <a:pPr algn="just"/>
            <a:endParaRPr lang="es-AR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ja-JP" altLang="es-AR" sz="2000" b="1" dirty="0">
                <a:solidFill>
                  <a:srgbClr val="7F7F7F"/>
                </a:solidFill>
                <a:ea typeface="+mn-lt"/>
                <a:cs typeface="+mn-lt"/>
              </a:rPr>
              <a:t>ありがとうございます</a:t>
            </a:r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endParaRPr lang="es-AR" altLang="ja-JP" sz="2000" b="1" dirty="0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Have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a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great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b="1" dirty="0" err="1">
                <a:solidFill>
                  <a:srgbClr val="7F7F7F"/>
                </a:solidFill>
                <a:ea typeface="+mn-lt"/>
                <a:cs typeface="+mn-lt"/>
              </a:rPr>
              <a:t>semester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!</a:t>
            </a:r>
            <a:endParaRPr lang="es-AR" sz="2000" b="1" dirty="0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291CA9D-96EE-9C50-7D18-F4806101C33C}"/>
              </a:ext>
            </a:extLst>
          </p:cNvPr>
          <p:cNvSpPr/>
          <p:nvPr/>
        </p:nvSpPr>
        <p:spPr>
          <a:xfrm>
            <a:off x="719493" y="2184039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AC8143B-50E3-7C18-F9F8-D90CA2ABE25E}"/>
              </a:ext>
            </a:extLst>
          </p:cNvPr>
          <p:cNvSpPr/>
          <p:nvPr/>
        </p:nvSpPr>
        <p:spPr>
          <a:xfrm>
            <a:off x="716250" y="158246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AFB0DFD-EC4E-4CBE-7682-74FED155901D}"/>
              </a:ext>
            </a:extLst>
          </p:cNvPr>
          <p:cNvSpPr/>
          <p:nvPr/>
        </p:nvSpPr>
        <p:spPr>
          <a:xfrm>
            <a:off x="716250" y="2862041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7AC5AA1-C2F3-65A4-E475-904B9AA8D566}"/>
              </a:ext>
            </a:extLst>
          </p:cNvPr>
          <p:cNvSpPr/>
          <p:nvPr/>
        </p:nvSpPr>
        <p:spPr>
          <a:xfrm>
            <a:off x="704774" y="342900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87647A7-A28E-EA82-3C54-F724ACBD14F6}"/>
              </a:ext>
            </a:extLst>
          </p:cNvPr>
          <p:cNvSpPr/>
          <p:nvPr/>
        </p:nvSpPr>
        <p:spPr>
          <a:xfrm>
            <a:off x="704774" y="408215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5619975-2CA9-FEC9-BDF9-F60D1156B8F8}"/>
              </a:ext>
            </a:extLst>
          </p:cNvPr>
          <p:cNvSpPr/>
          <p:nvPr/>
        </p:nvSpPr>
        <p:spPr>
          <a:xfrm>
            <a:off x="716250" y="4643260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B15B581-C90B-9743-C281-0F3B6E8ADC98}"/>
              </a:ext>
            </a:extLst>
          </p:cNvPr>
          <p:cNvSpPr/>
          <p:nvPr/>
        </p:nvSpPr>
        <p:spPr>
          <a:xfrm>
            <a:off x="704774" y="523109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77F2F58-7DAA-2895-6BCD-49C1BB6FEF2C}"/>
              </a:ext>
            </a:extLst>
          </p:cNvPr>
          <p:cNvSpPr/>
          <p:nvPr/>
        </p:nvSpPr>
        <p:spPr>
          <a:xfrm>
            <a:off x="716250" y="5857520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289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dirty="0" err="1">
                <a:solidFill>
                  <a:schemeClr val="bg1"/>
                </a:solidFill>
              </a:rPr>
              <a:t>Nañez</a:t>
            </a:r>
            <a:r>
              <a:rPr lang="es-MX" sz="2000" dirty="0">
                <a:solidFill>
                  <a:schemeClr val="bg1"/>
                </a:solidFill>
              </a:rPr>
              <a:t> Alonso, S. L., &amp; </a:t>
            </a:r>
            <a:r>
              <a:rPr lang="es-MX" sz="2000" dirty="0" err="1">
                <a:solidFill>
                  <a:schemeClr val="bg1"/>
                </a:solidFill>
              </a:rPr>
              <a:t>Reier</a:t>
            </a:r>
            <a:r>
              <a:rPr lang="es-MX" sz="2000" dirty="0">
                <a:solidFill>
                  <a:schemeClr val="bg1"/>
                </a:solidFill>
              </a:rPr>
              <a:t> </a:t>
            </a:r>
            <a:r>
              <a:rPr lang="es-MX" sz="2000" dirty="0" err="1">
                <a:solidFill>
                  <a:schemeClr val="bg1"/>
                </a:solidFill>
              </a:rPr>
              <a:t>Forradellas</a:t>
            </a:r>
            <a:r>
              <a:rPr lang="es-MX" sz="2000" dirty="0">
                <a:solidFill>
                  <a:schemeClr val="bg1"/>
                </a:solidFill>
              </a:rPr>
              <a:t>, R. F. (2025). Transformación digital y negocios inteligentes: La era de la</a:t>
            </a:r>
          </a:p>
          <a:p>
            <a:pPr algn="just"/>
            <a:r>
              <a:rPr lang="es-MX" sz="2000" dirty="0">
                <a:solidFill>
                  <a:schemeClr val="bg1"/>
                </a:solidFill>
              </a:rPr>
              <a:t>inteligencia artificial. Dykinson.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3" ma:contentTypeDescription="Crear nuevo documento." ma:contentTypeScope="" ma:versionID="0819af60bb1fe6197c238124058a3cae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c4985916017422d0722863d679baf744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b5f0631a-2ac1-434a-9e75-b23938e5739a"/>
    <ds:schemaRef ds:uri="232756c5-2869-4da6-aa3d-6ef32daae75e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144114B-696D-4676-90F3-323016F226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bc6ba5-2bdc-4a59-89fa-f2f7f634d0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367</TotalTime>
  <Words>758</Words>
  <Application>Microsoft Office PowerPoint</Application>
  <PresentationFormat>Widescreen</PresentationFormat>
  <Paragraphs>175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Tema de Office</vt:lpstr>
      <vt:lpstr>1_Office Theme</vt:lpstr>
      <vt:lpstr>Faceta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RUIZ MATIAS GABRIEL</cp:lastModifiedBy>
  <cp:revision>457</cp:revision>
  <dcterms:created xsi:type="dcterms:W3CDTF">2022-08-30T18:57:15Z</dcterms:created>
  <dcterms:modified xsi:type="dcterms:W3CDTF">2026-08-03T17:34:39Z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